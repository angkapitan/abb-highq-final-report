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306" r:id="rId3"/>
    <p:sldId id="257" r:id="rId4"/>
    <p:sldId id="307" r:id="rId5"/>
    <p:sldId id="262" r:id="rId6"/>
    <p:sldId id="273" r:id="rId7"/>
    <p:sldId id="267" r:id="rId8"/>
    <p:sldId id="283" r:id="rId9"/>
    <p:sldId id="258" r:id="rId10"/>
    <p:sldId id="274" r:id="rId11"/>
    <p:sldId id="268" r:id="rId12"/>
    <p:sldId id="259" r:id="rId13"/>
    <p:sldId id="260" r:id="rId14"/>
    <p:sldId id="261" r:id="rId15"/>
    <p:sldId id="263" r:id="rId16"/>
    <p:sldId id="272" r:id="rId17"/>
    <p:sldId id="264" r:id="rId18"/>
    <p:sldId id="266" r:id="rId19"/>
    <p:sldId id="270" r:id="rId20"/>
    <p:sldId id="271" r:id="rId21"/>
    <p:sldId id="269" r:id="rId22"/>
    <p:sldId id="275" r:id="rId23"/>
    <p:sldId id="276" r:id="rId24"/>
    <p:sldId id="282" r:id="rId25"/>
    <p:sldId id="288" r:id="rId26"/>
    <p:sldId id="278" r:id="rId27"/>
    <p:sldId id="280" r:id="rId28"/>
    <p:sldId id="277" r:id="rId29"/>
    <p:sldId id="279" r:id="rId30"/>
    <p:sldId id="284" r:id="rId31"/>
    <p:sldId id="285" r:id="rId32"/>
    <p:sldId id="297" r:id="rId33"/>
    <p:sldId id="298" r:id="rId34"/>
    <p:sldId id="281" r:id="rId35"/>
    <p:sldId id="286" r:id="rId36"/>
    <p:sldId id="295" r:id="rId37"/>
    <p:sldId id="287" r:id="rId38"/>
    <p:sldId id="289" r:id="rId39"/>
    <p:sldId id="290" r:id="rId40"/>
    <p:sldId id="299" r:id="rId41"/>
    <p:sldId id="304" r:id="rId42"/>
    <p:sldId id="300" r:id="rId43"/>
    <p:sldId id="305" r:id="rId44"/>
    <p:sldId id="296" r:id="rId45"/>
    <p:sldId id="265" r:id="rId46"/>
    <p:sldId id="291" r:id="rId47"/>
    <p:sldId id="293" r:id="rId48"/>
    <p:sldId id="294" r:id="rId49"/>
    <p:sldId id="301" r:id="rId50"/>
    <p:sldId id="292" r:id="rId51"/>
    <p:sldId id="302" r:id="rId52"/>
    <p:sldId id="303" r:id="rId53"/>
    <p:sldId id="308" r:id="rId54"/>
    <p:sldId id="309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FA8"/>
    <a:srgbClr val="524F49"/>
    <a:srgbClr val="FFFFFF"/>
    <a:srgbClr val="727067"/>
    <a:srgbClr val="514E48"/>
    <a:srgbClr val="878071"/>
    <a:srgbClr val="FFC000"/>
    <a:srgbClr val="C55911"/>
    <a:srgbClr val="616161"/>
    <a:srgbClr val="612F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659" y="13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43454-05F0-45A3-9A94-4EFE7A32A44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6E2AC7-A172-4EBD-9D94-E0111E500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1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E2AC7-A172-4EBD-9D94-E0111E50006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749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E2AC7-A172-4EBD-9D94-E0111E50006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83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12A34-BFC9-85C3-D90D-9F6252379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1EDB9-4F38-226F-C9BF-DCEAFA62A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914FEE-8A71-46A8-DB5C-A780F811D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16833-A93E-35C8-2F74-81920909D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E2AC7-A172-4EBD-9D94-E0111E50006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14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FEEAF-FE1F-906A-759C-40B0A70FC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DAA07-CFDF-FB71-0163-FF8DAD797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8EB06-90B9-0B92-BD2F-EF8DAB912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E4B13-B19F-8978-40C7-9D7CCCBF4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E2AC7-A172-4EBD-9D94-E0111E50006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91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77B4-95BD-50AA-14E5-3879FF6E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1AE71-29D9-D03B-BC01-446B872EE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0AFD8-618D-9D18-64C3-BAB77F4DB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8CFA1-CF24-7631-22EE-1D012E528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E2AC7-A172-4EBD-9D94-E0111E50006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48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7A31F-9AF6-35DB-3ED3-B3D60BD6B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2637E-9CDF-A1D1-4AF0-788E5CE37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B83D20-A4D1-855E-7D25-42C868032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39005-B2A6-A4BF-941D-F0622DF5E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E2AC7-A172-4EBD-9D94-E0111E50006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90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BC063-7F8A-B47E-E310-502CD884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79FE6-4B9F-B3A1-ADFF-D016B32E6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31154-C2E7-6FE7-8DC7-7F9E687D0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C66E5-0BD6-9B29-370B-BADCE4397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E2AC7-A172-4EBD-9D94-E0111E50006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54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0C3E-D006-92F4-8658-759AE0EC5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B91FE-C394-0FEF-30CE-987A07E59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F0D90-3397-6F97-4BAE-07D16E4B7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6B8BA-3F04-EF18-946D-6FD935501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E2AC7-A172-4EBD-9D94-E0111E50006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580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A2194-C2B3-389B-8C8D-D58939BCD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BD89E-215B-524C-E6D6-D6E70A8D0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DE667F-9B4E-0A4A-8F06-E93556931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14945-566E-809F-8290-2B5766F4C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E2AC7-A172-4EBD-9D94-E0111E50006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7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5AFE4-4110-0FE6-15B1-5C684B14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9DA25-95BE-2A68-0BAE-856B29CB9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E98D0-9556-F3EA-30AB-D22EBC11D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E9B11-3685-C7DC-2A52-2EFDD1EA1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E2AC7-A172-4EBD-9D94-E0111E50006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13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43A1E-0A12-1CCF-92E9-952FEAD2C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3623A-3CC0-2259-D837-684283124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82D14-07AA-AD57-5395-00BC456DD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5673C-4A7C-D374-2CC2-E7F6B8804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E2AC7-A172-4EBD-9D94-E0111E50006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34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7DD3-49A4-E1EC-A701-1AED6F4D6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01A4A-470E-EE87-ADC5-7976DFE90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7CBA9-2927-5B7F-0038-ECADB6A9F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CE0F-1CE5-4B83-AA8C-79BED5F3692D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89430-F229-36BD-58D9-5B3A47CA3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7A071-9881-A79F-C40C-1DC87E42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6BE4-2D38-4EC9-B600-56A42618A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2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064D-CAAA-E1ED-38D0-1FBFE3CED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E911-BB2C-4BCD-1C6A-6FE899209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57EF-48F7-1E11-FAF4-FB98FC44B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CE0F-1CE5-4B83-AA8C-79BED5F3692D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430E0-4D64-60E5-5DE7-979D3B37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1CFD4-B7F1-D5F0-21AE-E5DABEB18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6BE4-2D38-4EC9-B600-56A42618A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1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ACD11-CBB9-DC2F-8FCA-BE33EFC89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B241F-D5BA-D6D4-B88D-F226CA37B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27BC1-3A70-E493-C272-F1AAB29A5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CE0F-1CE5-4B83-AA8C-79BED5F3692D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2A2CE-1E13-BFA6-9036-F6A21003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30525-7938-4DEA-92B3-58D4E454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6BE4-2D38-4EC9-B600-56A42618A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9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E7CD0-A4C9-2BE5-4DA1-734ED55C3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EA46F-BFB5-EDDD-99A4-FB62B7AFC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A456D-D992-C8BF-DD14-7B0765AC4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74530-3DA4-6873-C675-B9CF1F6C6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CE0F-1CE5-4B83-AA8C-79BED5F3692D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8BD5A-6812-0A22-2CC7-7A8BEC78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0B0E2-BF11-70DB-6456-ADB9A7FF5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6BE4-2D38-4EC9-B600-56A42618A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93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A364B-F5BF-F590-CDBB-AB69CFB5E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716E6-DCAC-29AB-13A1-F10F33016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35003-E516-9717-FD24-8E6F463F8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7D8275-8D8B-9251-1B76-BE0CF86B6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688234-C4DD-8BF4-0283-3C3A99A0B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403B9-8883-FC9A-9DEA-90EA286B0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CE0F-1CE5-4B83-AA8C-79BED5F3692D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DB56F-2022-1E64-EF6D-B189F9629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105A32-5E58-BD42-308F-B02F4269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6BE4-2D38-4EC9-B600-56A42618A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2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1E2F-3093-09A7-90FA-CDBBD3884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BCC57-BB16-FCA1-53F4-849C6B7A7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CE0F-1CE5-4B83-AA8C-79BED5F3692D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F3760-618B-5C27-C359-62FC2ADB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06537-2A0D-2893-910C-ADCD43A48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6BE4-2D38-4EC9-B600-56A42618A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6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85E3E8-CD97-E4B4-7770-9DBFCDD7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CE0F-1CE5-4B83-AA8C-79BED5F3692D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957B6D-AC87-A448-17BD-A1938DDB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8EEAB-C951-5FC2-8989-E55FB836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6BE4-2D38-4EC9-B600-56A42618A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88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3DC8-2054-C66F-386B-029E485A3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DC77C-3F17-EF70-7267-EE759FF09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5EB6B-C35B-2E6C-05AE-1DD3AC8F7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F8F04-C005-B1FE-62E4-83951EC85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CE0F-1CE5-4B83-AA8C-79BED5F3692D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9D8D4-1D27-F560-54DA-4A5F6121C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69EBF-B184-1443-7A2A-A75AB067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6BE4-2D38-4EC9-B600-56A42618A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60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C9BF2-E214-7ECC-9624-8EC99F228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CB768C-BFEE-BC61-F240-F370EE096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F15C9-82D2-017E-FFAE-4E1AE7613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A4637-7D27-3D4D-4646-FDA31ACD2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CE0F-1CE5-4B83-AA8C-79BED5F3692D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2A473-A0C7-AFD6-4344-093648BF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357E4-DE4E-6128-E009-6CCA2201F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6BE4-2D38-4EC9-B600-56A42618A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73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EDC24-5CC9-B758-90D4-C5CEBB9D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60897-E4CE-BF57-AEBF-E255B10A0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5F8D5-0540-8E33-5834-067CF8DA4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CE0F-1CE5-4B83-AA8C-79BED5F3692D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71FB9-078A-48E4-06A0-43DD32E7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3D4CD-7E52-4803-B1B3-AA80971F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6BE4-2D38-4EC9-B600-56A42618A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78D913-D9AD-8BA7-3FC5-107F79DAC1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B3CBE-8989-B073-7D89-825B50454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7C2A2-831D-1A4C-13FD-F9D54AAB6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CE0F-1CE5-4B83-AA8C-79BED5F3692D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84F8B-99ED-DA84-890C-7942C39D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0C8F6-BE90-91FC-A62A-43717CB3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6BE4-2D38-4EC9-B600-56A42618A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3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61C49-F42A-A6CC-956B-204858C5D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F5E8D-E7FF-7E02-8D3E-EA38ABEF0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C9CAA-6827-DEE5-9D7C-1A2004C67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5CE0F-1CE5-4B83-AA8C-79BED5F3692D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94401-38E6-F590-5A6F-A8FFA5E75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98752-7BEB-B250-77D1-0B7046647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C6BE4-2D38-4EC9-B600-56A42618A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8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31.png"/><Relationship Id="rId12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.sv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2.png"/><Relationship Id="rId3" Type="http://schemas.openxmlformats.org/officeDocument/2006/relationships/image" Target="../media/image32.png"/><Relationship Id="rId7" Type="http://schemas.openxmlformats.org/officeDocument/2006/relationships/image" Target="../media/image42.png"/><Relationship Id="rId12" Type="http://schemas.openxmlformats.org/officeDocument/2006/relationships/image" Target="../media/image27.png"/><Relationship Id="rId2" Type="http://schemas.openxmlformats.org/officeDocument/2006/relationships/image" Target="../media/image29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3.svg"/><Relationship Id="rId5" Type="http://schemas.openxmlformats.org/officeDocument/2006/relationships/image" Target="../media/image40.png"/><Relationship Id="rId10" Type="http://schemas.openxmlformats.org/officeDocument/2006/relationships/image" Target="../media/image26.png"/><Relationship Id="rId4" Type="http://schemas.openxmlformats.org/officeDocument/2006/relationships/image" Target="../media/image33.png"/><Relationship Id="rId9" Type="http://schemas.openxmlformats.org/officeDocument/2006/relationships/image" Target="../media/image25.png"/><Relationship Id="rId1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2.png"/><Relationship Id="rId3" Type="http://schemas.openxmlformats.org/officeDocument/2006/relationships/image" Target="../media/image32.png"/><Relationship Id="rId7" Type="http://schemas.openxmlformats.org/officeDocument/2006/relationships/image" Target="../media/image47.png"/><Relationship Id="rId12" Type="http://schemas.openxmlformats.org/officeDocument/2006/relationships/image" Target="../media/image27.png"/><Relationship Id="rId2" Type="http://schemas.openxmlformats.org/officeDocument/2006/relationships/image" Target="../media/image29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3.svg"/><Relationship Id="rId5" Type="http://schemas.openxmlformats.org/officeDocument/2006/relationships/image" Target="../media/image45.png"/><Relationship Id="rId10" Type="http://schemas.openxmlformats.org/officeDocument/2006/relationships/image" Target="../media/image26.png"/><Relationship Id="rId4" Type="http://schemas.openxmlformats.org/officeDocument/2006/relationships/image" Target="../media/image33.png"/><Relationship Id="rId9" Type="http://schemas.openxmlformats.org/officeDocument/2006/relationships/image" Target="../media/image25.png"/><Relationship Id="rId1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8.png"/><Relationship Id="rId7" Type="http://schemas.openxmlformats.org/officeDocument/2006/relationships/image" Target="../media/image29.png"/><Relationship Id="rId12" Type="http://schemas.openxmlformats.org/officeDocument/2006/relationships/image" Target="../media/image5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2.png"/><Relationship Id="rId10" Type="http://schemas.openxmlformats.org/officeDocument/2006/relationships/image" Target="../media/image43.png"/><Relationship Id="rId4" Type="http://schemas.openxmlformats.org/officeDocument/2006/relationships/image" Target="../media/image53.png"/><Relationship Id="rId9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8.png"/><Relationship Id="rId7" Type="http://schemas.openxmlformats.org/officeDocument/2006/relationships/image" Target="../media/image29.png"/><Relationship Id="rId12" Type="http://schemas.openxmlformats.org/officeDocument/2006/relationships/image" Target="../media/image5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2.png"/><Relationship Id="rId10" Type="http://schemas.openxmlformats.org/officeDocument/2006/relationships/image" Target="../media/image43.png"/><Relationship Id="rId4" Type="http://schemas.openxmlformats.org/officeDocument/2006/relationships/image" Target="../media/image53.png"/><Relationship Id="rId9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4.png"/><Relationship Id="rId3" Type="http://schemas.microsoft.com/office/2007/relationships/hdphoto" Target="../media/hdphoto1.wdp"/><Relationship Id="rId7" Type="http://schemas.openxmlformats.org/officeDocument/2006/relationships/image" Target="../media/image32.png"/><Relationship Id="rId12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59.png"/><Relationship Id="rId5" Type="http://schemas.openxmlformats.org/officeDocument/2006/relationships/image" Target="../media/image11.emf"/><Relationship Id="rId10" Type="http://schemas.openxmlformats.org/officeDocument/2006/relationships/image" Target="../media/image58.png"/><Relationship Id="rId4" Type="http://schemas.openxmlformats.org/officeDocument/2006/relationships/image" Target="../media/image10.png"/><Relationship Id="rId9" Type="http://schemas.openxmlformats.org/officeDocument/2006/relationships/image" Target="../media/image57.png"/><Relationship Id="rId1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image" Target="../media/image5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1.em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6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26" Type="http://schemas.openxmlformats.org/officeDocument/2006/relationships/image" Target="../media/image93.png"/><Relationship Id="rId39" Type="http://schemas.openxmlformats.org/officeDocument/2006/relationships/image" Target="../media/image86.png"/><Relationship Id="rId21" Type="http://schemas.openxmlformats.org/officeDocument/2006/relationships/image" Target="../media/image29.png"/><Relationship Id="rId34" Type="http://schemas.openxmlformats.org/officeDocument/2006/relationships/image" Target="../media/image101.png"/><Relationship Id="rId42" Type="http://schemas.openxmlformats.org/officeDocument/2006/relationships/image" Target="../media/image94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8.png"/><Relationship Id="rId20" Type="http://schemas.openxmlformats.org/officeDocument/2006/relationships/image" Target="../media/image88.png"/><Relationship Id="rId29" Type="http://schemas.openxmlformats.org/officeDocument/2006/relationships/image" Target="../media/image96.png"/><Relationship Id="rId41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2.png"/><Relationship Id="rId32" Type="http://schemas.openxmlformats.org/officeDocument/2006/relationships/image" Target="../media/image99.png"/><Relationship Id="rId37" Type="http://schemas.openxmlformats.org/officeDocument/2006/relationships/image" Target="../media/image104.png"/><Relationship Id="rId40" Type="http://schemas.openxmlformats.org/officeDocument/2006/relationships/image" Target="../media/image87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90.png"/><Relationship Id="rId28" Type="http://schemas.openxmlformats.org/officeDocument/2006/relationships/image" Target="../media/image84.png"/><Relationship Id="rId36" Type="http://schemas.openxmlformats.org/officeDocument/2006/relationships/image" Target="../media/image103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31" Type="http://schemas.openxmlformats.org/officeDocument/2006/relationships/image" Target="../media/image98.png"/><Relationship Id="rId44" Type="http://schemas.openxmlformats.org/officeDocument/2006/relationships/image" Target="../media/image11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9.png"/><Relationship Id="rId27" Type="http://schemas.openxmlformats.org/officeDocument/2006/relationships/image" Target="../media/image83.png"/><Relationship Id="rId30" Type="http://schemas.openxmlformats.org/officeDocument/2006/relationships/image" Target="../media/image97.png"/><Relationship Id="rId35" Type="http://schemas.openxmlformats.org/officeDocument/2006/relationships/image" Target="../media/image102.png"/><Relationship Id="rId43" Type="http://schemas.openxmlformats.org/officeDocument/2006/relationships/image" Target="../media/image110.png"/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92.png"/><Relationship Id="rId33" Type="http://schemas.openxmlformats.org/officeDocument/2006/relationships/image" Target="../media/image85.png"/><Relationship Id="rId38" Type="http://schemas.openxmlformats.org/officeDocument/2006/relationships/image" Target="../media/image105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9.png"/><Relationship Id="rId18" Type="http://schemas.openxmlformats.org/officeDocument/2006/relationships/image" Target="../media/image74.png"/><Relationship Id="rId26" Type="http://schemas.openxmlformats.org/officeDocument/2006/relationships/image" Target="../media/image104.png"/><Relationship Id="rId3" Type="http://schemas.openxmlformats.org/officeDocument/2006/relationships/image" Target="../media/image65.png"/><Relationship Id="rId21" Type="http://schemas.openxmlformats.org/officeDocument/2006/relationships/image" Target="../media/image99.png"/><Relationship Id="rId34" Type="http://schemas.openxmlformats.org/officeDocument/2006/relationships/image" Target="../media/image22.png"/><Relationship Id="rId7" Type="http://schemas.openxmlformats.org/officeDocument/2006/relationships/image" Target="../media/image69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103.png"/><Relationship Id="rId33" Type="http://schemas.openxmlformats.org/officeDocument/2006/relationships/image" Target="../media/image11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3.png"/><Relationship Id="rId20" Type="http://schemas.openxmlformats.org/officeDocument/2006/relationships/image" Target="../media/image98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5.png"/><Relationship Id="rId24" Type="http://schemas.openxmlformats.org/officeDocument/2006/relationships/image" Target="../media/image102.png"/><Relationship Id="rId32" Type="http://schemas.openxmlformats.org/officeDocument/2006/relationships/image" Target="../media/image110.png"/><Relationship Id="rId5" Type="http://schemas.openxmlformats.org/officeDocument/2006/relationships/image" Target="../media/image67.png"/><Relationship Id="rId15" Type="http://schemas.openxmlformats.org/officeDocument/2006/relationships/image" Target="../media/image29.png"/><Relationship Id="rId23" Type="http://schemas.openxmlformats.org/officeDocument/2006/relationships/image" Target="../media/image101.png"/><Relationship Id="rId28" Type="http://schemas.openxmlformats.org/officeDocument/2006/relationships/image" Target="../media/image86.png"/><Relationship Id="rId10" Type="http://schemas.openxmlformats.org/officeDocument/2006/relationships/image" Target="../media/image72.png"/><Relationship Id="rId19" Type="http://schemas.openxmlformats.org/officeDocument/2006/relationships/image" Target="../media/image114.png"/><Relationship Id="rId31" Type="http://schemas.openxmlformats.org/officeDocument/2006/relationships/image" Target="../media/image94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112.png"/><Relationship Id="rId22" Type="http://schemas.openxmlformats.org/officeDocument/2006/relationships/image" Target="../media/image85.png"/><Relationship Id="rId27" Type="http://schemas.openxmlformats.org/officeDocument/2006/relationships/image" Target="../media/image105.png"/><Relationship Id="rId30" Type="http://schemas.openxmlformats.org/officeDocument/2006/relationships/image" Target="../media/image91.png"/><Relationship Id="rId8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15.png"/><Relationship Id="rId18" Type="http://schemas.openxmlformats.org/officeDocument/2006/relationships/image" Target="../media/image102.png"/><Relationship Id="rId26" Type="http://schemas.openxmlformats.org/officeDocument/2006/relationships/image" Target="../media/image111.png"/><Relationship Id="rId3" Type="http://schemas.openxmlformats.org/officeDocument/2006/relationships/image" Target="../media/image67.png"/><Relationship Id="rId21" Type="http://schemas.openxmlformats.org/officeDocument/2006/relationships/image" Target="../media/image105.png"/><Relationship Id="rId7" Type="http://schemas.openxmlformats.org/officeDocument/2006/relationships/image" Target="../media/image69.png"/><Relationship Id="rId12" Type="http://schemas.openxmlformats.org/officeDocument/2006/relationships/image" Target="../media/image29.png"/><Relationship Id="rId17" Type="http://schemas.openxmlformats.org/officeDocument/2006/relationships/image" Target="../media/image101.png"/><Relationship Id="rId25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9.png"/><Relationship Id="rId20" Type="http://schemas.openxmlformats.org/officeDocument/2006/relationships/image" Target="../media/image104.png"/><Relationship Id="rId29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112.png"/><Relationship Id="rId24" Type="http://schemas.openxmlformats.org/officeDocument/2006/relationships/image" Target="../media/image94.png"/><Relationship Id="rId5" Type="http://schemas.openxmlformats.org/officeDocument/2006/relationships/image" Target="../media/image66.png"/><Relationship Id="rId15" Type="http://schemas.openxmlformats.org/officeDocument/2006/relationships/image" Target="../media/image98.png"/><Relationship Id="rId23" Type="http://schemas.openxmlformats.org/officeDocument/2006/relationships/image" Target="../media/image87.png"/><Relationship Id="rId28" Type="http://schemas.openxmlformats.org/officeDocument/2006/relationships/image" Target="../media/image91.png"/><Relationship Id="rId10" Type="http://schemas.openxmlformats.org/officeDocument/2006/relationships/image" Target="../media/image72.png"/><Relationship Id="rId19" Type="http://schemas.openxmlformats.org/officeDocument/2006/relationships/image" Target="../media/image103.png"/><Relationship Id="rId4" Type="http://schemas.openxmlformats.org/officeDocument/2006/relationships/image" Target="../media/image65.png"/><Relationship Id="rId9" Type="http://schemas.openxmlformats.org/officeDocument/2006/relationships/image" Target="../media/image71.png"/><Relationship Id="rId14" Type="http://schemas.openxmlformats.org/officeDocument/2006/relationships/image" Target="../media/image116.png"/><Relationship Id="rId22" Type="http://schemas.openxmlformats.org/officeDocument/2006/relationships/image" Target="../media/image86.png"/><Relationship Id="rId27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9.png"/><Relationship Id="rId18" Type="http://schemas.openxmlformats.org/officeDocument/2006/relationships/image" Target="../media/image74.png"/><Relationship Id="rId26" Type="http://schemas.openxmlformats.org/officeDocument/2006/relationships/image" Target="../media/image125.png"/><Relationship Id="rId3" Type="http://schemas.openxmlformats.org/officeDocument/2006/relationships/image" Target="../media/image65.png"/><Relationship Id="rId21" Type="http://schemas.openxmlformats.org/officeDocument/2006/relationships/image" Target="../media/image121.png"/><Relationship Id="rId34" Type="http://schemas.openxmlformats.org/officeDocument/2006/relationships/image" Target="../media/image22.png"/><Relationship Id="rId7" Type="http://schemas.openxmlformats.org/officeDocument/2006/relationships/image" Target="../media/image69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124.png"/><Relationship Id="rId33" Type="http://schemas.openxmlformats.org/officeDocument/2006/relationships/image" Target="../media/image12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8.png"/><Relationship Id="rId20" Type="http://schemas.openxmlformats.org/officeDocument/2006/relationships/image" Target="../media/image120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5.png"/><Relationship Id="rId24" Type="http://schemas.openxmlformats.org/officeDocument/2006/relationships/image" Target="../media/image123.png"/><Relationship Id="rId32" Type="http://schemas.openxmlformats.org/officeDocument/2006/relationships/image" Target="../media/image127.png"/><Relationship Id="rId5" Type="http://schemas.openxmlformats.org/officeDocument/2006/relationships/image" Target="../media/image67.png"/><Relationship Id="rId15" Type="http://schemas.openxmlformats.org/officeDocument/2006/relationships/image" Target="../media/image29.png"/><Relationship Id="rId23" Type="http://schemas.openxmlformats.org/officeDocument/2006/relationships/image" Target="../media/image122.png"/><Relationship Id="rId28" Type="http://schemas.openxmlformats.org/officeDocument/2006/relationships/image" Target="../media/image86.png"/><Relationship Id="rId10" Type="http://schemas.openxmlformats.org/officeDocument/2006/relationships/image" Target="../media/image72.png"/><Relationship Id="rId19" Type="http://schemas.openxmlformats.org/officeDocument/2006/relationships/image" Target="../media/image119.png"/><Relationship Id="rId31" Type="http://schemas.openxmlformats.org/officeDocument/2006/relationships/image" Target="../media/image94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117.png"/><Relationship Id="rId22" Type="http://schemas.openxmlformats.org/officeDocument/2006/relationships/image" Target="../media/image85.png"/><Relationship Id="rId27" Type="http://schemas.openxmlformats.org/officeDocument/2006/relationships/image" Target="../media/image126.png"/><Relationship Id="rId30" Type="http://schemas.openxmlformats.org/officeDocument/2006/relationships/image" Target="../media/image91.png"/><Relationship Id="rId8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9.png"/><Relationship Id="rId18" Type="http://schemas.openxmlformats.org/officeDocument/2006/relationships/image" Target="../media/image123.png"/><Relationship Id="rId26" Type="http://schemas.openxmlformats.org/officeDocument/2006/relationships/image" Target="../media/image128.png"/><Relationship Id="rId3" Type="http://schemas.openxmlformats.org/officeDocument/2006/relationships/image" Target="../media/image67.png"/><Relationship Id="rId21" Type="http://schemas.openxmlformats.org/officeDocument/2006/relationships/image" Target="../media/image126.png"/><Relationship Id="rId7" Type="http://schemas.openxmlformats.org/officeDocument/2006/relationships/image" Target="../media/image69.png"/><Relationship Id="rId12" Type="http://schemas.openxmlformats.org/officeDocument/2006/relationships/image" Target="../media/image29.png"/><Relationship Id="rId17" Type="http://schemas.openxmlformats.org/officeDocument/2006/relationships/image" Target="../media/image122.png"/><Relationship Id="rId25" Type="http://schemas.openxmlformats.org/officeDocument/2006/relationships/image" Target="../media/image12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21.png"/><Relationship Id="rId20" Type="http://schemas.openxmlformats.org/officeDocument/2006/relationships/image" Target="../media/image125.png"/><Relationship Id="rId29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117.png"/><Relationship Id="rId24" Type="http://schemas.openxmlformats.org/officeDocument/2006/relationships/image" Target="../media/image94.png"/><Relationship Id="rId5" Type="http://schemas.openxmlformats.org/officeDocument/2006/relationships/image" Target="../media/image66.png"/><Relationship Id="rId15" Type="http://schemas.openxmlformats.org/officeDocument/2006/relationships/image" Target="../media/image120.png"/><Relationship Id="rId23" Type="http://schemas.openxmlformats.org/officeDocument/2006/relationships/image" Target="../media/image87.png"/><Relationship Id="rId28" Type="http://schemas.openxmlformats.org/officeDocument/2006/relationships/image" Target="../media/image91.png"/><Relationship Id="rId10" Type="http://schemas.openxmlformats.org/officeDocument/2006/relationships/image" Target="../media/image72.png"/><Relationship Id="rId19" Type="http://schemas.openxmlformats.org/officeDocument/2006/relationships/image" Target="../media/image124.png"/><Relationship Id="rId4" Type="http://schemas.openxmlformats.org/officeDocument/2006/relationships/image" Target="../media/image65.png"/><Relationship Id="rId9" Type="http://schemas.openxmlformats.org/officeDocument/2006/relationships/image" Target="../media/image71.png"/><Relationship Id="rId14" Type="http://schemas.openxmlformats.org/officeDocument/2006/relationships/image" Target="../media/image130.png"/><Relationship Id="rId22" Type="http://schemas.openxmlformats.org/officeDocument/2006/relationships/image" Target="../media/image86.png"/><Relationship Id="rId27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5.sv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7" Type="http://schemas.openxmlformats.org/officeDocument/2006/relationships/image" Target="../media/image6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26" Type="http://schemas.openxmlformats.org/officeDocument/2006/relationships/image" Target="../media/image84.png"/><Relationship Id="rId39" Type="http://schemas.openxmlformats.org/officeDocument/2006/relationships/image" Target="../media/image94.png"/><Relationship Id="rId21" Type="http://schemas.openxmlformats.org/officeDocument/2006/relationships/image" Target="../media/image90.png"/><Relationship Id="rId34" Type="http://schemas.openxmlformats.org/officeDocument/2006/relationships/image" Target="../media/image104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8.png"/><Relationship Id="rId20" Type="http://schemas.openxmlformats.org/officeDocument/2006/relationships/image" Target="../media/image89.png"/><Relationship Id="rId29" Type="http://schemas.openxmlformats.org/officeDocument/2006/relationships/image" Target="../media/image99.png"/><Relationship Id="rId41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93.png"/><Relationship Id="rId32" Type="http://schemas.openxmlformats.org/officeDocument/2006/relationships/image" Target="../media/image102.png"/><Relationship Id="rId37" Type="http://schemas.openxmlformats.org/officeDocument/2006/relationships/image" Target="../media/image87.png"/><Relationship Id="rId40" Type="http://schemas.openxmlformats.org/officeDocument/2006/relationships/image" Target="../media/image141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92.png"/><Relationship Id="rId28" Type="http://schemas.openxmlformats.org/officeDocument/2006/relationships/image" Target="../media/image97.png"/><Relationship Id="rId36" Type="http://schemas.openxmlformats.org/officeDocument/2006/relationships/image" Target="../media/image86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31" Type="http://schemas.openxmlformats.org/officeDocument/2006/relationships/image" Target="../media/image10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2.png"/><Relationship Id="rId27" Type="http://schemas.openxmlformats.org/officeDocument/2006/relationships/image" Target="../media/image96.png"/><Relationship Id="rId30" Type="http://schemas.openxmlformats.org/officeDocument/2006/relationships/image" Target="../media/image85.png"/><Relationship Id="rId35" Type="http://schemas.openxmlformats.org/officeDocument/2006/relationships/image" Target="../media/image105.png"/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3.png"/><Relationship Id="rId33" Type="http://schemas.openxmlformats.org/officeDocument/2006/relationships/image" Target="../media/image103.png"/><Relationship Id="rId38" Type="http://schemas.openxmlformats.org/officeDocument/2006/relationships/image" Target="../media/image9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58A15F-2463-71E1-6578-2D780D4DBC2F}"/>
              </a:ext>
            </a:extLst>
          </p:cNvPr>
          <p:cNvSpPr txBox="1"/>
          <p:nvPr/>
        </p:nvSpPr>
        <p:spPr>
          <a:xfrm>
            <a:off x="4293362" y="3244334"/>
            <a:ext cx="3605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Chapter 1</a:t>
            </a:r>
          </a:p>
        </p:txBody>
      </p:sp>
    </p:spTree>
    <p:extLst>
      <p:ext uri="{BB962C8B-B14F-4D97-AF65-F5344CB8AC3E}">
        <p14:creationId xmlns:p14="http://schemas.microsoft.com/office/powerpoint/2010/main" val="150252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2AEDF-26E1-C243-D890-68F623FAA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C390216-BA60-C1C1-67C1-4714008D9790}"/>
              </a:ext>
            </a:extLst>
          </p:cNvPr>
          <p:cNvGrpSpPr/>
          <p:nvPr/>
        </p:nvGrpSpPr>
        <p:grpSpPr>
          <a:xfrm>
            <a:off x="1473737" y="3777357"/>
            <a:ext cx="3097925" cy="1560957"/>
            <a:chOff x="3747245" y="5034265"/>
            <a:chExt cx="3097925" cy="1560957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299EE6C-EE36-3CF7-7B63-770C68ECCB1D}"/>
                </a:ext>
              </a:extLst>
            </p:cNvPr>
            <p:cNvSpPr/>
            <p:nvPr/>
          </p:nvSpPr>
          <p:spPr>
            <a:xfrm>
              <a:off x="3747246" y="5034265"/>
              <a:ext cx="3097924" cy="156095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A7B6386-4223-E677-3704-2A4E78C49440}"/>
                </a:ext>
              </a:extLst>
            </p:cNvPr>
            <p:cNvSpPr/>
            <p:nvPr/>
          </p:nvSpPr>
          <p:spPr>
            <a:xfrm>
              <a:off x="3747245" y="5791884"/>
              <a:ext cx="3097924" cy="4571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2BCEE89F-5FFB-C359-8E89-F1B33CFBE7EF}"/>
                </a:ext>
              </a:extLst>
            </p:cNvPr>
            <p:cNvGrpSpPr/>
            <p:nvPr/>
          </p:nvGrpSpPr>
          <p:grpSpPr>
            <a:xfrm flipH="1">
              <a:off x="3969715" y="5239449"/>
              <a:ext cx="1151411" cy="1142317"/>
              <a:chOff x="6978166" y="2617955"/>
              <a:chExt cx="1320364" cy="1319180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043C102B-7298-FE7F-3669-15AC8BEF9DF0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0B0E5061-7D4E-86F1-C55F-8912C3E714C3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D2835433-2633-05E7-9A99-08E673993C1E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E8FF80ED-5B7C-0BFF-D8F4-F1EBE797D9E1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14FE3818-4DE0-0CC8-FCD4-BF1858532F3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" name="フローチャート: 和接合 16">
                  <a:extLst>
                    <a:ext uri="{FF2B5EF4-FFF2-40B4-BE49-F238E27FC236}">
                      <a16:creationId xmlns:a16="http://schemas.microsoft.com/office/drawing/2014/main" id="{813D78FC-F895-510D-7620-CE81B85C335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D573B19D-785F-D747-6BB7-E5B8E6C31621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88DDE7A5-9251-0F56-F755-1571053D4CE6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40" name="楕円 300">
                  <a:extLst>
                    <a:ext uri="{FF2B5EF4-FFF2-40B4-BE49-F238E27FC236}">
                      <a16:creationId xmlns:a16="http://schemas.microsoft.com/office/drawing/2014/main" id="{EC738D0C-7776-1581-44A2-674337F8702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" name="楕円 301">
                  <a:extLst>
                    <a:ext uri="{FF2B5EF4-FFF2-40B4-BE49-F238E27FC236}">
                      <a16:creationId xmlns:a16="http://schemas.microsoft.com/office/drawing/2014/main" id="{01A47F37-DA92-3AB2-06E3-D6344C452D6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BB39CEC2-36F7-44E0-6412-E3FCDDC7D217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DF11F095-99F8-C92F-F5D4-BA729FB6704E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" name="フローチャート: 和接合 16">
                  <a:extLst>
                    <a:ext uri="{FF2B5EF4-FFF2-40B4-BE49-F238E27FC236}">
                      <a16:creationId xmlns:a16="http://schemas.microsoft.com/office/drawing/2014/main" id="{A3071189-B8E8-532E-C670-CE2E6C4F4C1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D0CA69A4-3250-F351-4131-49BBFF306282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89FD112E-562E-4781-60D0-3239274D7408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36" name="楕円 300">
                  <a:extLst>
                    <a:ext uri="{FF2B5EF4-FFF2-40B4-BE49-F238E27FC236}">
                      <a16:creationId xmlns:a16="http://schemas.microsoft.com/office/drawing/2014/main" id="{28932E59-A27A-7D9D-718F-B4C1B59CAEC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" name="楕円 301">
                  <a:extLst>
                    <a:ext uri="{FF2B5EF4-FFF2-40B4-BE49-F238E27FC236}">
                      <a16:creationId xmlns:a16="http://schemas.microsoft.com/office/drawing/2014/main" id="{6C19C6E4-928B-E7D8-011C-15378C9559B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754C2F61-A977-2D32-A903-19376CC2835B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133C9547-964F-2695-2859-C9EADA0946EA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" name="フローチャート: 和接合 16">
                  <a:extLst>
                    <a:ext uri="{FF2B5EF4-FFF2-40B4-BE49-F238E27FC236}">
                      <a16:creationId xmlns:a16="http://schemas.microsoft.com/office/drawing/2014/main" id="{3ACE9FEB-A095-566F-BB5D-BF1104FF8C8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83F09A97-89FC-A5E6-010D-1EC5ED220964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62C5C189-8F4D-0385-3C13-1C04FE997786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32" name="楕円 300">
                  <a:extLst>
                    <a:ext uri="{FF2B5EF4-FFF2-40B4-BE49-F238E27FC236}">
                      <a16:creationId xmlns:a16="http://schemas.microsoft.com/office/drawing/2014/main" id="{699A79B3-3648-A2EA-D4DF-A6BD78B0FF5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" name="楕円 301">
                  <a:extLst>
                    <a:ext uri="{FF2B5EF4-FFF2-40B4-BE49-F238E27FC236}">
                      <a16:creationId xmlns:a16="http://schemas.microsoft.com/office/drawing/2014/main" id="{EB7D68E2-20D3-DB2E-1A4C-D3A0B315FC5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7FBCEE09-D376-7484-6BB1-1E7FA630EFB5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A909C7E2-B970-C287-9A92-A9F93D836DF8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" name="フローチャート: 和接合 16">
                  <a:extLst>
                    <a:ext uri="{FF2B5EF4-FFF2-40B4-BE49-F238E27FC236}">
                      <a16:creationId xmlns:a16="http://schemas.microsoft.com/office/drawing/2014/main" id="{7AF1D004-8A42-5A34-598A-0E70D44337B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6D375E88-36B3-960C-8ECA-9068DC954AD2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25EBD145-993F-B9A5-AAB7-8DBBCC34B9FF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128" name="楕円 300">
                  <a:extLst>
                    <a:ext uri="{FF2B5EF4-FFF2-40B4-BE49-F238E27FC236}">
                      <a16:creationId xmlns:a16="http://schemas.microsoft.com/office/drawing/2014/main" id="{2E856FF0-49E6-FDA5-2932-D58F43CDDEC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" name="楕円 301">
                  <a:extLst>
                    <a:ext uri="{FF2B5EF4-FFF2-40B4-BE49-F238E27FC236}">
                      <a16:creationId xmlns:a16="http://schemas.microsoft.com/office/drawing/2014/main" id="{68B98C43-824F-8E62-D595-489C1341149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4D75C81-3B9C-A72C-C157-61B018092D6E}"/>
                </a:ext>
              </a:extLst>
            </p:cNvPr>
            <p:cNvGrpSpPr/>
            <p:nvPr/>
          </p:nvGrpSpPr>
          <p:grpSpPr>
            <a:xfrm>
              <a:off x="5480428" y="5239449"/>
              <a:ext cx="1142274" cy="1150592"/>
              <a:chOff x="6978166" y="2617955"/>
              <a:chExt cx="1320364" cy="1319180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C54FC8B-82F4-B295-8F01-11A5AA5D02AE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5A2CDA1-ABFF-87BA-431D-7250605900E1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9947F117-7301-852F-D809-52D838E698A6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FB245B95-EC32-F49A-45BA-013226D3AE58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C26F68CB-257B-172A-5BA4-AC7E709D51F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フローチャート: 和接合 16">
                  <a:extLst>
                    <a:ext uri="{FF2B5EF4-FFF2-40B4-BE49-F238E27FC236}">
                      <a16:creationId xmlns:a16="http://schemas.microsoft.com/office/drawing/2014/main" id="{D82902AE-21DE-2A1C-52A2-6E447D01006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EDC54064-EA3C-A2B1-8174-D4FCE2812203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604CEDFC-3A4F-2A30-DADE-D916EBA42498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09" name="楕円 300">
                  <a:extLst>
                    <a:ext uri="{FF2B5EF4-FFF2-40B4-BE49-F238E27FC236}">
                      <a16:creationId xmlns:a16="http://schemas.microsoft.com/office/drawing/2014/main" id="{99A2631F-4D82-76AC-7A21-26CDF89301B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" name="楕円 301">
                  <a:extLst>
                    <a:ext uri="{FF2B5EF4-FFF2-40B4-BE49-F238E27FC236}">
                      <a16:creationId xmlns:a16="http://schemas.microsoft.com/office/drawing/2014/main" id="{B525DFB7-ED2D-5AC4-CC97-2FF7CB069A1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AB9F2C9D-D926-C92B-AEBA-A713F492A305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A63C6603-44AE-1337-11F2-694DA21AA593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" name="フローチャート: 和接合 16">
                  <a:extLst>
                    <a:ext uri="{FF2B5EF4-FFF2-40B4-BE49-F238E27FC236}">
                      <a16:creationId xmlns:a16="http://schemas.microsoft.com/office/drawing/2014/main" id="{E22ECC22-E9BB-1A2C-AB30-5E58813289C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C756DD4-D819-4953-5186-9220765866B0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45161FFB-63E4-AAFA-520E-4B4D990E7152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05" name="楕円 300">
                  <a:extLst>
                    <a:ext uri="{FF2B5EF4-FFF2-40B4-BE49-F238E27FC236}">
                      <a16:creationId xmlns:a16="http://schemas.microsoft.com/office/drawing/2014/main" id="{35D27F23-249E-EC5B-AB17-821AD7B3653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" name="楕円 301">
                  <a:extLst>
                    <a:ext uri="{FF2B5EF4-FFF2-40B4-BE49-F238E27FC236}">
                      <a16:creationId xmlns:a16="http://schemas.microsoft.com/office/drawing/2014/main" id="{361AECB4-CAB2-EC2B-DA97-45EB0A60663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30A594C5-9FA9-9AA4-DA55-375A16262580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CA07CBCC-FD25-CDBE-6D06-CA501FC740D3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" name="フローチャート: 和接合 16">
                  <a:extLst>
                    <a:ext uri="{FF2B5EF4-FFF2-40B4-BE49-F238E27FC236}">
                      <a16:creationId xmlns:a16="http://schemas.microsoft.com/office/drawing/2014/main" id="{B24F4F33-07BC-199B-DA70-23958EDE7CF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925A0CB-A191-9D6B-00E1-E7066DB15D82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9AF95D78-B74F-1DEF-9956-8F9D3FB25E55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01" name="楕円 300">
                  <a:extLst>
                    <a:ext uri="{FF2B5EF4-FFF2-40B4-BE49-F238E27FC236}">
                      <a16:creationId xmlns:a16="http://schemas.microsoft.com/office/drawing/2014/main" id="{4AEA9CDF-6F60-4B66-F805-72FCA8C5BD6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楕円 301">
                  <a:extLst>
                    <a:ext uri="{FF2B5EF4-FFF2-40B4-BE49-F238E27FC236}">
                      <a16:creationId xmlns:a16="http://schemas.microsoft.com/office/drawing/2014/main" id="{E940D7D5-538C-8EC1-E6A3-491D6BCE53E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0C9C29FC-CCC0-42EF-1226-0EDF8AC56C3C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D2AFCE9A-437F-55AA-DE3B-D98F13104CA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" name="フローチャート: 和接合 16">
                  <a:extLst>
                    <a:ext uri="{FF2B5EF4-FFF2-40B4-BE49-F238E27FC236}">
                      <a16:creationId xmlns:a16="http://schemas.microsoft.com/office/drawing/2014/main" id="{DC24DFF4-36F0-3C77-8C0A-F79E695A46E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1BCFCBB1-210B-344F-9DE6-F82FD45D29CD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5858671F-FE87-5983-A355-968E83A8B45A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97" name="楕円 300">
                  <a:extLst>
                    <a:ext uri="{FF2B5EF4-FFF2-40B4-BE49-F238E27FC236}">
                      <a16:creationId xmlns:a16="http://schemas.microsoft.com/office/drawing/2014/main" id="{FB8B8087-6645-FCC8-4B0A-739B6DA53E9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楕円 301">
                  <a:extLst>
                    <a:ext uri="{FF2B5EF4-FFF2-40B4-BE49-F238E27FC236}">
                      <a16:creationId xmlns:a16="http://schemas.microsoft.com/office/drawing/2014/main" id="{51EC8796-06BB-98CB-06D5-29450FBD777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pic>
        <p:nvPicPr>
          <p:cNvPr id="4" name="Picture 3" descr="A grey rectangular object with layers of layers&#10;&#10;AI-generated content may be incorrect.">
            <a:extLst>
              <a:ext uri="{FF2B5EF4-FFF2-40B4-BE49-F238E27FC236}">
                <a16:creationId xmlns:a16="http://schemas.microsoft.com/office/drawing/2014/main" id="{A4EA0AEE-78CA-C2E2-7DD8-E6B933EFC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1" r="24479"/>
          <a:stretch>
            <a:fillRect/>
          </a:stretch>
        </p:blipFill>
        <p:spPr>
          <a:xfrm rot="21437124">
            <a:off x="4554411" y="715308"/>
            <a:ext cx="5335503" cy="4717589"/>
          </a:xfrm>
          <a:prstGeom prst="rect">
            <a:avLst/>
          </a:prstGeom>
        </p:spPr>
      </p:pic>
      <p:pic>
        <p:nvPicPr>
          <p:cNvPr id="5" name="Picture 4" descr="A grey rectangular object with a red stripe&#10;&#10;AI-generated content may be incorrect.">
            <a:extLst>
              <a:ext uri="{FF2B5EF4-FFF2-40B4-BE49-F238E27FC236}">
                <a16:creationId xmlns:a16="http://schemas.microsoft.com/office/drawing/2014/main" id="{FBAE56AD-7DD3-938B-4856-21F70269A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3" t="15046" r="13970" b="5728"/>
          <a:stretch>
            <a:fillRect/>
          </a:stretch>
        </p:blipFill>
        <p:spPr>
          <a:xfrm>
            <a:off x="-2611624" y="1177083"/>
            <a:ext cx="5638449" cy="355963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43CD63-C245-40D5-4BB1-4140B02FE826}"/>
              </a:ext>
            </a:extLst>
          </p:cNvPr>
          <p:cNvCxnSpPr>
            <a:cxnSpLocks/>
          </p:cNvCxnSpPr>
          <p:nvPr/>
        </p:nvCxnSpPr>
        <p:spPr>
          <a:xfrm flipV="1">
            <a:off x="-1417813" y="2635706"/>
            <a:ext cx="601550" cy="261050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BD1484-B90E-E14C-2826-6FA20C0A7B27}"/>
              </a:ext>
            </a:extLst>
          </p:cNvPr>
          <p:cNvCxnSpPr>
            <a:cxnSpLocks/>
          </p:cNvCxnSpPr>
          <p:nvPr/>
        </p:nvCxnSpPr>
        <p:spPr>
          <a:xfrm>
            <a:off x="-825013" y="2626233"/>
            <a:ext cx="441158" cy="184085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E45917-C642-146C-D92C-5F01D33CBDD9}"/>
              </a:ext>
            </a:extLst>
          </p:cNvPr>
          <p:cNvCxnSpPr/>
          <p:nvPr/>
        </p:nvCxnSpPr>
        <p:spPr>
          <a:xfrm flipV="1">
            <a:off x="-1013247" y="2803620"/>
            <a:ext cx="629392" cy="273133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81126F-6D2C-1154-0A9A-53E0EF7111A3}"/>
              </a:ext>
            </a:extLst>
          </p:cNvPr>
          <p:cNvCxnSpPr>
            <a:cxnSpLocks/>
          </p:cNvCxnSpPr>
          <p:nvPr/>
        </p:nvCxnSpPr>
        <p:spPr>
          <a:xfrm>
            <a:off x="-1417813" y="2892668"/>
            <a:ext cx="434810" cy="181436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2656361-6972-F90B-3E55-DF13EDA76ECB}"/>
              </a:ext>
            </a:extLst>
          </p:cNvPr>
          <p:cNvSpPr/>
          <p:nvPr/>
        </p:nvSpPr>
        <p:spPr>
          <a:xfrm>
            <a:off x="954022" y="2457450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2B22F90-455B-6EB3-9AA2-08D5DCD0AE19}"/>
              </a:ext>
            </a:extLst>
          </p:cNvPr>
          <p:cNvSpPr/>
          <p:nvPr/>
        </p:nvSpPr>
        <p:spPr>
          <a:xfrm>
            <a:off x="2427123" y="2043112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ED8F85D-372D-DE3E-3B4C-7B3B0DB36882}"/>
              </a:ext>
            </a:extLst>
          </p:cNvPr>
          <p:cNvSpPr/>
          <p:nvPr/>
        </p:nvSpPr>
        <p:spPr>
          <a:xfrm>
            <a:off x="4751026" y="3023423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FAD435-778B-1051-72C4-3543BCC0A798}"/>
              </a:ext>
            </a:extLst>
          </p:cNvPr>
          <p:cNvSpPr/>
          <p:nvPr/>
        </p:nvSpPr>
        <p:spPr>
          <a:xfrm>
            <a:off x="9267322" y="2556741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951726B-31F7-2D78-C2E8-7DB55078C2A6}"/>
              </a:ext>
            </a:extLst>
          </p:cNvPr>
          <p:cNvSpPr/>
          <p:nvPr/>
        </p:nvSpPr>
        <p:spPr>
          <a:xfrm>
            <a:off x="-1551637" y="2430812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457F5A-71E3-0E60-AE4C-A2D7DBD8CC90}"/>
              </a:ext>
            </a:extLst>
          </p:cNvPr>
          <p:cNvCxnSpPr>
            <a:cxnSpLocks/>
          </p:cNvCxnSpPr>
          <p:nvPr/>
        </p:nvCxnSpPr>
        <p:spPr>
          <a:xfrm flipV="1">
            <a:off x="4751026" y="3522381"/>
            <a:ext cx="1343250" cy="472664"/>
          </a:xfrm>
          <a:prstGeom prst="line">
            <a:avLst/>
          </a:prstGeom>
          <a:ln w="28575"/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9">
            <a:extLst>
              <a:ext uri="{FF2B5EF4-FFF2-40B4-BE49-F238E27FC236}">
                <a16:creationId xmlns:a16="http://schemas.microsoft.com/office/drawing/2014/main" id="{39B5949C-E562-0E4D-80ED-F8F16C69123A}"/>
              </a:ext>
            </a:extLst>
          </p:cNvPr>
          <p:cNvSpPr/>
          <p:nvPr/>
        </p:nvSpPr>
        <p:spPr>
          <a:xfrm>
            <a:off x="626301" y="5319670"/>
            <a:ext cx="478430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800" b="1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Chapter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F9A4A0-3858-A915-6DA2-6606875136A1}"/>
              </a:ext>
            </a:extLst>
          </p:cNvPr>
          <p:cNvSpPr/>
          <p:nvPr/>
        </p:nvSpPr>
        <p:spPr>
          <a:xfrm>
            <a:off x="10267950" y="1586659"/>
            <a:ext cx="5704867" cy="281796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1C908FD-7557-DDCE-02B5-C8B91AB6B695}"/>
              </a:ext>
            </a:extLst>
          </p:cNvPr>
          <p:cNvGrpSpPr/>
          <p:nvPr/>
        </p:nvGrpSpPr>
        <p:grpSpPr>
          <a:xfrm>
            <a:off x="10517122" y="1795575"/>
            <a:ext cx="5103878" cy="495074"/>
            <a:chOff x="10517122" y="1386000"/>
            <a:chExt cx="5103878" cy="49507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2B5E0F6-C16C-BF44-6C60-89A8E2D2EC0B}"/>
                </a:ext>
              </a:extLst>
            </p:cNvPr>
            <p:cNvSpPr/>
            <p:nvPr/>
          </p:nvSpPr>
          <p:spPr>
            <a:xfrm>
              <a:off x="10517122" y="1466850"/>
              <a:ext cx="333375" cy="333375"/>
            </a:xfrm>
            <a:prstGeom prst="ellipse">
              <a:avLst/>
            </a:prstGeom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600" b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" name="Rectangle: Rounded Corners 9">
              <a:extLst>
                <a:ext uri="{FF2B5EF4-FFF2-40B4-BE49-F238E27FC236}">
                  <a16:creationId xmlns:a16="http://schemas.microsoft.com/office/drawing/2014/main" id="{10E3030B-B23F-5597-FAEA-D2937DC2B9B8}"/>
                </a:ext>
              </a:extLst>
            </p:cNvPr>
            <p:cNvSpPr/>
            <p:nvPr/>
          </p:nvSpPr>
          <p:spPr>
            <a:xfrm>
              <a:off x="11099669" y="1386000"/>
              <a:ext cx="4521331" cy="495074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PH" sz="24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Magnetic EE Core (Mn-Zn)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81E9A97-A48C-CCA9-B461-ACCB28B1F5F5}"/>
              </a:ext>
            </a:extLst>
          </p:cNvPr>
          <p:cNvGrpSpPr/>
          <p:nvPr/>
        </p:nvGrpSpPr>
        <p:grpSpPr>
          <a:xfrm>
            <a:off x="10517122" y="2288275"/>
            <a:ext cx="5620842" cy="495074"/>
            <a:chOff x="10517122" y="1800225"/>
            <a:chExt cx="5620842" cy="49507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146060A-CB4D-0D56-F32C-83C5B57D9916}"/>
                </a:ext>
              </a:extLst>
            </p:cNvPr>
            <p:cNvSpPr/>
            <p:nvPr/>
          </p:nvSpPr>
          <p:spPr>
            <a:xfrm>
              <a:off x="10517122" y="1881075"/>
              <a:ext cx="333375" cy="333375"/>
            </a:xfrm>
            <a:prstGeom prst="ellipse">
              <a:avLst/>
            </a:prstGeom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600" b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2" name="Rectangle: Rounded Corners 9">
              <a:extLst>
                <a:ext uri="{FF2B5EF4-FFF2-40B4-BE49-F238E27FC236}">
                  <a16:creationId xmlns:a16="http://schemas.microsoft.com/office/drawing/2014/main" id="{97ABD6FB-7BAB-8160-94B9-B46DF9DCCAF8}"/>
                </a:ext>
              </a:extLst>
            </p:cNvPr>
            <p:cNvSpPr/>
            <p:nvPr/>
          </p:nvSpPr>
          <p:spPr>
            <a:xfrm>
              <a:off x="11099669" y="1800225"/>
              <a:ext cx="5038295" cy="495074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PH" sz="24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Aluminum (attached to dead space)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B6456A4-4A41-5262-58E2-FAC5308EAD44}"/>
              </a:ext>
            </a:extLst>
          </p:cNvPr>
          <p:cNvGrpSpPr/>
          <p:nvPr/>
        </p:nvGrpSpPr>
        <p:grpSpPr>
          <a:xfrm>
            <a:off x="10517122" y="2780975"/>
            <a:ext cx="5103878" cy="495074"/>
            <a:chOff x="10517122" y="2295299"/>
            <a:chExt cx="5103878" cy="49507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A47AE66-4A9D-3B54-ACD7-E7E591BEA308}"/>
                </a:ext>
              </a:extLst>
            </p:cNvPr>
            <p:cNvSpPr/>
            <p:nvPr/>
          </p:nvSpPr>
          <p:spPr>
            <a:xfrm>
              <a:off x="10517122" y="2376149"/>
              <a:ext cx="333375" cy="333375"/>
            </a:xfrm>
            <a:prstGeom prst="ellipse">
              <a:avLst/>
            </a:prstGeom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600" b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" name="Rectangle: Rounded Corners 9">
              <a:extLst>
                <a:ext uri="{FF2B5EF4-FFF2-40B4-BE49-F238E27FC236}">
                  <a16:creationId xmlns:a16="http://schemas.microsoft.com/office/drawing/2014/main" id="{AE238CF5-7D4B-10FC-44FC-5691D2292B3A}"/>
                </a:ext>
              </a:extLst>
            </p:cNvPr>
            <p:cNvSpPr/>
            <p:nvPr/>
          </p:nvSpPr>
          <p:spPr>
            <a:xfrm>
              <a:off x="11099669" y="2295299"/>
              <a:ext cx="4521331" cy="495074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PH" sz="24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Flatwise Windings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264193B-B506-FC62-3477-455FDAA7419E}"/>
              </a:ext>
            </a:extLst>
          </p:cNvPr>
          <p:cNvGrpSpPr/>
          <p:nvPr/>
        </p:nvGrpSpPr>
        <p:grpSpPr>
          <a:xfrm>
            <a:off x="10517122" y="3273675"/>
            <a:ext cx="5103878" cy="495074"/>
            <a:chOff x="10517122" y="2826567"/>
            <a:chExt cx="5103878" cy="495074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D9D84AB-7C68-6ACA-A872-7B9DFE95DC0E}"/>
                </a:ext>
              </a:extLst>
            </p:cNvPr>
            <p:cNvSpPr/>
            <p:nvPr/>
          </p:nvSpPr>
          <p:spPr>
            <a:xfrm>
              <a:off x="10517122" y="2907417"/>
              <a:ext cx="333375" cy="333375"/>
            </a:xfrm>
            <a:prstGeom prst="ellipse">
              <a:avLst/>
            </a:prstGeom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600" b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6" name="Rectangle: Rounded Corners 9">
              <a:extLst>
                <a:ext uri="{FF2B5EF4-FFF2-40B4-BE49-F238E27FC236}">
                  <a16:creationId xmlns:a16="http://schemas.microsoft.com/office/drawing/2014/main" id="{293A0F61-AF8B-D81A-BFDB-AC4F98A3FD6A}"/>
                </a:ext>
              </a:extLst>
            </p:cNvPr>
            <p:cNvSpPr/>
            <p:nvPr/>
          </p:nvSpPr>
          <p:spPr>
            <a:xfrm>
              <a:off x="11099669" y="2826567"/>
              <a:ext cx="4521331" cy="495074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PH" sz="24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TIM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75FB5FB-5A60-069F-AF68-2716828D97B6}"/>
              </a:ext>
            </a:extLst>
          </p:cNvPr>
          <p:cNvGrpSpPr/>
          <p:nvPr/>
        </p:nvGrpSpPr>
        <p:grpSpPr>
          <a:xfrm>
            <a:off x="10517122" y="3766373"/>
            <a:ext cx="5103878" cy="495074"/>
            <a:chOff x="10517122" y="3356798"/>
            <a:chExt cx="5103878" cy="49507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D5B899A-FC9B-EFB7-F01D-A15D494BCEFD}"/>
                </a:ext>
              </a:extLst>
            </p:cNvPr>
            <p:cNvSpPr/>
            <p:nvPr/>
          </p:nvSpPr>
          <p:spPr>
            <a:xfrm>
              <a:off x="10517122" y="3437648"/>
              <a:ext cx="333375" cy="333375"/>
            </a:xfrm>
            <a:prstGeom prst="ellipse">
              <a:avLst/>
            </a:prstGeom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 sz="1600" b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8" name="Rectangle: Rounded Corners 9">
              <a:extLst>
                <a:ext uri="{FF2B5EF4-FFF2-40B4-BE49-F238E27FC236}">
                  <a16:creationId xmlns:a16="http://schemas.microsoft.com/office/drawing/2014/main" id="{0E641331-C9BF-FF1F-BEEC-611625D1F483}"/>
                </a:ext>
              </a:extLst>
            </p:cNvPr>
            <p:cNvSpPr/>
            <p:nvPr/>
          </p:nvSpPr>
          <p:spPr>
            <a:xfrm>
              <a:off x="11099669" y="3356798"/>
              <a:ext cx="4521331" cy="495074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PH" sz="24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Allocation for Terminals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2853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3478E8-C525-BF41-ED92-C93DA9B9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2">
            <a:extLst>
              <a:ext uri="{FF2B5EF4-FFF2-40B4-BE49-F238E27FC236}">
                <a16:creationId xmlns:a16="http://schemas.microsoft.com/office/drawing/2014/main" id="{743DA5C2-B950-AA0A-55A0-7CC5FA83D74B}"/>
              </a:ext>
            </a:extLst>
          </p:cNvPr>
          <p:cNvSpPr/>
          <p:nvPr/>
        </p:nvSpPr>
        <p:spPr>
          <a:xfrm>
            <a:off x="956941" y="5172375"/>
            <a:ext cx="2378156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Wide cooling area</a:t>
            </a:r>
            <a:endParaRPr lang="en-PH" sz="1600" b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3" name="グラフィックス 56" descr="バッジ: チェックマーク 1 単色塗りつぶし">
            <a:extLst>
              <a:ext uri="{FF2B5EF4-FFF2-40B4-BE49-F238E27FC236}">
                <a16:creationId xmlns:a16="http://schemas.microsoft.com/office/drawing/2014/main" id="{A7739061-3F17-826F-6DDC-D1799782E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5541" y="5262032"/>
            <a:ext cx="307778" cy="307778"/>
          </a:xfrm>
          <a:prstGeom prst="rect">
            <a:avLst/>
          </a:prstGeom>
        </p:spPr>
      </p:pic>
      <p:sp>
        <p:nvSpPr>
          <p:cNvPr id="18" name="Rectangle: Rounded Corners 12">
            <a:extLst>
              <a:ext uri="{FF2B5EF4-FFF2-40B4-BE49-F238E27FC236}">
                <a16:creationId xmlns:a16="http://schemas.microsoft.com/office/drawing/2014/main" id="{9A79F594-9BF8-54B5-AAF8-81127E02CE67}"/>
              </a:ext>
            </a:extLst>
          </p:cNvPr>
          <p:cNvSpPr/>
          <p:nvPr/>
        </p:nvSpPr>
        <p:spPr>
          <a:xfrm>
            <a:off x="719648" y="1630428"/>
            <a:ext cx="2710189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Spatial</a:t>
            </a:r>
            <a:endParaRPr lang="en-PH" sz="160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3">
            <a:extLst>
              <a:ext uri="{FF2B5EF4-FFF2-40B4-BE49-F238E27FC236}">
                <a16:creationId xmlns:a16="http://schemas.microsoft.com/office/drawing/2014/main" id="{88E01845-0D83-3C75-9300-8C4ECA8DCDF4}"/>
              </a:ext>
            </a:extLst>
          </p:cNvPr>
          <p:cNvSpPr/>
          <p:nvPr/>
        </p:nvSpPr>
        <p:spPr>
          <a:xfrm>
            <a:off x="4394480" y="5139635"/>
            <a:ext cx="7239675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More contact from heat source will lead to more effective extraction.</a:t>
            </a:r>
          </a:p>
        </p:txBody>
      </p:sp>
      <p:pic>
        <p:nvPicPr>
          <p:cNvPr id="20" name="グラフィックス 56" descr="バッジ: チェックマーク 1 単色塗りつぶし">
            <a:extLst>
              <a:ext uri="{FF2B5EF4-FFF2-40B4-BE49-F238E27FC236}">
                <a16:creationId xmlns:a16="http://schemas.microsoft.com/office/drawing/2014/main" id="{98AE7E40-68D3-3615-31E6-479C9081DA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86702" y="5255307"/>
            <a:ext cx="307778" cy="307778"/>
          </a:xfrm>
          <a:prstGeom prst="rect">
            <a:avLst/>
          </a:prstGeom>
        </p:spPr>
      </p:pic>
      <p:sp>
        <p:nvSpPr>
          <p:cNvPr id="21" name="Rectangle: Rounded Corners 9">
            <a:extLst>
              <a:ext uri="{FF2B5EF4-FFF2-40B4-BE49-F238E27FC236}">
                <a16:creationId xmlns:a16="http://schemas.microsoft.com/office/drawing/2014/main" id="{9C735434-5DD9-A6BE-D921-5140F35C0141}"/>
              </a:ext>
            </a:extLst>
          </p:cNvPr>
          <p:cNvSpPr/>
          <p:nvPr/>
        </p:nvSpPr>
        <p:spPr>
          <a:xfrm>
            <a:off x="2938305" y="2862551"/>
            <a:ext cx="157479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22" name="Rectangle: Rounded Corners 9">
            <a:extLst>
              <a:ext uri="{FF2B5EF4-FFF2-40B4-BE49-F238E27FC236}">
                <a16:creationId xmlns:a16="http://schemas.microsoft.com/office/drawing/2014/main" id="{97AF892F-3199-AEFA-72FF-D5B5CC090A70}"/>
              </a:ext>
            </a:extLst>
          </p:cNvPr>
          <p:cNvSpPr/>
          <p:nvPr/>
        </p:nvSpPr>
        <p:spPr>
          <a:xfrm>
            <a:off x="3137331" y="3399114"/>
            <a:ext cx="137576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Aluminum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E2E8861-6495-F8CF-802B-0409DF1B5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669" y="3513236"/>
            <a:ext cx="1982208" cy="169388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2D203F5-5FBA-26E3-B9A6-FEFC1EA2B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403" y="2040410"/>
            <a:ext cx="1830841" cy="1384081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19C88B7E-36CF-6D33-6E4C-BCC8412AAEE5}"/>
              </a:ext>
            </a:extLst>
          </p:cNvPr>
          <p:cNvGrpSpPr/>
          <p:nvPr/>
        </p:nvGrpSpPr>
        <p:grpSpPr>
          <a:xfrm>
            <a:off x="7690156" y="2404300"/>
            <a:ext cx="1780068" cy="1743007"/>
            <a:chOff x="8918181" y="1900772"/>
            <a:chExt cx="2079118" cy="203583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9367C0E-F928-1BE1-99A1-2AD0D4556994}"/>
                </a:ext>
              </a:extLst>
            </p:cNvPr>
            <p:cNvSpPr/>
            <p:nvPr/>
          </p:nvSpPr>
          <p:spPr>
            <a:xfrm>
              <a:off x="8918181" y="1900772"/>
              <a:ext cx="2079118" cy="2035831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2C74DE1-5F9C-C006-387E-EEF0C17EE582}"/>
                </a:ext>
              </a:extLst>
            </p:cNvPr>
            <p:cNvSpPr/>
            <p:nvPr/>
          </p:nvSpPr>
          <p:spPr>
            <a:xfrm>
              <a:off x="9184338" y="2146387"/>
              <a:ext cx="1540042" cy="1540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961FA60-FA34-7934-478B-7ECF09850006}"/>
                </a:ext>
              </a:extLst>
            </p:cNvPr>
            <p:cNvSpPr/>
            <p:nvPr/>
          </p:nvSpPr>
          <p:spPr>
            <a:xfrm rot="10800000">
              <a:off x="10501668" y="2194174"/>
              <a:ext cx="155406" cy="1443134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96E94F5-42E1-E0D0-5408-FFC11C255856}"/>
                </a:ext>
              </a:extLst>
            </p:cNvPr>
            <p:cNvSpPr/>
            <p:nvPr/>
          </p:nvSpPr>
          <p:spPr>
            <a:xfrm rot="10800000">
              <a:off x="10290236" y="2194174"/>
              <a:ext cx="155406" cy="144313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B007C82-C14C-FC36-34CC-13BFBDAC4F6A}"/>
                </a:ext>
              </a:extLst>
            </p:cNvPr>
            <p:cNvSpPr/>
            <p:nvPr/>
          </p:nvSpPr>
          <p:spPr>
            <a:xfrm rot="10800000">
              <a:off x="10074193" y="2194174"/>
              <a:ext cx="155406" cy="1443134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1F9912-035C-9761-014A-367E376E5F38}"/>
                </a:ext>
              </a:extLst>
            </p:cNvPr>
            <p:cNvSpPr/>
            <p:nvPr/>
          </p:nvSpPr>
          <p:spPr>
            <a:xfrm rot="10800000">
              <a:off x="9868572" y="2196246"/>
              <a:ext cx="155406" cy="144313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997A0EA-56CB-F7A1-CF06-330C6E44F3F1}"/>
                </a:ext>
              </a:extLst>
            </p:cNvPr>
            <p:cNvSpPr/>
            <p:nvPr/>
          </p:nvSpPr>
          <p:spPr>
            <a:xfrm rot="10800000">
              <a:off x="9660633" y="2196246"/>
              <a:ext cx="155406" cy="1443134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A8D7157-16BF-7326-D144-11862475926B}"/>
                </a:ext>
              </a:extLst>
            </p:cNvPr>
            <p:cNvSpPr/>
            <p:nvPr/>
          </p:nvSpPr>
          <p:spPr>
            <a:xfrm rot="10800000">
              <a:off x="9455750" y="2196246"/>
              <a:ext cx="155406" cy="144313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039F20A-19A0-BAB1-6188-444859BCE809}"/>
                </a:ext>
              </a:extLst>
            </p:cNvPr>
            <p:cNvSpPr/>
            <p:nvPr/>
          </p:nvSpPr>
          <p:spPr>
            <a:xfrm rot="10800000">
              <a:off x="9250867" y="2196246"/>
              <a:ext cx="155406" cy="1443134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9B59CF2-0B78-3FDD-3C41-6D6281EE1E03}"/>
                </a:ext>
              </a:extLst>
            </p:cNvPr>
            <p:cNvSpPr/>
            <p:nvPr/>
          </p:nvSpPr>
          <p:spPr>
            <a:xfrm rot="5400000">
              <a:off x="9929428" y="1401295"/>
              <a:ext cx="49862" cy="1540043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B4F41C-F5EE-D211-E2E1-5116CA810C6C}"/>
                </a:ext>
              </a:extLst>
            </p:cNvPr>
            <p:cNvSpPr/>
            <p:nvPr/>
          </p:nvSpPr>
          <p:spPr>
            <a:xfrm rot="5400000">
              <a:off x="9931569" y="2892232"/>
              <a:ext cx="49862" cy="1540043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8" name="グループ化 299">
              <a:extLst>
                <a:ext uri="{FF2B5EF4-FFF2-40B4-BE49-F238E27FC236}">
                  <a16:creationId xmlns:a16="http://schemas.microsoft.com/office/drawing/2014/main" id="{6074EF00-2A7B-3119-DF47-8AD30037FC83}"/>
                </a:ext>
              </a:extLst>
            </p:cNvPr>
            <p:cNvGrpSpPr/>
            <p:nvPr/>
          </p:nvGrpSpPr>
          <p:grpSpPr>
            <a:xfrm rot="16200000">
              <a:off x="9272972" y="2849117"/>
              <a:ext cx="92913" cy="100768"/>
              <a:chOff x="4311085" y="4886958"/>
              <a:chExt cx="201766" cy="201766"/>
            </a:xfrm>
          </p:grpSpPr>
          <p:sp>
            <p:nvSpPr>
              <p:cNvPr id="51" name="楕円 300">
                <a:extLst>
                  <a:ext uri="{FF2B5EF4-FFF2-40B4-BE49-F238E27FC236}">
                    <a16:creationId xmlns:a16="http://schemas.microsoft.com/office/drawing/2014/main" id="{7A1F0FD7-6BA7-7AB6-8255-488341D88DBA}"/>
                  </a:ext>
                </a:extLst>
              </p:cNvPr>
              <p:cNvSpPr/>
              <p:nvPr/>
            </p:nvSpPr>
            <p:spPr bwMode="auto">
              <a:xfrm>
                <a:off x="4311085" y="4886958"/>
                <a:ext cx="201766" cy="201766"/>
              </a:xfrm>
              <a:prstGeom prst="ellipse">
                <a:avLst/>
              </a:prstGeom>
              <a:noFill/>
              <a:ln w="15875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楕円 301">
                <a:extLst>
                  <a:ext uri="{FF2B5EF4-FFF2-40B4-BE49-F238E27FC236}">
                    <a16:creationId xmlns:a16="http://schemas.microsoft.com/office/drawing/2014/main" id="{EA12601F-F7E6-96D5-9CC4-B4D837CCEC92}"/>
                  </a:ext>
                </a:extLst>
              </p:cNvPr>
              <p:cNvSpPr/>
              <p:nvPr/>
            </p:nvSpPr>
            <p:spPr bwMode="auto">
              <a:xfrm>
                <a:off x="4367444" y="4942096"/>
                <a:ext cx="86520" cy="8652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フローチャート: 和接合 16">
              <a:extLst>
                <a:ext uri="{FF2B5EF4-FFF2-40B4-BE49-F238E27FC236}">
                  <a16:creationId xmlns:a16="http://schemas.microsoft.com/office/drawing/2014/main" id="{5B0F82B3-088E-E0F2-C0B3-9566ABA11F3E}"/>
                </a:ext>
              </a:extLst>
            </p:cNvPr>
            <p:cNvSpPr/>
            <p:nvPr/>
          </p:nvSpPr>
          <p:spPr bwMode="auto">
            <a:xfrm rot="16200000">
              <a:off x="9481859" y="2846406"/>
              <a:ext cx="101693" cy="106189"/>
            </a:xfrm>
            <a:prstGeom prst="flowChartSummingJunction">
              <a:avLst/>
            </a:prstGeom>
            <a:no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0" name="グループ化 299">
              <a:extLst>
                <a:ext uri="{FF2B5EF4-FFF2-40B4-BE49-F238E27FC236}">
                  <a16:creationId xmlns:a16="http://schemas.microsoft.com/office/drawing/2014/main" id="{4152004F-2F58-7FDC-F14E-28C64A1B541D}"/>
                </a:ext>
              </a:extLst>
            </p:cNvPr>
            <p:cNvGrpSpPr/>
            <p:nvPr/>
          </p:nvGrpSpPr>
          <p:grpSpPr>
            <a:xfrm rot="16200000">
              <a:off x="9695850" y="2853507"/>
              <a:ext cx="92913" cy="100768"/>
              <a:chOff x="4311085" y="4886958"/>
              <a:chExt cx="201766" cy="201766"/>
            </a:xfrm>
          </p:grpSpPr>
          <p:sp>
            <p:nvSpPr>
              <p:cNvPr id="49" name="楕円 300">
                <a:extLst>
                  <a:ext uri="{FF2B5EF4-FFF2-40B4-BE49-F238E27FC236}">
                    <a16:creationId xmlns:a16="http://schemas.microsoft.com/office/drawing/2014/main" id="{BFD534CC-B6B7-02EE-F76B-AB4FEAE3CCB7}"/>
                  </a:ext>
                </a:extLst>
              </p:cNvPr>
              <p:cNvSpPr/>
              <p:nvPr/>
            </p:nvSpPr>
            <p:spPr bwMode="auto">
              <a:xfrm>
                <a:off x="4311085" y="4886958"/>
                <a:ext cx="201766" cy="201766"/>
              </a:xfrm>
              <a:prstGeom prst="ellipse">
                <a:avLst/>
              </a:prstGeom>
              <a:noFill/>
              <a:ln w="15875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楕円 301">
                <a:extLst>
                  <a:ext uri="{FF2B5EF4-FFF2-40B4-BE49-F238E27FC236}">
                    <a16:creationId xmlns:a16="http://schemas.microsoft.com/office/drawing/2014/main" id="{F93074EF-E61C-646E-C714-699FDBD71EEA}"/>
                  </a:ext>
                </a:extLst>
              </p:cNvPr>
              <p:cNvSpPr/>
              <p:nvPr/>
            </p:nvSpPr>
            <p:spPr bwMode="auto">
              <a:xfrm>
                <a:off x="4367444" y="4942096"/>
                <a:ext cx="86520" cy="8652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1" name="フローチャート: 和接合 16">
              <a:extLst>
                <a:ext uri="{FF2B5EF4-FFF2-40B4-BE49-F238E27FC236}">
                  <a16:creationId xmlns:a16="http://schemas.microsoft.com/office/drawing/2014/main" id="{97AC7E92-BD98-74B4-3D78-F1ECAB1B5CDB}"/>
                </a:ext>
              </a:extLst>
            </p:cNvPr>
            <p:cNvSpPr/>
            <p:nvPr/>
          </p:nvSpPr>
          <p:spPr bwMode="auto">
            <a:xfrm rot="16200000">
              <a:off x="9894577" y="2850796"/>
              <a:ext cx="101693" cy="106189"/>
            </a:xfrm>
            <a:prstGeom prst="flowChartSummingJunction">
              <a:avLst/>
            </a:prstGeom>
            <a:no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2" name="グループ化 299">
              <a:extLst>
                <a:ext uri="{FF2B5EF4-FFF2-40B4-BE49-F238E27FC236}">
                  <a16:creationId xmlns:a16="http://schemas.microsoft.com/office/drawing/2014/main" id="{235652B4-DC3D-C416-5725-A739243248AE}"/>
                </a:ext>
              </a:extLst>
            </p:cNvPr>
            <p:cNvGrpSpPr/>
            <p:nvPr/>
          </p:nvGrpSpPr>
          <p:grpSpPr>
            <a:xfrm rot="16200000">
              <a:off x="10102629" y="2857897"/>
              <a:ext cx="92913" cy="100768"/>
              <a:chOff x="4311085" y="4886958"/>
              <a:chExt cx="201766" cy="201766"/>
            </a:xfrm>
          </p:grpSpPr>
          <p:sp>
            <p:nvSpPr>
              <p:cNvPr id="47" name="楕円 300">
                <a:extLst>
                  <a:ext uri="{FF2B5EF4-FFF2-40B4-BE49-F238E27FC236}">
                    <a16:creationId xmlns:a16="http://schemas.microsoft.com/office/drawing/2014/main" id="{6C959062-2B75-99AB-5B77-23BE6C067BE3}"/>
                  </a:ext>
                </a:extLst>
              </p:cNvPr>
              <p:cNvSpPr/>
              <p:nvPr/>
            </p:nvSpPr>
            <p:spPr bwMode="auto">
              <a:xfrm>
                <a:off x="4311085" y="4886958"/>
                <a:ext cx="201766" cy="201766"/>
              </a:xfrm>
              <a:prstGeom prst="ellipse">
                <a:avLst/>
              </a:prstGeom>
              <a:noFill/>
              <a:ln w="15875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楕円 301">
                <a:extLst>
                  <a:ext uri="{FF2B5EF4-FFF2-40B4-BE49-F238E27FC236}">
                    <a16:creationId xmlns:a16="http://schemas.microsoft.com/office/drawing/2014/main" id="{F1082398-25B9-99E5-7889-C8EFFAFE0380}"/>
                  </a:ext>
                </a:extLst>
              </p:cNvPr>
              <p:cNvSpPr/>
              <p:nvPr/>
            </p:nvSpPr>
            <p:spPr bwMode="auto">
              <a:xfrm>
                <a:off x="4367444" y="4942096"/>
                <a:ext cx="86520" cy="8652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" name="フローチャート: 和接合 16">
              <a:extLst>
                <a:ext uri="{FF2B5EF4-FFF2-40B4-BE49-F238E27FC236}">
                  <a16:creationId xmlns:a16="http://schemas.microsoft.com/office/drawing/2014/main" id="{DE9DE395-5EA9-E8A5-8FC2-73A8A7261F86}"/>
                </a:ext>
              </a:extLst>
            </p:cNvPr>
            <p:cNvSpPr/>
            <p:nvPr/>
          </p:nvSpPr>
          <p:spPr bwMode="auto">
            <a:xfrm rot="16200000">
              <a:off x="10316596" y="2855186"/>
              <a:ext cx="101693" cy="106189"/>
            </a:xfrm>
            <a:prstGeom prst="flowChartSummingJunction">
              <a:avLst/>
            </a:prstGeom>
            <a:no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4" name="グループ化 299">
              <a:extLst>
                <a:ext uri="{FF2B5EF4-FFF2-40B4-BE49-F238E27FC236}">
                  <a16:creationId xmlns:a16="http://schemas.microsoft.com/office/drawing/2014/main" id="{00AD4C39-E400-9798-964A-CA80B9ECA07B}"/>
                </a:ext>
              </a:extLst>
            </p:cNvPr>
            <p:cNvGrpSpPr/>
            <p:nvPr/>
          </p:nvGrpSpPr>
          <p:grpSpPr>
            <a:xfrm rot="16200000">
              <a:off x="10533869" y="2857897"/>
              <a:ext cx="92913" cy="100768"/>
              <a:chOff x="4311085" y="4886958"/>
              <a:chExt cx="201766" cy="201766"/>
            </a:xfrm>
          </p:grpSpPr>
          <p:sp>
            <p:nvSpPr>
              <p:cNvPr id="45" name="楕円 300">
                <a:extLst>
                  <a:ext uri="{FF2B5EF4-FFF2-40B4-BE49-F238E27FC236}">
                    <a16:creationId xmlns:a16="http://schemas.microsoft.com/office/drawing/2014/main" id="{8BCE875A-3D86-52B7-D451-415FA001E2A1}"/>
                  </a:ext>
                </a:extLst>
              </p:cNvPr>
              <p:cNvSpPr/>
              <p:nvPr/>
            </p:nvSpPr>
            <p:spPr bwMode="auto">
              <a:xfrm>
                <a:off x="4311085" y="4886958"/>
                <a:ext cx="201766" cy="201766"/>
              </a:xfrm>
              <a:prstGeom prst="ellipse">
                <a:avLst/>
              </a:prstGeom>
              <a:noFill/>
              <a:ln w="15875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楕円 301">
                <a:extLst>
                  <a:ext uri="{FF2B5EF4-FFF2-40B4-BE49-F238E27FC236}">
                    <a16:creationId xmlns:a16="http://schemas.microsoft.com/office/drawing/2014/main" id="{15075BE0-5C01-291C-E78A-148A906AF9EC}"/>
                  </a:ext>
                </a:extLst>
              </p:cNvPr>
              <p:cNvSpPr/>
              <p:nvPr/>
            </p:nvSpPr>
            <p:spPr bwMode="auto">
              <a:xfrm>
                <a:off x="4367444" y="4942096"/>
                <a:ext cx="86520" cy="8652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53" name="Rectangle: Rounded Corners 9">
            <a:extLst>
              <a:ext uri="{FF2B5EF4-FFF2-40B4-BE49-F238E27FC236}">
                <a16:creationId xmlns:a16="http://schemas.microsoft.com/office/drawing/2014/main" id="{65F225EF-439F-2822-0B81-5D122F26B3D9}"/>
              </a:ext>
            </a:extLst>
          </p:cNvPr>
          <p:cNvSpPr/>
          <p:nvPr/>
        </p:nvSpPr>
        <p:spPr>
          <a:xfrm>
            <a:off x="4946997" y="4109225"/>
            <a:ext cx="1780068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Trans. Side View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9A6120B-67E9-66E7-C5C8-77A25D34011B}"/>
              </a:ext>
            </a:extLst>
          </p:cNvPr>
          <p:cNvSpPr/>
          <p:nvPr/>
        </p:nvSpPr>
        <p:spPr>
          <a:xfrm>
            <a:off x="9735259" y="2398927"/>
            <a:ext cx="1780068" cy="1743007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B7F144D-4229-4E88-F7F4-B3E7FC681BD7}"/>
              </a:ext>
            </a:extLst>
          </p:cNvPr>
          <p:cNvSpPr/>
          <p:nvPr/>
        </p:nvSpPr>
        <p:spPr>
          <a:xfrm>
            <a:off x="9963133" y="2609214"/>
            <a:ext cx="1318530" cy="1319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D639D54-069A-4C57-D499-D66C03EA7A1C}"/>
              </a:ext>
            </a:extLst>
          </p:cNvPr>
          <p:cNvSpPr/>
          <p:nvPr/>
        </p:nvSpPr>
        <p:spPr>
          <a:xfrm rot="5400000">
            <a:off x="10601053" y="1971292"/>
            <a:ext cx="42690" cy="131853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3973F71-1DB2-C308-A66E-FA4EEA216954}"/>
              </a:ext>
            </a:extLst>
          </p:cNvPr>
          <p:cNvSpPr/>
          <p:nvPr/>
        </p:nvSpPr>
        <p:spPr>
          <a:xfrm rot="5400000">
            <a:off x="10602886" y="3247780"/>
            <a:ext cx="42690" cy="131853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6DE4900-6BCB-D0EB-3A48-A44A21555121}"/>
              </a:ext>
            </a:extLst>
          </p:cNvPr>
          <p:cNvSpPr/>
          <p:nvPr/>
        </p:nvSpPr>
        <p:spPr>
          <a:xfrm rot="5400000">
            <a:off x="10554655" y="2100611"/>
            <a:ext cx="133053" cy="1235561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DA74141-6FED-7499-39C0-A60F055FD221}"/>
              </a:ext>
            </a:extLst>
          </p:cNvPr>
          <p:cNvSpPr/>
          <p:nvPr/>
        </p:nvSpPr>
        <p:spPr>
          <a:xfrm rot="5400000">
            <a:off x="10554655" y="2481560"/>
            <a:ext cx="133053" cy="1235561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4FFA13C-8228-02D6-DC5A-C1E24F85C547}"/>
              </a:ext>
            </a:extLst>
          </p:cNvPr>
          <p:cNvSpPr/>
          <p:nvPr/>
        </p:nvSpPr>
        <p:spPr>
          <a:xfrm rot="5400000">
            <a:off x="10556429" y="2657606"/>
            <a:ext cx="133053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C6AB082-E6F5-F39D-139A-B1F8D0827BB8}"/>
              </a:ext>
            </a:extLst>
          </p:cNvPr>
          <p:cNvSpPr/>
          <p:nvPr/>
        </p:nvSpPr>
        <p:spPr>
          <a:xfrm rot="5400000">
            <a:off x="10556429" y="2835636"/>
            <a:ext cx="133053" cy="1235561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D9CC68-AD63-F070-FBC1-013D1FC00ECC}"/>
              </a:ext>
            </a:extLst>
          </p:cNvPr>
          <p:cNvSpPr/>
          <p:nvPr/>
        </p:nvSpPr>
        <p:spPr>
          <a:xfrm rot="5400000">
            <a:off x="10556429" y="3011049"/>
            <a:ext cx="133053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AC04D60-5FA6-1600-48F4-C8664668218B}"/>
              </a:ext>
            </a:extLst>
          </p:cNvPr>
          <p:cNvSpPr/>
          <p:nvPr/>
        </p:nvSpPr>
        <p:spPr>
          <a:xfrm rot="5400000">
            <a:off x="10556428" y="3203015"/>
            <a:ext cx="133053" cy="1235561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5" name="グループ化 299">
            <a:extLst>
              <a:ext uri="{FF2B5EF4-FFF2-40B4-BE49-F238E27FC236}">
                <a16:creationId xmlns:a16="http://schemas.microsoft.com/office/drawing/2014/main" id="{420C402D-92F6-D310-D8D1-8E4B0CA318C3}"/>
              </a:ext>
            </a:extLst>
          </p:cNvPr>
          <p:cNvGrpSpPr/>
          <p:nvPr/>
        </p:nvGrpSpPr>
        <p:grpSpPr>
          <a:xfrm rot="10800000">
            <a:off x="10567503" y="3785485"/>
            <a:ext cx="79549" cy="86274"/>
            <a:chOff x="4311085" y="4886958"/>
            <a:chExt cx="201766" cy="201766"/>
          </a:xfrm>
        </p:grpSpPr>
        <p:sp>
          <p:nvSpPr>
            <p:cNvPr id="80" name="楕円 300">
              <a:extLst>
                <a:ext uri="{FF2B5EF4-FFF2-40B4-BE49-F238E27FC236}">
                  <a16:creationId xmlns:a16="http://schemas.microsoft.com/office/drawing/2014/main" id="{EBD18F1A-0B59-3D33-994F-50BC58307AF4}"/>
                </a:ext>
              </a:extLst>
            </p:cNvPr>
            <p:cNvSpPr/>
            <p:nvPr/>
          </p:nvSpPr>
          <p:spPr bwMode="auto">
            <a:xfrm>
              <a:off x="4311085" y="4886958"/>
              <a:ext cx="201766" cy="201766"/>
            </a:xfrm>
            <a:prstGeom prst="ellipse">
              <a:avLst/>
            </a:prstGeom>
            <a:no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楕円 301">
              <a:extLst>
                <a:ext uri="{FF2B5EF4-FFF2-40B4-BE49-F238E27FC236}">
                  <a16:creationId xmlns:a16="http://schemas.microsoft.com/office/drawing/2014/main" id="{27000485-0470-A1D2-2658-DDA8E7F2B3DE}"/>
                </a:ext>
              </a:extLst>
            </p:cNvPr>
            <p:cNvSpPr/>
            <p:nvPr/>
          </p:nvSpPr>
          <p:spPr bwMode="auto">
            <a:xfrm>
              <a:off x="4367444" y="4942096"/>
              <a:ext cx="86520" cy="865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6" name="フローチャート: 和接合 16">
            <a:extLst>
              <a:ext uri="{FF2B5EF4-FFF2-40B4-BE49-F238E27FC236}">
                <a16:creationId xmlns:a16="http://schemas.microsoft.com/office/drawing/2014/main" id="{6520CAAD-E4B1-AD76-AC28-624E0FB237B0}"/>
              </a:ext>
            </a:extLst>
          </p:cNvPr>
          <p:cNvSpPr/>
          <p:nvPr/>
        </p:nvSpPr>
        <p:spPr bwMode="auto">
          <a:xfrm rot="10800000">
            <a:off x="10563744" y="3584012"/>
            <a:ext cx="87066" cy="90915"/>
          </a:xfrm>
          <a:prstGeom prst="flowChartSummingJunction">
            <a:avLst/>
          </a:prstGeom>
          <a:noFill/>
          <a:ln w="15875">
            <a:solidFill>
              <a:srgbClr val="10101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7" name="グループ化 299">
            <a:extLst>
              <a:ext uri="{FF2B5EF4-FFF2-40B4-BE49-F238E27FC236}">
                <a16:creationId xmlns:a16="http://schemas.microsoft.com/office/drawing/2014/main" id="{DE52F9FF-F85A-B263-AD7F-BD05EE3084D4}"/>
              </a:ext>
            </a:extLst>
          </p:cNvPr>
          <p:cNvGrpSpPr/>
          <p:nvPr/>
        </p:nvGrpSpPr>
        <p:grpSpPr>
          <a:xfrm rot="10800000">
            <a:off x="10571262" y="3406880"/>
            <a:ext cx="79549" cy="86274"/>
            <a:chOff x="4311085" y="4886958"/>
            <a:chExt cx="201766" cy="201766"/>
          </a:xfrm>
        </p:grpSpPr>
        <p:sp>
          <p:nvSpPr>
            <p:cNvPr id="78" name="楕円 300">
              <a:extLst>
                <a:ext uri="{FF2B5EF4-FFF2-40B4-BE49-F238E27FC236}">
                  <a16:creationId xmlns:a16="http://schemas.microsoft.com/office/drawing/2014/main" id="{2FF8A1CF-7978-2E01-4E2E-6BF4892E4207}"/>
                </a:ext>
              </a:extLst>
            </p:cNvPr>
            <p:cNvSpPr/>
            <p:nvPr/>
          </p:nvSpPr>
          <p:spPr bwMode="auto">
            <a:xfrm>
              <a:off x="4311085" y="4886958"/>
              <a:ext cx="201766" cy="201766"/>
            </a:xfrm>
            <a:prstGeom prst="ellipse">
              <a:avLst/>
            </a:prstGeom>
            <a:no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楕円 301">
              <a:extLst>
                <a:ext uri="{FF2B5EF4-FFF2-40B4-BE49-F238E27FC236}">
                  <a16:creationId xmlns:a16="http://schemas.microsoft.com/office/drawing/2014/main" id="{797CB06D-342E-EE15-C0E5-26551620D3F7}"/>
                </a:ext>
              </a:extLst>
            </p:cNvPr>
            <p:cNvSpPr/>
            <p:nvPr/>
          </p:nvSpPr>
          <p:spPr bwMode="auto">
            <a:xfrm>
              <a:off x="4367444" y="4942096"/>
              <a:ext cx="86520" cy="865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8" name="フローチャート: 和接合 16">
            <a:extLst>
              <a:ext uri="{FF2B5EF4-FFF2-40B4-BE49-F238E27FC236}">
                <a16:creationId xmlns:a16="http://schemas.microsoft.com/office/drawing/2014/main" id="{E8A7CC6B-FCC3-6AF7-21A4-68BCFFC3C540}"/>
              </a:ext>
            </a:extLst>
          </p:cNvPr>
          <p:cNvSpPr/>
          <p:nvPr/>
        </p:nvSpPr>
        <p:spPr bwMode="auto">
          <a:xfrm rot="10800000">
            <a:off x="10567503" y="3230657"/>
            <a:ext cx="87066" cy="90915"/>
          </a:xfrm>
          <a:prstGeom prst="flowChartSummingJunction">
            <a:avLst/>
          </a:prstGeom>
          <a:noFill/>
          <a:ln w="15875">
            <a:solidFill>
              <a:srgbClr val="10101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9" name="グループ化 299">
            <a:extLst>
              <a:ext uri="{FF2B5EF4-FFF2-40B4-BE49-F238E27FC236}">
                <a16:creationId xmlns:a16="http://schemas.microsoft.com/office/drawing/2014/main" id="{854B16A6-29A1-1452-DBEB-37CF09BDAD0D}"/>
              </a:ext>
            </a:extLst>
          </p:cNvPr>
          <p:cNvGrpSpPr/>
          <p:nvPr/>
        </p:nvGrpSpPr>
        <p:grpSpPr>
          <a:xfrm rot="10800000">
            <a:off x="10575020" y="3058610"/>
            <a:ext cx="79549" cy="86274"/>
            <a:chOff x="4311085" y="4886958"/>
            <a:chExt cx="201766" cy="201766"/>
          </a:xfrm>
        </p:grpSpPr>
        <p:sp>
          <p:nvSpPr>
            <p:cNvPr id="76" name="楕円 300">
              <a:extLst>
                <a:ext uri="{FF2B5EF4-FFF2-40B4-BE49-F238E27FC236}">
                  <a16:creationId xmlns:a16="http://schemas.microsoft.com/office/drawing/2014/main" id="{6D70BCB5-ED08-1225-4AFC-0B4643BEAF83}"/>
                </a:ext>
              </a:extLst>
            </p:cNvPr>
            <p:cNvSpPr/>
            <p:nvPr/>
          </p:nvSpPr>
          <p:spPr bwMode="auto">
            <a:xfrm>
              <a:off x="4311085" y="4886958"/>
              <a:ext cx="201766" cy="201766"/>
            </a:xfrm>
            <a:prstGeom prst="ellipse">
              <a:avLst/>
            </a:prstGeom>
            <a:no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楕円 301">
              <a:extLst>
                <a:ext uri="{FF2B5EF4-FFF2-40B4-BE49-F238E27FC236}">
                  <a16:creationId xmlns:a16="http://schemas.microsoft.com/office/drawing/2014/main" id="{FD3FDB1E-D76B-DB46-F24C-4A09B8327DFA}"/>
                </a:ext>
              </a:extLst>
            </p:cNvPr>
            <p:cNvSpPr/>
            <p:nvPr/>
          </p:nvSpPr>
          <p:spPr bwMode="auto">
            <a:xfrm>
              <a:off x="4367444" y="4942096"/>
              <a:ext cx="86520" cy="865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D16F8E7-E284-2DCE-6DB5-EE02F0BCB7C4}"/>
              </a:ext>
            </a:extLst>
          </p:cNvPr>
          <p:cNvGrpSpPr/>
          <p:nvPr/>
        </p:nvGrpSpPr>
        <p:grpSpPr>
          <a:xfrm>
            <a:off x="10003401" y="2847846"/>
            <a:ext cx="1235561" cy="133053"/>
            <a:chOff x="10003401" y="3020074"/>
            <a:chExt cx="1235561" cy="133053"/>
          </a:xfrm>
          <a:solidFill>
            <a:srgbClr val="FFC000"/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84B5898-E2D9-66C0-DE04-99C416777E43}"/>
                </a:ext>
              </a:extLst>
            </p:cNvPr>
            <p:cNvSpPr/>
            <p:nvPr/>
          </p:nvSpPr>
          <p:spPr>
            <a:xfrm rot="5400000">
              <a:off x="10554655" y="2468820"/>
              <a:ext cx="133053" cy="123556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フローチャート: 和接合 16">
              <a:extLst>
                <a:ext uri="{FF2B5EF4-FFF2-40B4-BE49-F238E27FC236}">
                  <a16:creationId xmlns:a16="http://schemas.microsoft.com/office/drawing/2014/main" id="{F6907ABD-B6D4-5959-1286-70F7CB2DAFA8}"/>
                </a:ext>
              </a:extLst>
            </p:cNvPr>
            <p:cNvSpPr/>
            <p:nvPr/>
          </p:nvSpPr>
          <p:spPr bwMode="auto">
            <a:xfrm rot="10800000">
              <a:off x="10571261" y="3041568"/>
              <a:ext cx="87066" cy="90915"/>
            </a:xfrm>
            <a:prstGeom prst="flowChartSummingJunction">
              <a:avLst/>
            </a:prstGeom>
            <a:grp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1" name="グループ化 299">
            <a:extLst>
              <a:ext uri="{FF2B5EF4-FFF2-40B4-BE49-F238E27FC236}">
                <a16:creationId xmlns:a16="http://schemas.microsoft.com/office/drawing/2014/main" id="{313122D8-2931-98B1-52E3-58652E0B07F6}"/>
              </a:ext>
            </a:extLst>
          </p:cNvPr>
          <p:cNvGrpSpPr/>
          <p:nvPr/>
        </p:nvGrpSpPr>
        <p:grpSpPr>
          <a:xfrm rot="10800000">
            <a:off x="10575020" y="2674437"/>
            <a:ext cx="79549" cy="86274"/>
            <a:chOff x="4311085" y="4886958"/>
            <a:chExt cx="201766" cy="201766"/>
          </a:xfrm>
        </p:grpSpPr>
        <p:sp>
          <p:nvSpPr>
            <p:cNvPr id="72" name="楕円 300">
              <a:extLst>
                <a:ext uri="{FF2B5EF4-FFF2-40B4-BE49-F238E27FC236}">
                  <a16:creationId xmlns:a16="http://schemas.microsoft.com/office/drawing/2014/main" id="{9EED6835-80F4-2D83-06D6-A702475D4469}"/>
                </a:ext>
              </a:extLst>
            </p:cNvPr>
            <p:cNvSpPr/>
            <p:nvPr/>
          </p:nvSpPr>
          <p:spPr bwMode="auto">
            <a:xfrm>
              <a:off x="4311085" y="4886958"/>
              <a:ext cx="201766" cy="201766"/>
            </a:xfrm>
            <a:prstGeom prst="ellipse">
              <a:avLst/>
            </a:prstGeom>
            <a:no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楕円 301">
              <a:extLst>
                <a:ext uri="{FF2B5EF4-FFF2-40B4-BE49-F238E27FC236}">
                  <a16:creationId xmlns:a16="http://schemas.microsoft.com/office/drawing/2014/main" id="{60E600EF-C307-EAAF-DB17-D62DE89EAC48}"/>
                </a:ext>
              </a:extLst>
            </p:cNvPr>
            <p:cNvSpPr/>
            <p:nvPr/>
          </p:nvSpPr>
          <p:spPr bwMode="auto">
            <a:xfrm>
              <a:off x="4367444" y="4942096"/>
              <a:ext cx="86520" cy="865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7B1D234A-561D-18F3-7F7B-4A52EE9C7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0410" y="1956137"/>
            <a:ext cx="2606655" cy="2195078"/>
          </a:xfrm>
          <a:prstGeom prst="rect">
            <a:avLst/>
          </a:prstGeom>
        </p:spPr>
      </p:pic>
      <p:sp>
        <p:nvSpPr>
          <p:cNvPr id="83" name="テキスト プレースホルダー 2">
            <a:extLst>
              <a:ext uri="{FF2B5EF4-FFF2-40B4-BE49-F238E27FC236}">
                <a16:creationId xmlns:a16="http://schemas.microsoft.com/office/drawing/2014/main" id="{5E968DEE-95F3-7946-2037-FCAA4D63D4F4}"/>
              </a:ext>
            </a:extLst>
          </p:cNvPr>
          <p:cNvSpPr txBox="1">
            <a:spLocks/>
          </p:cNvSpPr>
          <p:nvPr/>
        </p:nvSpPr>
        <p:spPr>
          <a:xfrm>
            <a:off x="4011036" y="4512556"/>
            <a:ext cx="3651990" cy="44664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8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Dead space heat extraction</a:t>
            </a:r>
            <a:endParaRPr kumimoji="1" lang="ja-JP" altLang="en-US" sz="18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25150F1-F5B1-C60F-BAA7-5003AD034864}"/>
              </a:ext>
            </a:extLst>
          </p:cNvPr>
          <p:cNvSpPr/>
          <p:nvPr/>
        </p:nvSpPr>
        <p:spPr>
          <a:xfrm>
            <a:off x="7796048" y="3491199"/>
            <a:ext cx="1545021" cy="559078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CBB7C06-92C1-AAFA-EDB6-C78F2946708D}"/>
              </a:ext>
            </a:extLst>
          </p:cNvPr>
          <p:cNvSpPr/>
          <p:nvPr/>
        </p:nvSpPr>
        <p:spPr>
          <a:xfrm>
            <a:off x="9840310" y="3494765"/>
            <a:ext cx="1545021" cy="559078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86" name="テキスト プレースホルダー 2">
            <a:extLst>
              <a:ext uri="{FF2B5EF4-FFF2-40B4-BE49-F238E27FC236}">
                <a16:creationId xmlns:a16="http://schemas.microsoft.com/office/drawing/2014/main" id="{162BDDAC-2681-94ED-5840-38FE7FD48495}"/>
              </a:ext>
            </a:extLst>
          </p:cNvPr>
          <p:cNvSpPr txBox="1">
            <a:spLocks/>
          </p:cNvSpPr>
          <p:nvPr/>
        </p:nvSpPr>
        <p:spPr>
          <a:xfrm>
            <a:off x="7863337" y="4512556"/>
            <a:ext cx="3651990" cy="44664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8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High window-fill factor winding</a:t>
            </a:r>
            <a:endParaRPr kumimoji="1" lang="ja-JP" altLang="en-US" sz="18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7362110-5B72-FC4A-778C-9F1840DE27DE}"/>
              </a:ext>
            </a:extLst>
          </p:cNvPr>
          <p:cNvSpPr/>
          <p:nvPr/>
        </p:nvSpPr>
        <p:spPr>
          <a:xfrm rot="5400000">
            <a:off x="6146091" y="3278419"/>
            <a:ext cx="666874" cy="495075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88" name="テキスト プレースホルダー 2">
            <a:extLst>
              <a:ext uri="{FF2B5EF4-FFF2-40B4-BE49-F238E27FC236}">
                <a16:creationId xmlns:a16="http://schemas.microsoft.com/office/drawing/2014/main" id="{9DB1C853-8C19-6891-B23F-B1ACC5EED91A}"/>
              </a:ext>
            </a:extLst>
          </p:cNvPr>
          <p:cNvSpPr txBox="1">
            <a:spLocks/>
          </p:cNvSpPr>
          <p:nvPr/>
        </p:nvSpPr>
        <p:spPr>
          <a:xfrm>
            <a:off x="7732034" y="1280234"/>
            <a:ext cx="3651990" cy="44664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8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Rectangular, flat windings</a:t>
            </a:r>
            <a:endParaRPr kumimoji="1" lang="ja-JP" altLang="en-US" sz="1800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9" name="Rectangle: Rounded Corners 9">
            <a:extLst>
              <a:ext uri="{FF2B5EF4-FFF2-40B4-BE49-F238E27FC236}">
                <a16:creationId xmlns:a16="http://schemas.microsoft.com/office/drawing/2014/main" id="{476E2300-CF93-446A-9B13-97CC95B7AF1A}"/>
              </a:ext>
            </a:extLst>
          </p:cNvPr>
          <p:cNvSpPr/>
          <p:nvPr/>
        </p:nvSpPr>
        <p:spPr>
          <a:xfrm>
            <a:off x="8667995" y="4114721"/>
            <a:ext cx="1780068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Trans. Front View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4434A93-1766-0595-1AF3-3878EC7A04D0}"/>
              </a:ext>
            </a:extLst>
          </p:cNvPr>
          <p:cNvCxnSpPr>
            <a:cxnSpLocks/>
          </p:cNvCxnSpPr>
          <p:nvPr/>
        </p:nvCxnSpPr>
        <p:spPr>
          <a:xfrm flipH="1">
            <a:off x="4513310" y="3121867"/>
            <a:ext cx="60733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CED984B-3570-7D3D-931A-074C2D0E1FB9}"/>
              </a:ext>
            </a:extLst>
          </p:cNvPr>
          <p:cNvCxnSpPr>
            <a:cxnSpLocks/>
          </p:cNvCxnSpPr>
          <p:nvPr/>
        </p:nvCxnSpPr>
        <p:spPr>
          <a:xfrm flipH="1">
            <a:off x="4513310" y="3531244"/>
            <a:ext cx="60733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D95BB2E-942E-3722-80C2-7574DDEFC7A0}"/>
              </a:ext>
            </a:extLst>
          </p:cNvPr>
          <p:cNvCxnSpPr>
            <a:cxnSpLocks/>
          </p:cNvCxnSpPr>
          <p:nvPr/>
        </p:nvCxnSpPr>
        <p:spPr>
          <a:xfrm flipH="1">
            <a:off x="4513310" y="2862551"/>
            <a:ext cx="607330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">
            <a:extLst>
              <a:ext uri="{FF2B5EF4-FFF2-40B4-BE49-F238E27FC236}">
                <a16:creationId xmlns:a16="http://schemas.microsoft.com/office/drawing/2014/main" id="{B43FDBE8-F158-795B-8DF6-C798152FF357}"/>
              </a:ext>
            </a:extLst>
          </p:cNvPr>
          <p:cNvSpPr/>
          <p:nvPr/>
        </p:nvSpPr>
        <p:spPr>
          <a:xfrm>
            <a:off x="2938305" y="2598440"/>
            <a:ext cx="157479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Copper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838B695-9BFF-3FA8-4853-9E4FCD563E8E}"/>
              </a:ext>
            </a:extLst>
          </p:cNvPr>
          <p:cNvCxnSpPr>
            <a:cxnSpLocks/>
          </p:cNvCxnSpPr>
          <p:nvPr/>
        </p:nvCxnSpPr>
        <p:spPr>
          <a:xfrm flipH="1">
            <a:off x="4513097" y="3799725"/>
            <a:ext cx="911208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">
            <a:extLst>
              <a:ext uri="{FF2B5EF4-FFF2-40B4-BE49-F238E27FC236}">
                <a16:creationId xmlns:a16="http://schemas.microsoft.com/office/drawing/2014/main" id="{EF91DFFE-D441-D4C1-2F80-CCB5F10A5AC6}"/>
              </a:ext>
            </a:extLst>
          </p:cNvPr>
          <p:cNvSpPr/>
          <p:nvPr/>
        </p:nvSpPr>
        <p:spPr>
          <a:xfrm>
            <a:off x="3137331" y="3680412"/>
            <a:ext cx="137576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D112540-E274-6DBC-D56F-E432605E152A}"/>
              </a:ext>
            </a:extLst>
          </p:cNvPr>
          <p:cNvCxnSpPr/>
          <p:nvPr/>
        </p:nvCxnSpPr>
        <p:spPr>
          <a:xfrm>
            <a:off x="7511970" y="2271211"/>
            <a:ext cx="0" cy="2131289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: Rounded Corners 9">
            <a:extLst>
              <a:ext uri="{FF2B5EF4-FFF2-40B4-BE49-F238E27FC236}">
                <a16:creationId xmlns:a16="http://schemas.microsoft.com/office/drawing/2014/main" id="{F5B33D46-C7C1-9A75-DE4C-02143F52D006}"/>
              </a:ext>
            </a:extLst>
          </p:cNvPr>
          <p:cNvSpPr/>
          <p:nvPr/>
        </p:nvSpPr>
        <p:spPr>
          <a:xfrm rot="5400000">
            <a:off x="6006389" y="3113580"/>
            <a:ext cx="2547447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Thermal Conduction</a:t>
            </a:r>
          </a:p>
        </p:txBody>
      </p:sp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5337DDFB-E16A-60D7-42D6-E8B32DF0951D}"/>
              </a:ext>
            </a:extLst>
          </p:cNvPr>
          <p:cNvSpPr txBox="1">
            <a:spLocks/>
          </p:cNvSpPr>
          <p:nvPr/>
        </p:nvSpPr>
        <p:spPr>
          <a:xfrm>
            <a:off x="9734844" y="1917747"/>
            <a:ext cx="1807199" cy="44664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</a:t>
            </a:r>
            <a:endParaRPr kumimoji="1" lang="ja-JP" altLang="en-US" sz="1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40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6542-8008-68DF-005F-9FA432B98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F415CD-459F-CE48-F02D-528EF8907677}"/>
              </a:ext>
            </a:extLst>
          </p:cNvPr>
          <p:cNvSpPr txBox="1"/>
          <p:nvPr/>
        </p:nvSpPr>
        <p:spPr>
          <a:xfrm>
            <a:off x="4293362" y="3244334"/>
            <a:ext cx="3605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val="3934265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0030B-848B-C06B-D22A-BA77AFCA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6B8682F-9EC4-2140-9245-70D166ABC59E}"/>
              </a:ext>
            </a:extLst>
          </p:cNvPr>
          <p:cNvSpPr/>
          <p:nvPr/>
        </p:nvSpPr>
        <p:spPr>
          <a:xfrm rot="10800000">
            <a:off x="2227761" y="3239891"/>
            <a:ext cx="1265967" cy="679538"/>
          </a:xfrm>
          <a:prstGeom prst="rect">
            <a:avLst/>
          </a:prstGeom>
          <a:solidFill>
            <a:srgbClr val="7270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E12572-4336-28B1-0624-D564B26FF11B}"/>
              </a:ext>
            </a:extLst>
          </p:cNvPr>
          <p:cNvSpPr/>
          <p:nvPr/>
        </p:nvSpPr>
        <p:spPr>
          <a:xfrm rot="10800000">
            <a:off x="1927709" y="2978545"/>
            <a:ext cx="1901668" cy="26134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02E25E-D97D-E0F8-E31B-8861258B3EC8}"/>
              </a:ext>
            </a:extLst>
          </p:cNvPr>
          <p:cNvSpPr/>
          <p:nvPr/>
        </p:nvSpPr>
        <p:spPr>
          <a:xfrm rot="10800000">
            <a:off x="1928577" y="2560353"/>
            <a:ext cx="1900800" cy="416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994A10-F345-5B45-C9BF-5BD43343F1C3}"/>
              </a:ext>
            </a:extLst>
          </p:cNvPr>
          <p:cNvSpPr/>
          <p:nvPr/>
        </p:nvSpPr>
        <p:spPr>
          <a:xfrm rot="10800000">
            <a:off x="1928577" y="3898334"/>
            <a:ext cx="1900800" cy="96553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1BB2A0-6C6D-EA91-285C-ED843D10C21A}"/>
              </a:ext>
            </a:extLst>
          </p:cNvPr>
          <p:cNvSpPr/>
          <p:nvPr/>
        </p:nvSpPr>
        <p:spPr>
          <a:xfrm rot="5400000">
            <a:off x="2756258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0CB05A-EB15-C11A-E452-17264752A734}"/>
              </a:ext>
            </a:extLst>
          </p:cNvPr>
          <p:cNvSpPr/>
          <p:nvPr/>
        </p:nvSpPr>
        <p:spPr>
          <a:xfrm rot="5400000">
            <a:off x="2459783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6D7AE6-10DA-3A2F-BA80-4213C64ABF5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48391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02F64AD-47FB-DA48-5B3F-E207EA4E26B7}"/>
              </a:ext>
            </a:extLst>
          </p:cNvPr>
          <p:cNvSpPr/>
          <p:nvPr/>
        </p:nvSpPr>
        <p:spPr>
          <a:xfrm rot="10800000">
            <a:off x="1927710" y="3239890"/>
            <a:ext cx="364574" cy="670456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8A07D2-8AA8-F0B2-6E04-490B68F21DEF}"/>
              </a:ext>
            </a:extLst>
          </p:cNvPr>
          <p:cNvSpPr/>
          <p:nvPr/>
        </p:nvSpPr>
        <p:spPr>
          <a:xfrm rot="5400000">
            <a:off x="3650797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0C078D-5630-20D4-F2BE-51E8163974E8}"/>
              </a:ext>
            </a:extLst>
          </p:cNvPr>
          <p:cNvSpPr/>
          <p:nvPr/>
        </p:nvSpPr>
        <p:spPr>
          <a:xfrm rot="5400000">
            <a:off x="3052734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23530C-C328-002D-92F9-F90E374A3D73}"/>
              </a:ext>
            </a:extLst>
          </p:cNvPr>
          <p:cNvSpPr/>
          <p:nvPr/>
        </p:nvSpPr>
        <p:spPr>
          <a:xfrm rot="10800000">
            <a:off x="3479987" y="3239891"/>
            <a:ext cx="349390" cy="668293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6B75CA-CBF7-73D7-89B8-FBC4EB51D1E4}"/>
              </a:ext>
            </a:extLst>
          </p:cNvPr>
          <p:cNvSpPr/>
          <p:nvPr/>
        </p:nvSpPr>
        <p:spPr>
          <a:xfrm rot="5400000">
            <a:off x="3349209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C711643-2D14-4CEC-1B21-4CDEDAE8456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52289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EA70025-6ECA-07A7-0DDA-A565416B613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17656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45C1F46-EF7E-B60B-E35A-937A77871E5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83024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FA6A9D2-DE64-D7EC-1D3C-7616A59F541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13758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B38FCECB-11EC-6FBB-B5FC-CF8467135A11}"/>
              </a:ext>
            </a:extLst>
          </p:cNvPr>
          <p:cNvSpPr/>
          <p:nvPr/>
        </p:nvSpPr>
        <p:spPr>
          <a:xfrm rot="5400000">
            <a:off x="1863256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EC342F0-2CFA-79FB-192F-B5B491874324}"/>
              </a:ext>
            </a:extLst>
          </p:cNvPr>
          <p:cNvSpPr/>
          <p:nvPr/>
        </p:nvSpPr>
        <p:spPr>
          <a:xfrm rot="5400000">
            <a:off x="2163307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37" name="Picture 36" descr="A grey rectangular object with a red stripe&#10;&#10;AI-generated content may be incorrect.">
            <a:extLst>
              <a:ext uri="{FF2B5EF4-FFF2-40B4-BE49-F238E27FC236}">
                <a16:creationId xmlns:a16="http://schemas.microsoft.com/office/drawing/2014/main" id="{06CB0B67-FBBC-FF31-9135-324F6BCB6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3" t="15046" r="13970" b="5728"/>
          <a:stretch>
            <a:fillRect/>
          </a:stretch>
        </p:blipFill>
        <p:spPr>
          <a:xfrm>
            <a:off x="960145" y="1622281"/>
            <a:ext cx="1237366" cy="781166"/>
          </a:xfrm>
          <a:prstGeom prst="rect">
            <a:avLst/>
          </a:prstGeom>
        </p:spPr>
      </p:pic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A484988-E9C2-13D9-AB2A-844AA1AC176C}"/>
              </a:ext>
            </a:extLst>
          </p:cNvPr>
          <p:cNvSpPr/>
          <p:nvPr/>
        </p:nvSpPr>
        <p:spPr>
          <a:xfrm rot="19957715">
            <a:off x="1446168" y="2081661"/>
            <a:ext cx="764652" cy="128302"/>
          </a:xfrm>
          <a:prstGeom prst="roundRect">
            <a:avLst/>
          </a:prstGeom>
          <a:noFill/>
          <a:ln>
            <a:solidFill>
              <a:srgbClr val="00206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5B1B37CE-604A-1187-CCF7-2DFF9AD4F0DB}"/>
              </a:ext>
            </a:extLst>
          </p:cNvPr>
          <p:cNvCxnSpPr>
            <a:cxnSpLocks/>
            <a:stCxn id="38" idx="3"/>
            <a:endCxn id="20" idx="2"/>
          </p:cNvCxnSpPr>
          <p:nvPr/>
        </p:nvCxnSpPr>
        <p:spPr>
          <a:xfrm>
            <a:off x="2168017" y="1970035"/>
            <a:ext cx="710960" cy="59031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3">
            <a:extLst>
              <a:ext uri="{FF2B5EF4-FFF2-40B4-BE49-F238E27FC236}">
                <a16:creationId xmlns:a16="http://schemas.microsoft.com/office/drawing/2014/main" id="{7D84EAA0-F518-BE55-614F-C4DF66FD3313}"/>
              </a:ext>
            </a:extLst>
          </p:cNvPr>
          <p:cNvSpPr/>
          <p:nvPr/>
        </p:nvSpPr>
        <p:spPr>
          <a:xfrm>
            <a:off x="1409514" y="5143004"/>
            <a:ext cx="7239675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More contact from heat source will lead to more effective extraction.</a:t>
            </a:r>
          </a:p>
        </p:txBody>
      </p:sp>
      <p:pic>
        <p:nvPicPr>
          <p:cNvPr id="5" name="グラフィックス 56" descr="バッジ: チェックマーク 1 単色塗りつぶし">
            <a:extLst>
              <a:ext uri="{FF2B5EF4-FFF2-40B4-BE49-F238E27FC236}">
                <a16:creationId xmlns:a16="http://schemas.microsoft.com/office/drawing/2014/main" id="{B60C9C05-C113-83C5-762F-9B2CAAB003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36" y="5258676"/>
            <a:ext cx="307778" cy="307778"/>
          </a:xfrm>
          <a:prstGeom prst="rect">
            <a:avLst/>
          </a:prstGeom>
        </p:spPr>
      </p:pic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D96C94B3-5993-992B-15D6-163B3A4890EC}"/>
              </a:ext>
            </a:extLst>
          </p:cNvPr>
          <p:cNvSpPr/>
          <p:nvPr/>
        </p:nvSpPr>
        <p:spPr>
          <a:xfrm>
            <a:off x="186176" y="2865920"/>
            <a:ext cx="157479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2BE40F4E-3AD1-A761-289E-E56959D25465}"/>
              </a:ext>
            </a:extLst>
          </p:cNvPr>
          <p:cNvSpPr/>
          <p:nvPr/>
        </p:nvSpPr>
        <p:spPr>
          <a:xfrm>
            <a:off x="385202" y="3402483"/>
            <a:ext cx="137576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Aluminum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B68DE-E03E-A1F7-91BF-8551C6682E2C}"/>
              </a:ext>
            </a:extLst>
          </p:cNvPr>
          <p:cNvSpPr/>
          <p:nvPr/>
        </p:nvSpPr>
        <p:spPr>
          <a:xfrm>
            <a:off x="6750293" y="2407669"/>
            <a:ext cx="1780068" cy="1743007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Rectangle: Rounded Corners 9">
            <a:extLst>
              <a:ext uri="{FF2B5EF4-FFF2-40B4-BE49-F238E27FC236}">
                <a16:creationId xmlns:a16="http://schemas.microsoft.com/office/drawing/2014/main" id="{2CE00B94-A858-CF41-6BBD-0F1125026702}"/>
              </a:ext>
            </a:extLst>
          </p:cNvPr>
          <p:cNvSpPr/>
          <p:nvPr/>
        </p:nvSpPr>
        <p:spPr>
          <a:xfrm>
            <a:off x="1962031" y="4290810"/>
            <a:ext cx="1780068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Trans. Side View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EB79011-641D-27FD-4748-7792FA4CA8D9}"/>
              </a:ext>
            </a:extLst>
          </p:cNvPr>
          <p:cNvSpPr/>
          <p:nvPr/>
        </p:nvSpPr>
        <p:spPr>
          <a:xfrm>
            <a:off x="4693246" y="2402296"/>
            <a:ext cx="1780068" cy="1743007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306FC80-2EAF-5671-F28C-22EA5767267B}"/>
              </a:ext>
            </a:extLst>
          </p:cNvPr>
          <p:cNvSpPr/>
          <p:nvPr/>
        </p:nvSpPr>
        <p:spPr>
          <a:xfrm>
            <a:off x="4921120" y="2612583"/>
            <a:ext cx="1318530" cy="1319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ACD4BCE-027B-9667-CCAE-A5211663B37F}"/>
              </a:ext>
            </a:extLst>
          </p:cNvPr>
          <p:cNvSpPr/>
          <p:nvPr/>
        </p:nvSpPr>
        <p:spPr>
          <a:xfrm rot="5400000">
            <a:off x="5559040" y="1974661"/>
            <a:ext cx="42690" cy="131853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A9CEA48-4866-163C-30C7-9D5DE8EE74D2}"/>
              </a:ext>
            </a:extLst>
          </p:cNvPr>
          <p:cNvSpPr/>
          <p:nvPr/>
        </p:nvSpPr>
        <p:spPr>
          <a:xfrm rot="5400000">
            <a:off x="5560873" y="3251149"/>
            <a:ext cx="42690" cy="131853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013A398-FA18-80C8-1664-7BCA089781BC}"/>
              </a:ext>
            </a:extLst>
          </p:cNvPr>
          <p:cNvSpPr/>
          <p:nvPr/>
        </p:nvSpPr>
        <p:spPr>
          <a:xfrm rot="5400000">
            <a:off x="5519768" y="2256054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フローチャート: 和接合 16">
            <a:extLst>
              <a:ext uri="{FF2B5EF4-FFF2-40B4-BE49-F238E27FC236}">
                <a16:creationId xmlns:a16="http://schemas.microsoft.com/office/drawing/2014/main" id="{AB25C7FC-0CBE-5311-018E-2D92FD743467}"/>
              </a:ext>
            </a:extLst>
          </p:cNvPr>
          <p:cNvSpPr/>
          <p:nvPr/>
        </p:nvSpPr>
        <p:spPr bwMode="auto">
          <a:xfrm rot="10800000">
            <a:off x="5548568" y="2843234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4BFE185-9E10-8303-CCCF-4013FF973B28}"/>
              </a:ext>
            </a:extLst>
          </p:cNvPr>
          <p:cNvSpPr/>
          <p:nvPr/>
        </p:nvSpPr>
        <p:spPr>
          <a:xfrm rot="5400000">
            <a:off x="5520147" y="2097234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B918AE7-244F-6469-31CF-7B087ED398A1}"/>
              </a:ext>
            </a:extLst>
          </p:cNvPr>
          <p:cNvGrpSpPr/>
          <p:nvPr/>
        </p:nvGrpSpPr>
        <p:grpSpPr>
          <a:xfrm>
            <a:off x="5550747" y="2685552"/>
            <a:ext cx="57600" cy="58165"/>
            <a:chOff x="5550747" y="2678351"/>
            <a:chExt cx="57600" cy="58165"/>
          </a:xfrm>
        </p:grpSpPr>
        <p:sp>
          <p:nvSpPr>
            <p:cNvPr id="133" name="楕円 300">
              <a:extLst>
                <a:ext uri="{FF2B5EF4-FFF2-40B4-BE49-F238E27FC236}">
                  <a16:creationId xmlns:a16="http://schemas.microsoft.com/office/drawing/2014/main" id="{2185882B-D4A3-0EBB-4F06-BA74FAD200EF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楕円 301">
              <a:extLst>
                <a:ext uri="{FF2B5EF4-FFF2-40B4-BE49-F238E27FC236}">
                  <a16:creationId xmlns:a16="http://schemas.microsoft.com/office/drawing/2014/main" id="{39B2BE4D-9507-B702-70B3-0C58D1B72F8C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4" name="テキスト プレースホルダー 2">
            <a:extLst>
              <a:ext uri="{FF2B5EF4-FFF2-40B4-BE49-F238E27FC236}">
                <a16:creationId xmlns:a16="http://schemas.microsoft.com/office/drawing/2014/main" id="{DF4D849B-2E31-6502-9BD1-FE08BCBC4282}"/>
              </a:ext>
            </a:extLst>
          </p:cNvPr>
          <p:cNvSpPr txBox="1">
            <a:spLocks/>
          </p:cNvSpPr>
          <p:nvPr/>
        </p:nvSpPr>
        <p:spPr>
          <a:xfrm>
            <a:off x="1026070" y="4668325"/>
            <a:ext cx="3651990" cy="44664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8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Dead space heat extraction</a:t>
            </a:r>
            <a:endParaRPr kumimoji="1" lang="ja-JP" altLang="en-US" sz="18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47" name="テキスト プレースホルダー 2">
            <a:extLst>
              <a:ext uri="{FF2B5EF4-FFF2-40B4-BE49-F238E27FC236}">
                <a16:creationId xmlns:a16="http://schemas.microsoft.com/office/drawing/2014/main" id="{A1FA0017-D31A-D5F5-EDE7-B1373F438765}"/>
              </a:ext>
            </a:extLst>
          </p:cNvPr>
          <p:cNvSpPr txBox="1">
            <a:spLocks/>
          </p:cNvSpPr>
          <p:nvPr/>
        </p:nvSpPr>
        <p:spPr>
          <a:xfrm>
            <a:off x="4878371" y="4668325"/>
            <a:ext cx="3651990" cy="44664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8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High window-fill factor winding</a:t>
            </a:r>
            <a:endParaRPr kumimoji="1" lang="ja-JP" altLang="en-US" sz="18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D7066E8-E6CA-FC66-01F6-A1DD2F5B7A7B}"/>
              </a:ext>
            </a:extLst>
          </p:cNvPr>
          <p:cNvSpPr/>
          <p:nvPr/>
        </p:nvSpPr>
        <p:spPr>
          <a:xfrm rot="5400000">
            <a:off x="2781863" y="3243291"/>
            <a:ext cx="1730451" cy="364574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49" name="テキスト プレースホルダー 2">
            <a:extLst>
              <a:ext uri="{FF2B5EF4-FFF2-40B4-BE49-F238E27FC236}">
                <a16:creationId xmlns:a16="http://schemas.microsoft.com/office/drawing/2014/main" id="{968EA612-859D-653E-D1C2-3CB8868E2772}"/>
              </a:ext>
            </a:extLst>
          </p:cNvPr>
          <p:cNvSpPr txBox="1">
            <a:spLocks/>
          </p:cNvSpPr>
          <p:nvPr/>
        </p:nvSpPr>
        <p:spPr>
          <a:xfrm>
            <a:off x="4705190" y="1598932"/>
            <a:ext cx="3825171" cy="44664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8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Rectangular, flat windings</a:t>
            </a:r>
            <a:endParaRPr kumimoji="1" lang="ja-JP" altLang="en-US" sz="18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50" name="Rectangle: Rounded Corners 9">
            <a:extLst>
              <a:ext uri="{FF2B5EF4-FFF2-40B4-BE49-F238E27FC236}">
                <a16:creationId xmlns:a16="http://schemas.microsoft.com/office/drawing/2014/main" id="{A063DAB0-7812-18AE-26DB-4D35BE02ED6B}"/>
              </a:ext>
            </a:extLst>
          </p:cNvPr>
          <p:cNvSpPr/>
          <p:nvPr/>
        </p:nvSpPr>
        <p:spPr>
          <a:xfrm>
            <a:off x="5790875" y="4290810"/>
            <a:ext cx="1780068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Trans. Front View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9EA9B8F-B450-297F-C14F-846463AF29FC}"/>
              </a:ext>
            </a:extLst>
          </p:cNvPr>
          <p:cNvCxnSpPr>
            <a:cxnSpLocks/>
          </p:cNvCxnSpPr>
          <p:nvPr/>
        </p:nvCxnSpPr>
        <p:spPr>
          <a:xfrm flipH="1">
            <a:off x="1722863" y="3125236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EFC904E0-186A-20BA-5AAE-FFE3B0632A39}"/>
              </a:ext>
            </a:extLst>
          </p:cNvPr>
          <p:cNvCxnSpPr>
            <a:cxnSpLocks/>
          </p:cNvCxnSpPr>
          <p:nvPr/>
        </p:nvCxnSpPr>
        <p:spPr>
          <a:xfrm flipH="1">
            <a:off x="1722863" y="3534613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EEE538F-7A0E-6010-4AB6-C2705BEAF11F}"/>
              </a:ext>
            </a:extLst>
          </p:cNvPr>
          <p:cNvCxnSpPr>
            <a:cxnSpLocks/>
          </p:cNvCxnSpPr>
          <p:nvPr/>
        </p:nvCxnSpPr>
        <p:spPr>
          <a:xfrm flipH="1">
            <a:off x="1722863" y="2865920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: Rounded Corners 9">
            <a:extLst>
              <a:ext uri="{FF2B5EF4-FFF2-40B4-BE49-F238E27FC236}">
                <a16:creationId xmlns:a16="http://schemas.microsoft.com/office/drawing/2014/main" id="{0253940D-D199-E95B-0168-160F11A2F5F2}"/>
              </a:ext>
            </a:extLst>
          </p:cNvPr>
          <p:cNvSpPr/>
          <p:nvPr/>
        </p:nvSpPr>
        <p:spPr>
          <a:xfrm>
            <a:off x="186176" y="2601809"/>
            <a:ext cx="157479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Winding</a:t>
            </a:r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66099BD-4BB4-8B47-803D-B13CD8799E2F}"/>
              </a:ext>
            </a:extLst>
          </p:cNvPr>
          <p:cNvCxnSpPr>
            <a:cxnSpLocks/>
          </p:cNvCxnSpPr>
          <p:nvPr/>
        </p:nvCxnSpPr>
        <p:spPr>
          <a:xfrm flipH="1">
            <a:off x="1722863" y="3803094"/>
            <a:ext cx="71647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: Rounded Corners 9">
            <a:extLst>
              <a:ext uri="{FF2B5EF4-FFF2-40B4-BE49-F238E27FC236}">
                <a16:creationId xmlns:a16="http://schemas.microsoft.com/office/drawing/2014/main" id="{5891D207-6EAB-6294-B31B-216F130BF2C9}"/>
              </a:ext>
            </a:extLst>
          </p:cNvPr>
          <p:cNvSpPr/>
          <p:nvPr/>
        </p:nvSpPr>
        <p:spPr>
          <a:xfrm>
            <a:off x="385202" y="3683781"/>
            <a:ext cx="137576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4ED5CE32-037E-EA87-A04A-63EAF4BFD09E}"/>
              </a:ext>
            </a:extLst>
          </p:cNvPr>
          <p:cNvCxnSpPr/>
          <p:nvPr/>
        </p:nvCxnSpPr>
        <p:spPr>
          <a:xfrm>
            <a:off x="4527004" y="2274580"/>
            <a:ext cx="0" cy="2131289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: Rounded Corners 9">
            <a:extLst>
              <a:ext uri="{FF2B5EF4-FFF2-40B4-BE49-F238E27FC236}">
                <a16:creationId xmlns:a16="http://schemas.microsoft.com/office/drawing/2014/main" id="{4528849B-B5FE-6CB2-B305-6427A6F7E661}"/>
              </a:ext>
            </a:extLst>
          </p:cNvPr>
          <p:cNvSpPr/>
          <p:nvPr/>
        </p:nvSpPr>
        <p:spPr>
          <a:xfrm rot="5400000">
            <a:off x="3021423" y="3116949"/>
            <a:ext cx="2547447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Thermal Conduction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0045DDE1-B027-4B0D-4C5A-389B5E4A3062}"/>
              </a:ext>
            </a:extLst>
          </p:cNvPr>
          <p:cNvGrpSpPr/>
          <p:nvPr/>
        </p:nvGrpSpPr>
        <p:grpSpPr>
          <a:xfrm>
            <a:off x="9071470" y="1606085"/>
            <a:ext cx="2710189" cy="4061364"/>
            <a:chOff x="719648" y="1606085"/>
            <a:chExt cx="2710189" cy="4061364"/>
          </a:xfrm>
        </p:grpSpPr>
        <p:sp>
          <p:nvSpPr>
            <p:cNvPr id="160" name="Rectangle: Rounded Corners 12">
              <a:extLst>
                <a:ext uri="{FF2B5EF4-FFF2-40B4-BE49-F238E27FC236}">
                  <a16:creationId xmlns:a16="http://schemas.microsoft.com/office/drawing/2014/main" id="{F2081F6A-BEE7-2128-F9D3-7AD05D8D85F1}"/>
                </a:ext>
              </a:extLst>
            </p:cNvPr>
            <p:cNvSpPr/>
            <p:nvPr/>
          </p:nvSpPr>
          <p:spPr>
            <a:xfrm>
              <a:off x="956941" y="5172375"/>
              <a:ext cx="2378156" cy="495074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Wide cooling area</a:t>
              </a:r>
              <a:endParaRPr lang="en-PH" sz="16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pic>
          <p:nvPicPr>
            <p:cNvPr id="162" name="グラフィックス 56" descr="バッジ: チェックマーク 1 単色塗りつぶし">
              <a:extLst>
                <a:ext uri="{FF2B5EF4-FFF2-40B4-BE49-F238E27FC236}">
                  <a16:creationId xmlns:a16="http://schemas.microsoft.com/office/drawing/2014/main" id="{08EB92C5-A59F-D433-B5FE-CFD3ED8B53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5541" y="5262032"/>
              <a:ext cx="307778" cy="307778"/>
            </a:xfrm>
            <a:prstGeom prst="rect">
              <a:avLst/>
            </a:prstGeom>
          </p:spPr>
        </p:pic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169624D2-484E-B218-1206-B8BAF337EDBC}"/>
                </a:ext>
              </a:extLst>
            </p:cNvPr>
            <p:cNvGrpSpPr/>
            <p:nvPr/>
          </p:nvGrpSpPr>
          <p:grpSpPr>
            <a:xfrm>
              <a:off x="1439431" y="3860381"/>
              <a:ext cx="1334542" cy="1117676"/>
              <a:chOff x="703122" y="3494610"/>
              <a:chExt cx="2211422" cy="1852060"/>
            </a:xfrm>
          </p:grpSpPr>
          <p:pic>
            <p:nvPicPr>
              <p:cNvPr id="181" name="Picture 180" descr="A grey box with a white door&#10;&#10;AI-generated content may be incorrect.">
                <a:extLst>
                  <a:ext uri="{FF2B5EF4-FFF2-40B4-BE49-F238E27FC236}">
                    <a16:creationId xmlns:a16="http://schemas.microsoft.com/office/drawing/2014/main" id="{B3636EC7-AA70-53A1-396A-ECBE75B04E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4624"/>
              <a:stretch/>
            </p:blipFill>
            <p:spPr>
              <a:xfrm flipH="1">
                <a:off x="703122" y="3494610"/>
                <a:ext cx="2211422" cy="1482728"/>
              </a:xfrm>
              <a:prstGeom prst="rect">
                <a:avLst/>
              </a:prstGeom>
            </p:spPr>
          </p:pic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E7EB6E4E-8013-6C5D-4C1C-00477971F0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913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97EE974B-449D-1D0C-77A2-E82FE0B61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4234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31D4A4BF-3380-2BDE-2D1F-AD15584309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2555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1D36FAD9-8CF5-31FC-8E6C-ABF696E0BD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0876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D261819B-E8F3-6B0C-07C0-570C7569B6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9197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279FDE6E-3132-58A9-AEE4-63D54FD5CC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519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F695A741-26B1-4765-0278-AF8C7E6FCE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1326" y="4172652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2E075DAD-5C6E-BBE1-A35F-D9D10225DD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89003" y="4325232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F584FEF4-BB6B-F3AA-17C1-7FB14EDD27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8302" y="4483163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F6A30DE9-876B-3405-7C62-A7F6713D8F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6130" y="4605010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A746D197-886B-0DCC-C871-8C0E97850A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3806" y="475224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15863530-3FD3-2094-18B8-8E52175F19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6368" y="491017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4" name="Rounded Rectangle 38">
              <a:extLst>
                <a:ext uri="{FF2B5EF4-FFF2-40B4-BE49-F238E27FC236}">
                  <a16:creationId xmlns:a16="http://schemas.microsoft.com/office/drawing/2014/main" id="{48B95A7F-FEDB-7CF9-BADA-B44BC7157427}"/>
                </a:ext>
              </a:extLst>
            </p:cNvPr>
            <p:cNvSpPr/>
            <p:nvPr/>
          </p:nvSpPr>
          <p:spPr>
            <a:xfrm>
              <a:off x="1233319" y="3457522"/>
              <a:ext cx="1742033" cy="1706464"/>
            </a:xfrm>
            <a:prstGeom prst="roundRect">
              <a:avLst>
                <a:gd name="adj" fmla="val 4903"/>
              </a:avLst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0A9652BC-26A1-F0A9-6DAD-63AC8A5FAED8}"/>
                </a:ext>
              </a:extLst>
            </p:cNvPr>
            <p:cNvGrpSpPr/>
            <p:nvPr/>
          </p:nvGrpSpPr>
          <p:grpSpPr>
            <a:xfrm>
              <a:off x="1369818" y="2023777"/>
              <a:ext cx="1443490" cy="1221480"/>
              <a:chOff x="1119743" y="1867587"/>
              <a:chExt cx="2211423" cy="1871304"/>
            </a:xfrm>
          </p:grpSpPr>
          <p:pic>
            <p:nvPicPr>
              <p:cNvPr id="170" name="Picture 169" descr="A grey box with a white door&#10;&#10;AI-generated content may be incorrect.">
                <a:extLst>
                  <a:ext uri="{FF2B5EF4-FFF2-40B4-BE49-F238E27FC236}">
                    <a16:creationId xmlns:a16="http://schemas.microsoft.com/office/drawing/2014/main" id="{87C27609-9CF7-D7CB-380F-1CA1E6A62A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54624"/>
              <a:stretch/>
            </p:blipFill>
            <p:spPr>
              <a:xfrm flipH="1">
                <a:off x="1119743" y="1867587"/>
                <a:ext cx="2211423" cy="1482728"/>
              </a:xfrm>
              <a:prstGeom prst="rect">
                <a:avLst/>
              </a:prstGeom>
            </p:spPr>
          </p:pic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644235DC-3C52-24F6-FC42-A2D5848451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5138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D4CD383E-E0A0-E8FF-55D3-8920F6880C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3459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276E60C3-C2BB-B6CE-F4AA-E61621777F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780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7629A30F-1BC1-5735-651F-CC70DF166B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30101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E4C676D5-E0F2-1065-452B-C484476F0D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8422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474D19DD-439F-1836-8A61-6BE74518B5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6744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EA799ED3-ED49-33CE-FBFA-F3FE78A220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23031" y="3142936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E8C16A8A-412E-B69E-F137-9E48661629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5593" y="330086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5F031192-4CF6-99CE-2A7B-257EAD188F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4032" y="3369559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E5EADB2A-3730-4CCD-D7D4-0541DFC765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2353" y="3369559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943BEE9C-1455-9DA8-BF78-87FDF660DB3E}"/>
                </a:ext>
              </a:extLst>
            </p:cNvPr>
            <p:cNvSpPr txBox="1"/>
            <p:nvPr/>
          </p:nvSpPr>
          <p:spPr>
            <a:xfrm>
              <a:off x="735488" y="2960535"/>
              <a:ext cx="69204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PH" altLang="ja-JP" sz="1200" b="1">
                  <a:solidFill>
                    <a:srgbClr val="C45200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Heat</a:t>
              </a:r>
              <a:endParaRPr lang="en-JP" sz="1200">
                <a:solidFill>
                  <a:srgbClr val="C452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67" name="Rectangle: Rounded Corners 12">
              <a:extLst>
                <a:ext uri="{FF2B5EF4-FFF2-40B4-BE49-F238E27FC236}">
                  <a16:creationId xmlns:a16="http://schemas.microsoft.com/office/drawing/2014/main" id="{D770BB53-8313-E080-92C8-073D9271F5B3}"/>
                </a:ext>
              </a:extLst>
            </p:cNvPr>
            <p:cNvSpPr/>
            <p:nvPr/>
          </p:nvSpPr>
          <p:spPr>
            <a:xfrm>
              <a:off x="1170893" y="3438339"/>
              <a:ext cx="1878060" cy="375559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Planar (proposed)</a:t>
              </a:r>
              <a:endParaRPr lang="en-PH" sz="16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68" name="Rectangle: Rounded Corners 12">
              <a:extLst>
                <a:ext uri="{FF2B5EF4-FFF2-40B4-BE49-F238E27FC236}">
                  <a16:creationId xmlns:a16="http://schemas.microsoft.com/office/drawing/2014/main" id="{22FDA433-9960-F775-A75D-CFCAB76B44E9}"/>
                </a:ext>
              </a:extLst>
            </p:cNvPr>
            <p:cNvSpPr/>
            <p:nvPr/>
          </p:nvSpPr>
          <p:spPr>
            <a:xfrm>
              <a:off x="719648" y="1606085"/>
              <a:ext cx="2710189" cy="395463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Spatial</a:t>
              </a:r>
              <a:endPara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3535E71B-2695-0286-EF86-1DF88CAC9B7A}"/>
                </a:ext>
              </a:extLst>
            </p:cNvPr>
            <p:cNvSpPr txBox="1"/>
            <p:nvPr/>
          </p:nvSpPr>
          <p:spPr>
            <a:xfrm>
              <a:off x="2283305" y="4861989"/>
              <a:ext cx="69204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PH" altLang="ja-JP" sz="1200" b="1">
                  <a:solidFill>
                    <a:srgbClr val="C45200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Heat</a:t>
              </a:r>
              <a:endParaRPr lang="en-JP" sz="1200">
                <a:solidFill>
                  <a:srgbClr val="C452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D8868DEC-D63B-4D5E-B0E3-CA9DB101067A}"/>
              </a:ext>
            </a:extLst>
          </p:cNvPr>
          <p:cNvCxnSpPr>
            <a:cxnSpLocks/>
          </p:cNvCxnSpPr>
          <p:nvPr/>
        </p:nvCxnSpPr>
        <p:spPr>
          <a:xfrm>
            <a:off x="1879600" y="4053646"/>
            <a:ext cx="2082800" cy="0"/>
          </a:xfrm>
          <a:prstGeom prst="straightConnector1">
            <a:avLst/>
          </a:prstGeom>
          <a:ln w="38100">
            <a:solidFill>
              <a:srgbClr val="00B0F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BE5BE23A-3069-C4A2-D23F-3B07F22C3FB6}"/>
              </a:ext>
            </a:extLst>
          </p:cNvPr>
          <p:cNvCxnSpPr>
            <a:cxnSpLocks/>
          </p:cNvCxnSpPr>
          <p:nvPr/>
        </p:nvCxnSpPr>
        <p:spPr>
          <a:xfrm>
            <a:off x="1879600" y="4154584"/>
            <a:ext cx="2082800" cy="0"/>
          </a:xfrm>
          <a:prstGeom prst="straightConnector1">
            <a:avLst/>
          </a:prstGeom>
          <a:ln w="38100">
            <a:solidFill>
              <a:srgbClr val="00B0F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3223164F-BF91-A9F7-FC66-66902550E446}"/>
              </a:ext>
            </a:extLst>
          </p:cNvPr>
          <p:cNvCxnSpPr>
            <a:cxnSpLocks/>
          </p:cNvCxnSpPr>
          <p:nvPr/>
        </p:nvCxnSpPr>
        <p:spPr>
          <a:xfrm>
            <a:off x="1879600" y="4259474"/>
            <a:ext cx="2082800" cy="0"/>
          </a:xfrm>
          <a:prstGeom prst="straightConnector1">
            <a:avLst/>
          </a:prstGeom>
          <a:ln w="38100">
            <a:solidFill>
              <a:srgbClr val="00B0F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: Rounded Corners 9">
            <a:extLst>
              <a:ext uri="{FF2B5EF4-FFF2-40B4-BE49-F238E27FC236}">
                <a16:creationId xmlns:a16="http://schemas.microsoft.com/office/drawing/2014/main" id="{483148B2-150C-3A62-FF81-8878748DFD77}"/>
              </a:ext>
            </a:extLst>
          </p:cNvPr>
          <p:cNvSpPr/>
          <p:nvPr/>
        </p:nvSpPr>
        <p:spPr>
          <a:xfrm>
            <a:off x="389546" y="4067685"/>
            <a:ext cx="137576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Coolant</a:t>
            </a:r>
          </a:p>
        </p:txBody>
      </p:sp>
      <p:sp>
        <p:nvSpPr>
          <p:cNvPr id="2" name="テキスト プレースホルダー 2">
            <a:extLst>
              <a:ext uri="{FF2B5EF4-FFF2-40B4-BE49-F238E27FC236}">
                <a16:creationId xmlns:a16="http://schemas.microsoft.com/office/drawing/2014/main" id="{53CBC040-B5DC-1760-6512-03BEACFC605D}"/>
              </a:ext>
            </a:extLst>
          </p:cNvPr>
          <p:cNvSpPr txBox="1">
            <a:spLocks/>
          </p:cNvSpPr>
          <p:nvPr/>
        </p:nvSpPr>
        <p:spPr>
          <a:xfrm>
            <a:off x="4691367" y="2045576"/>
            <a:ext cx="1780068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</a:t>
            </a:r>
            <a:endParaRPr kumimoji="1" lang="ja-JP" altLang="en-US" sz="14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9DBA0F-1805-3039-FD13-2EB25E8E308A}"/>
              </a:ext>
            </a:extLst>
          </p:cNvPr>
          <p:cNvSpPr txBox="1">
            <a:spLocks/>
          </p:cNvSpPr>
          <p:nvPr/>
        </p:nvSpPr>
        <p:spPr>
          <a:xfrm>
            <a:off x="6750294" y="2054096"/>
            <a:ext cx="1780068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4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 (proposed)</a:t>
            </a:r>
            <a:endParaRPr kumimoji="1" lang="ja-JP" altLang="en-US" sz="1400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F2F4350-D313-0BE6-EE0E-4BDE8F08152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28546" y="4497210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Rectangle 202">
            <a:extLst>
              <a:ext uri="{FF2B5EF4-FFF2-40B4-BE49-F238E27FC236}">
                <a16:creationId xmlns:a16="http://schemas.microsoft.com/office/drawing/2014/main" id="{BFCAC5DE-56DA-28E5-2EEF-8501C0419D0E}"/>
              </a:ext>
            </a:extLst>
          </p:cNvPr>
          <p:cNvSpPr/>
          <p:nvPr/>
        </p:nvSpPr>
        <p:spPr>
          <a:xfrm rot="5400000">
            <a:off x="5519768" y="2574456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フローチャート: 和接合 16">
            <a:extLst>
              <a:ext uri="{FF2B5EF4-FFF2-40B4-BE49-F238E27FC236}">
                <a16:creationId xmlns:a16="http://schemas.microsoft.com/office/drawing/2014/main" id="{3581112B-D3FA-9C68-90C4-D9BF38606929}"/>
              </a:ext>
            </a:extLst>
          </p:cNvPr>
          <p:cNvSpPr/>
          <p:nvPr/>
        </p:nvSpPr>
        <p:spPr bwMode="auto">
          <a:xfrm rot="10800000">
            <a:off x="5548568" y="3161636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C890A6FF-10BA-5523-67FC-78615D9C44D6}"/>
              </a:ext>
            </a:extLst>
          </p:cNvPr>
          <p:cNvSpPr/>
          <p:nvPr/>
        </p:nvSpPr>
        <p:spPr>
          <a:xfrm rot="5400000">
            <a:off x="5520147" y="2415636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6CA56DF6-B04B-D7C6-6646-E3262D62B375}"/>
              </a:ext>
            </a:extLst>
          </p:cNvPr>
          <p:cNvGrpSpPr/>
          <p:nvPr/>
        </p:nvGrpSpPr>
        <p:grpSpPr>
          <a:xfrm>
            <a:off x="5550747" y="3003954"/>
            <a:ext cx="57600" cy="58165"/>
            <a:chOff x="5550747" y="2678351"/>
            <a:chExt cx="57600" cy="58165"/>
          </a:xfrm>
        </p:grpSpPr>
        <p:sp>
          <p:nvSpPr>
            <p:cNvPr id="201" name="楕円 300">
              <a:extLst>
                <a:ext uri="{FF2B5EF4-FFF2-40B4-BE49-F238E27FC236}">
                  <a16:creationId xmlns:a16="http://schemas.microsoft.com/office/drawing/2014/main" id="{7A6A888B-16C8-17E9-EBC5-2BBCAE8C85A0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楕円 301">
              <a:extLst>
                <a:ext uri="{FF2B5EF4-FFF2-40B4-BE49-F238E27FC236}">
                  <a16:creationId xmlns:a16="http://schemas.microsoft.com/office/drawing/2014/main" id="{BBE1E292-8C3C-485F-BD66-C73B12CAB4D8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9789373-A912-3718-D20F-8ABFB3BFB40D}"/>
              </a:ext>
            </a:extLst>
          </p:cNvPr>
          <p:cNvSpPr/>
          <p:nvPr/>
        </p:nvSpPr>
        <p:spPr>
          <a:xfrm rot="5400000">
            <a:off x="5519768" y="2892858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フローチャート: 和接合 16">
            <a:extLst>
              <a:ext uri="{FF2B5EF4-FFF2-40B4-BE49-F238E27FC236}">
                <a16:creationId xmlns:a16="http://schemas.microsoft.com/office/drawing/2014/main" id="{D7A05355-16EC-F305-F309-C15B539967F7}"/>
              </a:ext>
            </a:extLst>
          </p:cNvPr>
          <p:cNvSpPr/>
          <p:nvPr/>
        </p:nvSpPr>
        <p:spPr bwMode="auto">
          <a:xfrm rot="10800000">
            <a:off x="5548568" y="3480038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7752DE87-705F-2448-3A96-590455DCB306}"/>
              </a:ext>
            </a:extLst>
          </p:cNvPr>
          <p:cNvSpPr/>
          <p:nvPr/>
        </p:nvSpPr>
        <p:spPr>
          <a:xfrm rot="5400000">
            <a:off x="5520147" y="2734038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C9FE4D5D-2886-1448-2CE2-778F13412D07}"/>
              </a:ext>
            </a:extLst>
          </p:cNvPr>
          <p:cNvGrpSpPr/>
          <p:nvPr/>
        </p:nvGrpSpPr>
        <p:grpSpPr>
          <a:xfrm>
            <a:off x="5550747" y="3322356"/>
            <a:ext cx="57600" cy="58165"/>
            <a:chOff x="5550747" y="2678351"/>
            <a:chExt cx="57600" cy="58165"/>
          </a:xfrm>
        </p:grpSpPr>
        <p:sp>
          <p:nvSpPr>
            <p:cNvPr id="210" name="楕円 300">
              <a:extLst>
                <a:ext uri="{FF2B5EF4-FFF2-40B4-BE49-F238E27FC236}">
                  <a16:creationId xmlns:a16="http://schemas.microsoft.com/office/drawing/2014/main" id="{E0B6C57C-4107-F22E-5701-D6304A4153A4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楕円 301">
              <a:extLst>
                <a:ext uri="{FF2B5EF4-FFF2-40B4-BE49-F238E27FC236}">
                  <a16:creationId xmlns:a16="http://schemas.microsoft.com/office/drawing/2014/main" id="{7B767063-370B-0486-8A39-D953428C0C18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1" name="Rectangle 220">
            <a:extLst>
              <a:ext uri="{FF2B5EF4-FFF2-40B4-BE49-F238E27FC236}">
                <a16:creationId xmlns:a16="http://schemas.microsoft.com/office/drawing/2014/main" id="{02FB4268-5738-AB92-38B5-88EF014B574D}"/>
              </a:ext>
            </a:extLst>
          </p:cNvPr>
          <p:cNvSpPr/>
          <p:nvPr/>
        </p:nvSpPr>
        <p:spPr>
          <a:xfrm rot="5400000">
            <a:off x="5519768" y="3211262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フローチャート: 和接合 16">
            <a:extLst>
              <a:ext uri="{FF2B5EF4-FFF2-40B4-BE49-F238E27FC236}">
                <a16:creationId xmlns:a16="http://schemas.microsoft.com/office/drawing/2014/main" id="{B577900D-BB0B-1399-6DEB-57222921F084}"/>
              </a:ext>
            </a:extLst>
          </p:cNvPr>
          <p:cNvSpPr/>
          <p:nvPr/>
        </p:nvSpPr>
        <p:spPr bwMode="auto">
          <a:xfrm rot="10800000">
            <a:off x="5548568" y="3798442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1AD2128D-F674-3D6E-32A8-6C62D0354470}"/>
              </a:ext>
            </a:extLst>
          </p:cNvPr>
          <p:cNvSpPr/>
          <p:nvPr/>
        </p:nvSpPr>
        <p:spPr>
          <a:xfrm rot="5400000">
            <a:off x="5520147" y="3052440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4CEB2D5E-07D8-0B76-3467-80DB00F6AC7A}"/>
              </a:ext>
            </a:extLst>
          </p:cNvPr>
          <p:cNvGrpSpPr/>
          <p:nvPr/>
        </p:nvGrpSpPr>
        <p:grpSpPr>
          <a:xfrm>
            <a:off x="5550747" y="3640758"/>
            <a:ext cx="57600" cy="58165"/>
            <a:chOff x="5550747" y="2678351"/>
            <a:chExt cx="57600" cy="58165"/>
          </a:xfrm>
        </p:grpSpPr>
        <p:sp>
          <p:nvSpPr>
            <p:cNvPr id="219" name="楕円 300">
              <a:extLst>
                <a:ext uri="{FF2B5EF4-FFF2-40B4-BE49-F238E27FC236}">
                  <a16:creationId xmlns:a16="http://schemas.microsoft.com/office/drawing/2014/main" id="{3ED19BC1-B9F5-F09A-B082-1CCDE2D83063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" name="楕円 301">
              <a:extLst>
                <a:ext uri="{FF2B5EF4-FFF2-40B4-BE49-F238E27FC236}">
                  <a16:creationId xmlns:a16="http://schemas.microsoft.com/office/drawing/2014/main" id="{87256F73-34CF-1AC2-6C11-25DBCE12CA70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C178B94-7108-5B88-6487-9D0B7094B989}"/>
              </a:ext>
            </a:extLst>
          </p:cNvPr>
          <p:cNvSpPr/>
          <p:nvPr/>
        </p:nvSpPr>
        <p:spPr>
          <a:xfrm>
            <a:off x="4798297" y="3498134"/>
            <a:ext cx="1545021" cy="559078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0BCF28D2-4E60-E2B2-C637-2FD230A54A78}"/>
              </a:ext>
            </a:extLst>
          </p:cNvPr>
          <p:cNvGrpSpPr/>
          <p:nvPr/>
        </p:nvGrpSpPr>
        <p:grpSpPr>
          <a:xfrm>
            <a:off x="6978166" y="2617955"/>
            <a:ext cx="1320364" cy="1319180"/>
            <a:chOff x="6978166" y="2617955"/>
            <a:chExt cx="1320364" cy="131918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B7B306-5A9A-AE3E-3C90-D9C79B26C9B8}"/>
                </a:ext>
              </a:extLst>
            </p:cNvPr>
            <p:cNvSpPr/>
            <p:nvPr/>
          </p:nvSpPr>
          <p:spPr>
            <a:xfrm>
              <a:off x="6978167" y="2617956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3A2833-2E75-A899-064A-A5E78052B107}"/>
                </a:ext>
              </a:extLst>
            </p:cNvPr>
            <p:cNvSpPr/>
            <p:nvPr/>
          </p:nvSpPr>
          <p:spPr>
            <a:xfrm rot="5400000">
              <a:off x="7616087" y="1980034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DB7E08A-97A2-EE52-D5A5-E4A6C674C4D2}"/>
                </a:ext>
              </a:extLst>
            </p:cNvPr>
            <p:cNvSpPr/>
            <p:nvPr/>
          </p:nvSpPr>
          <p:spPr>
            <a:xfrm rot="5400000">
              <a:off x="7617920" y="3256522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90704FD9-E7E3-9227-234B-E7905365251D}"/>
                </a:ext>
              </a:extLst>
            </p:cNvPr>
            <p:cNvGrpSpPr/>
            <p:nvPr/>
          </p:nvGrpSpPr>
          <p:grpSpPr>
            <a:xfrm rot="16200000">
              <a:off x="6621649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356203CE-1733-EB3B-4567-33F18C3240E7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5" name="フローチャート: 和接合 16">
                <a:extLst>
                  <a:ext uri="{FF2B5EF4-FFF2-40B4-BE49-F238E27FC236}">
                    <a16:creationId xmlns:a16="http://schemas.microsoft.com/office/drawing/2014/main" id="{D06EBDE1-70D8-C90B-C203-6ED4951AC9ED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CE7477C-9B0F-A408-E777-4BEE28D35186}"/>
                </a:ext>
              </a:extLst>
            </p:cNvPr>
            <p:cNvSpPr/>
            <p:nvPr/>
          </p:nvSpPr>
          <p:spPr>
            <a:xfrm>
              <a:off x="7020829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E4269753-747C-16B9-D28B-5068E41F9EEF}"/>
                </a:ext>
              </a:extLst>
            </p:cNvPr>
            <p:cNvGrpSpPr/>
            <p:nvPr/>
          </p:nvGrpSpPr>
          <p:grpSpPr>
            <a:xfrm rot="16200000">
              <a:off x="7051430" y="3248500"/>
              <a:ext cx="57600" cy="58165"/>
              <a:chOff x="5550747" y="2678351"/>
              <a:chExt cx="57600" cy="58165"/>
            </a:xfrm>
          </p:grpSpPr>
          <p:sp>
            <p:nvSpPr>
              <p:cNvPr id="229" name="楕円 300">
                <a:extLst>
                  <a:ext uri="{FF2B5EF4-FFF2-40B4-BE49-F238E27FC236}">
                    <a16:creationId xmlns:a16="http://schemas.microsoft.com/office/drawing/2014/main" id="{C3D82591-4B99-D3E3-CBCB-FF92880203C2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0" name="楕円 301">
                <a:extLst>
                  <a:ext uri="{FF2B5EF4-FFF2-40B4-BE49-F238E27FC236}">
                    <a16:creationId xmlns:a16="http://schemas.microsoft.com/office/drawing/2014/main" id="{661A2D44-2DD9-0C2B-2D3A-D575C4A9A43E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972AAAB5-6D6A-F9D0-D312-E494FF4BA517}"/>
                </a:ext>
              </a:extLst>
            </p:cNvPr>
            <p:cNvGrpSpPr/>
            <p:nvPr/>
          </p:nvGrpSpPr>
          <p:grpSpPr>
            <a:xfrm rot="16200000">
              <a:off x="6940051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3BFD3D21-107D-01A3-FA2F-E0CD5144C97F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3" name="フローチャート: 和接合 16">
                <a:extLst>
                  <a:ext uri="{FF2B5EF4-FFF2-40B4-BE49-F238E27FC236}">
                    <a16:creationId xmlns:a16="http://schemas.microsoft.com/office/drawing/2014/main" id="{B3704149-17E7-CA67-9ED5-FBC36A6A83EE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AFBB46C6-A906-C856-8CA7-AAC25CCFCCD1}"/>
                </a:ext>
              </a:extLst>
            </p:cNvPr>
            <p:cNvSpPr/>
            <p:nvPr/>
          </p:nvSpPr>
          <p:spPr>
            <a:xfrm>
              <a:off x="7339231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50B8EDE6-C926-D8B2-10F1-F5F83A7000B1}"/>
                </a:ext>
              </a:extLst>
            </p:cNvPr>
            <p:cNvGrpSpPr/>
            <p:nvPr/>
          </p:nvGrpSpPr>
          <p:grpSpPr>
            <a:xfrm rot="16200000">
              <a:off x="7369832" y="3248500"/>
              <a:ext cx="57600" cy="58165"/>
              <a:chOff x="5550747" y="2678351"/>
              <a:chExt cx="57600" cy="58165"/>
            </a:xfrm>
          </p:grpSpPr>
          <p:sp>
            <p:nvSpPr>
              <p:cNvPr id="237" name="楕円 300">
                <a:extLst>
                  <a:ext uri="{FF2B5EF4-FFF2-40B4-BE49-F238E27FC236}">
                    <a16:creationId xmlns:a16="http://schemas.microsoft.com/office/drawing/2014/main" id="{BF51C442-8EDD-5651-3E5E-F00F1B87C846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8" name="楕円 301">
                <a:extLst>
                  <a:ext uri="{FF2B5EF4-FFF2-40B4-BE49-F238E27FC236}">
                    <a16:creationId xmlns:a16="http://schemas.microsoft.com/office/drawing/2014/main" id="{90200748-8226-13A8-2355-E75DFB0AE10D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30DAF715-70F5-DEBB-FB4C-DD9F50478DB7}"/>
                </a:ext>
              </a:extLst>
            </p:cNvPr>
            <p:cNvGrpSpPr/>
            <p:nvPr/>
          </p:nvGrpSpPr>
          <p:grpSpPr>
            <a:xfrm rot="16200000">
              <a:off x="7258453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BCF60A5A-9002-1B57-99B7-AB845043560D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1" name="フローチャート: 和接合 16">
                <a:extLst>
                  <a:ext uri="{FF2B5EF4-FFF2-40B4-BE49-F238E27FC236}">
                    <a16:creationId xmlns:a16="http://schemas.microsoft.com/office/drawing/2014/main" id="{B127B7BC-430D-1D21-F3B1-9009DF8386DA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1D16950A-8698-80DF-F674-7356B705179A}"/>
                </a:ext>
              </a:extLst>
            </p:cNvPr>
            <p:cNvSpPr/>
            <p:nvPr/>
          </p:nvSpPr>
          <p:spPr>
            <a:xfrm>
              <a:off x="7657633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F946E6A4-2DB4-A868-5A50-2122DCE028DA}"/>
                </a:ext>
              </a:extLst>
            </p:cNvPr>
            <p:cNvGrpSpPr/>
            <p:nvPr/>
          </p:nvGrpSpPr>
          <p:grpSpPr>
            <a:xfrm rot="16200000">
              <a:off x="7688234" y="3248500"/>
              <a:ext cx="57600" cy="58165"/>
              <a:chOff x="5550747" y="2678351"/>
              <a:chExt cx="57600" cy="58165"/>
            </a:xfrm>
          </p:grpSpPr>
          <p:sp>
            <p:nvSpPr>
              <p:cNvPr id="245" name="楕円 300">
                <a:extLst>
                  <a:ext uri="{FF2B5EF4-FFF2-40B4-BE49-F238E27FC236}">
                    <a16:creationId xmlns:a16="http://schemas.microsoft.com/office/drawing/2014/main" id="{94FA1129-DFB3-69CF-9E17-4A80B88387BD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" name="楕円 301">
                <a:extLst>
                  <a:ext uri="{FF2B5EF4-FFF2-40B4-BE49-F238E27FC236}">
                    <a16:creationId xmlns:a16="http://schemas.microsoft.com/office/drawing/2014/main" id="{5BEAFAB5-A0EC-1A62-3B24-E651B0A80478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053F5BE5-A82F-8E5F-7375-F2F3E957C704}"/>
                </a:ext>
              </a:extLst>
            </p:cNvPr>
            <p:cNvGrpSpPr/>
            <p:nvPr/>
          </p:nvGrpSpPr>
          <p:grpSpPr>
            <a:xfrm rot="16200000">
              <a:off x="7576857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26898BBE-1D68-F6D1-E7D3-161E692898A2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9" name="フローチャート: 和接合 16">
                <a:extLst>
                  <a:ext uri="{FF2B5EF4-FFF2-40B4-BE49-F238E27FC236}">
                    <a16:creationId xmlns:a16="http://schemas.microsoft.com/office/drawing/2014/main" id="{03AA4F0A-F111-112E-5DBC-BAB36568C069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1B10084C-31B1-9B31-9763-AB0198F2DA2A}"/>
                </a:ext>
              </a:extLst>
            </p:cNvPr>
            <p:cNvSpPr/>
            <p:nvPr/>
          </p:nvSpPr>
          <p:spPr>
            <a:xfrm>
              <a:off x="7976035" y="2660182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FCC63EA8-14BC-E602-FD56-C3E2AA5AA920}"/>
                </a:ext>
              </a:extLst>
            </p:cNvPr>
            <p:cNvGrpSpPr/>
            <p:nvPr/>
          </p:nvGrpSpPr>
          <p:grpSpPr>
            <a:xfrm rot="16200000">
              <a:off x="8006636" y="3248499"/>
              <a:ext cx="57600" cy="58165"/>
              <a:chOff x="5550747" y="2678351"/>
              <a:chExt cx="57600" cy="58165"/>
            </a:xfrm>
          </p:grpSpPr>
          <p:sp>
            <p:nvSpPr>
              <p:cNvPr id="253" name="楕円 300">
                <a:extLst>
                  <a:ext uri="{FF2B5EF4-FFF2-40B4-BE49-F238E27FC236}">
                    <a16:creationId xmlns:a16="http://schemas.microsoft.com/office/drawing/2014/main" id="{9BA3CD78-A702-9279-D5B4-796555A3EFA0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楕円 301">
                <a:extLst>
                  <a:ext uri="{FF2B5EF4-FFF2-40B4-BE49-F238E27FC236}">
                    <a16:creationId xmlns:a16="http://schemas.microsoft.com/office/drawing/2014/main" id="{99E0B853-4D54-E164-05EA-BD52693D08BD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11092E5-9E9D-DBE1-771F-3A585C9F5D51}"/>
              </a:ext>
            </a:extLst>
          </p:cNvPr>
          <p:cNvSpPr/>
          <p:nvPr/>
        </p:nvSpPr>
        <p:spPr>
          <a:xfrm>
            <a:off x="6856185" y="3494568"/>
            <a:ext cx="1545021" cy="559078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7DDF2A1F-6CA5-3631-FDDF-0D996916B71E}"/>
              </a:ext>
            </a:extLst>
          </p:cNvPr>
          <p:cNvSpPr/>
          <p:nvPr/>
        </p:nvSpPr>
        <p:spPr>
          <a:xfrm>
            <a:off x="7381827" y="-2368924"/>
            <a:ext cx="4022539" cy="2026844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E141A02B-707F-4953-066F-74F3A61594C2}"/>
              </a:ext>
            </a:extLst>
          </p:cNvPr>
          <p:cNvSpPr/>
          <p:nvPr/>
        </p:nvSpPr>
        <p:spPr>
          <a:xfrm>
            <a:off x="7336082" y="-1415543"/>
            <a:ext cx="4179245" cy="120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94B331E7-CA64-5F14-E379-B58D04FC8348}"/>
              </a:ext>
            </a:extLst>
          </p:cNvPr>
          <p:cNvGrpSpPr/>
          <p:nvPr/>
        </p:nvGrpSpPr>
        <p:grpSpPr>
          <a:xfrm>
            <a:off x="7696014" y="-2064702"/>
            <a:ext cx="3394165" cy="1418400"/>
            <a:chOff x="7692006" y="-572354"/>
            <a:chExt cx="3394165" cy="1418400"/>
          </a:xfrm>
        </p:grpSpPr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24998483-C3BB-5786-56CD-7B7CB4C99660}"/>
                </a:ext>
              </a:extLst>
            </p:cNvPr>
            <p:cNvGrpSpPr/>
            <p:nvPr/>
          </p:nvGrpSpPr>
          <p:grpSpPr>
            <a:xfrm>
              <a:off x="7692006" y="-572354"/>
              <a:ext cx="1429692" cy="1418400"/>
              <a:chOff x="6978166" y="2617955"/>
              <a:chExt cx="1320364" cy="1319180"/>
            </a:xfrm>
          </p:grpSpPr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F793F017-0CE2-B51D-1E3B-67AE53C8329B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55DF38FA-6445-D30C-D01F-C2349273EDE1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7C13B85D-1D02-F1E7-0C76-0C8B10EE5614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0635FF1A-18FF-FF87-0DCB-DEE1BC2F3FC1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6BC0B87B-91BB-9CB5-6A95-3CDF9CBC980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6" name="フローチャート: 和接合 16">
                  <a:extLst>
                    <a:ext uri="{FF2B5EF4-FFF2-40B4-BE49-F238E27FC236}">
                      <a16:creationId xmlns:a16="http://schemas.microsoft.com/office/drawing/2014/main" id="{AB510A35-5E58-3AB5-865B-7A30D81003E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A1BA4D4C-0BD5-1ADC-1004-E1D0908475DA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CADDA01D-63D3-AA49-7195-6BE84D3F36BB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53" name="楕円 300">
                  <a:extLst>
                    <a:ext uri="{FF2B5EF4-FFF2-40B4-BE49-F238E27FC236}">
                      <a16:creationId xmlns:a16="http://schemas.microsoft.com/office/drawing/2014/main" id="{BE80D711-8292-68F1-88F7-A860263833E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4" name="楕円 301">
                  <a:extLst>
                    <a:ext uri="{FF2B5EF4-FFF2-40B4-BE49-F238E27FC236}">
                      <a16:creationId xmlns:a16="http://schemas.microsoft.com/office/drawing/2014/main" id="{B502E6DB-8365-C650-D0DC-0239DC53563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88C71791-429A-E4C6-B60E-3D5EA27004B0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51" name="Rectangle 350">
                  <a:extLst>
                    <a:ext uri="{FF2B5EF4-FFF2-40B4-BE49-F238E27FC236}">
                      <a16:creationId xmlns:a16="http://schemas.microsoft.com/office/drawing/2014/main" id="{7897D79C-E767-1AE6-2271-221F9348123F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2" name="フローチャート: 和接合 16">
                  <a:extLst>
                    <a:ext uri="{FF2B5EF4-FFF2-40B4-BE49-F238E27FC236}">
                      <a16:creationId xmlns:a16="http://schemas.microsoft.com/office/drawing/2014/main" id="{C1AA589A-4AB0-E5D1-E549-48B5233249B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1137B29C-265A-88DE-852E-EBBB33936EA4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C932DE1B-1FEE-9DA8-85E5-8E4E47E2301F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49" name="楕円 300">
                  <a:extLst>
                    <a:ext uri="{FF2B5EF4-FFF2-40B4-BE49-F238E27FC236}">
                      <a16:creationId xmlns:a16="http://schemas.microsoft.com/office/drawing/2014/main" id="{08D6A7F7-0D04-631E-C67F-2DB2AD57100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0" name="楕円 301">
                  <a:extLst>
                    <a:ext uri="{FF2B5EF4-FFF2-40B4-BE49-F238E27FC236}">
                      <a16:creationId xmlns:a16="http://schemas.microsoft.com/office/drawing/2014/main" id="{9FB2C594-D13C-7315-1D61-5B81741EF66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32587094-79F1-7342-3544-064576B72888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59056B39-65EC-3B59-A372-95700B58B468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8" name="フローチャート: 和接合 16">
                  <a:extLst>
                    <a:ext uri="{FF2B5EF4-FFF2-40B4-BE49-F238E27FC236}">
                      <a16:creationId xmlns:a16="http://schemas.microsoft.com/office/drawing/2014/main" id="{17C1EA7A-7ED6-383F-86BF-37308A62D47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C68351A5-ECA3-3890-C510-241A8021AE9F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C4C3EDE1-5EB7-0144-262D-D36EFC083CC9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45" name="楕円 300">
                  <a:extLst>
                    <a:ext uri="{FF2B5EF4-FFF2-40B4-BE49-F238E27FC236}">
                      <a16:creationId xmlns:a16="http://schemas.microsoft.com/office/drawing/2014/main" id="{1DA8CC40-93B8-AA0E-D5C4-7A066FF93FC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6" name="楕円 301">
                  <a:extLst>
                    <a:ext uri="{FF2B5EF4-FFF2-40B4-BE49-F238E27FC236}">
                      <a16:creationId xmlns:a16="http://schemas.microsoft.com/office/drawing/2014/main" id="{D5EF4E78-1574-4FDC-7CF5-95D4E99FB15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8" name="Group 337">
                <a:extLst>
                  <a:ext uri="{FF2B5EF4-FFF2-40B4-BE49-F238E27FC236}">
                    <a16:creationId xmlns:a16="http://schemas.microsoft.com/office/drawing/2014/main" id="{BAC14148-428E-8346-EB96-55B352B30F17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43" name="Rectangle 342">
                  <a:extLst>
                    <a:ext uri="{FF2B5EF4-FFF2-40B4-BE49-F238E27FC236}">
                      <a16:creationId xmlns:a16="http://schemas.microsoft.com/office/drawing/2014/main" id="{D10F0AD4-08B1-6902-6076-62517DDD2EC1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4" name="フローチャート: 和接合 16">
                  <a:extLst>
                    <a:ext uri="{FF2B5EF4-FFF2-40B4-BE49-F238E27FC236}">
                      <a16:creationId xmlns:a16="http://schemas.microsoft.com/office/drawing/2014/main" id="{EF430EB8-F1A4-7084-6F09-F7F9CEE963C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6F06FA8E-D94B-0AD5-C010-B9CB474A52A0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40" name="Group 339">
                <a:extLst>
                  <a:ext uri="{FF2B5EF4-FFF2-40B4-BE49-F238E27FC236}">
                    <a16:creationId xmlns:a16="http://schemas.microsoft.com/office/drawing/2014/main" id="{414CF236-8B9C-F302-BB22-C2D68C841438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341" name="楕円 300">
                  <a:extLst>
                    <a:ext uri="{FF2B5EF4-FFF2-40B4-BE49-F238E27FC236}">
                      <a16:creationId xmlns:a16="http://schemas.microsoft.com/office/drawing/2014/main" id="{572E3BA3-F2FA-AF28-3889-6A6CD8F2C18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2" name="楕円 301">
                  <a:extLst>
                    <a:ext uri="{FF2B5EF4-FFF2-40B4-BE49-F238E27FC236}">
                      <a16:creationId xmlns:a16="http://schemas.microsoft.com/office/drawing/2014/main" id="{B12DB5AC-AEDF-2979-5F5C-C46566F0203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B0506761-67E8-79E2-11B0-801DA0AF045C}"/>
                </a:ext>
              </a:extLst>
            </p:cNvPr>
            <p:cNvGrpSpPr/>
            <p:nvPr/>
          </p:nvGrpSpPr>
          <p:grpSpPr>
            <a:xfrm>
              <a:off x="9656479" y="-572354"/>
              <a:ext cx="1429692" cy="1418400"/>
              <a:chOff x="6978166" y="2617955"/>
              <a:chExt cx="1320364" cy="1319180"/>
            </a:xfrm>
          </p:grpSpPr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DCA37714-6077-3E62-12E3-95C5251F8B2F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6C8204B9-A2C7-86FC-DC9E-C50641855DAA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399C7589-6BE1-79B9-8373-6F5CC3569CF8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1" name="Group 360">
                <a:extLst>
                  <a:ext uri="{FF2B5EF4-FFF2-40B4-BE49-F238E27FC236}">
                    <a16:creationId xmlns:a16="http://schemas.microsoft.com/office/drawing/2014/main" id="{212E07FA-42AE-3AE5-841F-D0A9F484D4B3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87" name="Rectangle 386">
                  <a:extLst>
                    <a:ext uri="{FF2B5EF4-FFF2-40B4-BE49-F238E27FC236}">
                      <a16:creationId xmlns:a16="http://schemas.microsoft.com/office/drawing/2014/main" id="{77607956-384C-E9F3-DAC4-04BA779F4F91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8" name="フローチャート: 和接合 16">
                  <a:extLst>
                    <a:ext uri="{FF2B5EF4-FFF2-40B4-BE49-F238E27FC236}">
                      <a16:creationId xmlns:a16="http://schemas.microsoft.com/office/drawing/2014/main" id="{6D8BFF88-515F-CDA3-6FF4-A880D1F8364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AD5BBAC4-574A-CC68-2348-4D4C413AE64D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3" name="Group 362">
                <a:extLst>
                  <a:ext uri="{FF2B5EF4-FFF2-40B4-BE49-F238E27FC236}">
                    <a16:creationId xmlns:a16="http://schemas.microsoft.com/office/drawing/2014/main" id="{91ECCD18-7B93-DFA5-4AFF-69400C0FFB58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85" name="楕円 300">
                  <a:extLst>
                    <a:ext uri="{FF2B5EF4-FFF2-40B4-BE49-F238E27FC236}">
                      <a16:creationId xmlns:a16="http://schemas.microsoft.com/office/drawing/2014/main" id="{8978D71E-10ED-1B00-AEF5-0D8EEDAECFF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6" name="楕円 301">
                  <a:extLst>
                    <a:ext uri="{FF2B5EF4-FFF2-40B4-BE49-F238E27FC236}">
                      <a16:creationId xmlns:a16="http://schemas.microsoft.com/office/drawing/2014/main" id="{2C1DA7E3-B6D9-D857-2E93-735EF51095F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4" name="Group 363">
                <a:extLst>
                  <a:ext uri="{FF2B5EF4-FFF2-40B4-BE49-F238E27FC236}">
                    <a16:creationId xmlns:a16="http://schemas.microsoft.com/office/drawing/2014/main" id="{1E775433-EE5C-7DB3-1C90-430C52497B36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72A41565-C74E-2134-421E-6C116A127EE0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4" name="フローチャート: 和接合 16">
                  <a:extLst>
                    <a:ext uri="{FF2B5EF4-FFF2-40B4-BE49-F238E27FC236}">
                      <a16:creationId xmlns:a16="http://schemas.microsoft.com/office/drawing/2014/main" id="{01A6E27D-B75A-AC8C-7BB7-71782CCC188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1FD202FB-0675-18F3-DA9B-AF86CCEAEB08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6" name="Group 365">
                <a:extLst>
                  <a:ext uri="{FF2B5EF4-FFF2-40B4-BE49-F238E27FC236}">
                    <a16:creationId xmlns:a16="http://schemas.microsoft.com/office/drawing/2014/main" id="{1BC4DD0F-EDA8-0142-3BCC-8C1AF7AE0319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81" name="楕円 300">
                  <a:extLst>
                    <a:ext uri="{FF2B5EF4-FFF2-40B4-BE49-F238E27FC236}">
                      <a16:creationId xmlns:a16="http://schemas.microsoft.com/office/drawing/2014/main" id="{B35E5E69-C70A-E3CF-AF8B-C0409873E62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2" name="楕円 301">
                  <a:extLst>
                    <a:ext uri="{FF2B5EF4-FFF2-40B4-BE49-F238E27FC236}">
                      <a16:creationId xmlns:a16="http://schemas.microsoft.com/office/drawing/2014/main" id="{254AAFF3-995C-ECF0-E73A-59E7F07C97A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7" name="Group 366">
                <a:extLst>
                  <a:ext uri="{FF2B5EF4-FFF2-40B4-BE49-F238E27FC236}">
                    <a16:creationId xmlns:a16="http://schemas.microsoft.com/office/drawing/2014/main" id="{BD9CDB2A-7794-BF84-9350-00F6A0C34E98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9" name="Rectangle 378">
                  <a:extLst>
                    <a:ext uri="{FF2B5EF4-FFF2-40B4-BE49-F238E27FC236}">
                      <a16:creationId xmlns:a16="http://schemas.microsoft.com/office/drawing/2014/main" id="{4A018379-7697-2EFE-7CA6-BCA3C256F17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" name="フローチャート: 和接合 16">
                  <a:extLst>
                    <a:ext uri="{FF2B5EF4-FFF2-40B4-BE49-F238E27FC236}">
                      <a16:creationId xmlns:a16="http://schemas.microsoft.com/office/drawing/2014/main" id="{103B106E-896A-1E9C-5EB5-E99481A8663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6B9D2271-8E59-56A2-622A-FBDBE783A53B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9" name="Group 368">
                <a:extLst>
                  <a:ext uri="{FF2B5EF4-FFF2-40B4-BE49-F238E27FC236}">
                    <a16:creationId xmlns:a16="http://schemas.microsoft.com/office/drawing/2014/main" id="{AA5E8C7B-1235-6AEE-CEAF-5C9258EAD8D4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77" name="楕円 300">
                  <a:extLst>
                    <a:ext uri="{FF2B5EF4-FFF2-40B4-BE49-F238E27FC236}">
                      <a16:creationId xmlns:a16="http://schemas.microsoft.com/office/drawing/2014/main" id="{DA0A9DB1-09E4-8A09-E745-1E0A3CD0C78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8" name="楕円 301">
                  <a:extLst>
                    <a:ext uri="{FF2B5EF4-FFF2-40B4-BE49-F238E27FC236}">
                      <a16:creationId xmlns:a16="http://schemas.microsoft.com/office/drawing/2014/main" id="{E10CB872-ABFB-21E7-0D5F-74C30641463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70" name="Group 369">
                <a:extLst>
                  <a:ext uri="{FF2B5EF4-FFF2-40B4-BE49-F238E27FC236}">
                    <a16:creationId xmlns:a16="http://schemas.microsoft.com/office/drawing/2014/main" id="{7ACDC2A1-0A87-81DD-6814-3FA2A5349CF9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5" name="Rectangle 374">
                  <a:extLst>
                    <a:ext uri="{FF2B5EF4-FFF2-40B4-BE49-F238E27FC236}">
                      <a16:creationId xmlns:a16="http://schemas.microsoft.com/office/drawing/2014/main" id="{20518B79-4DB5-8C90-5DE5-D8E5B94CD093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6" name="フローチャート: 和接合 16">
                  <a:extLst>
                    <a:ext uri="{FF2B5EF4-FFF2-40B4-BE49-F238E27FC236}">
                      <a16:creationId xmlns:a16="http://schemas.microsoft.com/office/drawing/2014/main" id="{25DCB236-FDFA-9689-4B15-C0D03F3B9EF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A7574CE8-8E97-4660-0178-F04C7AF8DBE0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72" name="Group 371">
                <a:extLst>
                  <a:ext uri="{FF2B5EF4-FFF2-40B4-BE49-F238E27FC236}">
                    <a16:creationId xmlns:a16="http://schemas.microsoft.com/office/drawing/2014/main" id="{96A799FD-A674-8A09-6AFC-B1091866A439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373" name="楕円 300">
                  <a:extLst>
                    <a:ext uri="{FF2B5EF4-FFF2-40B4-BE49-F238E27FC236}">
                      <a16:creationId xmlns:a16="http://schemas.microsoft.com/office/drawing/2014/main" id="{726AD075-1C0F-7ECB-282A-8879918A3EE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4" name="楕円 301">
                  <a:extLst>
                    <a:ext uri="{FF2B5EF4-FFF2-40B4-BE49-F238E27FC236}">
                      <a16:creationId xmlns:a16="http://schemas.microsoft.com/office/drawing/2014/main" id="{55EB991D-F997-623C-F490-FB975529E87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41690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52A3F-2E7E-912C-4FC6-E39F4853E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B5473B1-B483-1FE7-47C4-6E4D89471C7A}"/>
              </a:ext>
            </a:extLst>
          </p:cNvPr>
          <p:cNvSpPr/>
          <p:nvPr/>
        </p:nvSpPr>
        <p:spPr>
          <a:xfrm rot="10800000">
            <a:off x="2227761" y="3239891"/>
            <a:ext cx="1265967" cy="679538"/>
          </a:xfrm>
          <a:prstGeom prst="rect">
            <a:avLst/>
          </a:prstGeom>
          <a:solidFill>
            <a:srgbClr val="7270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705AF8-1BDF-7AB0-960B-29CA88FCC2D7}"/>
              </a:ext>
            </a:extLst>
          </p:cNvPr>
          <p:cNvSpPr/>
          <p:nvPr/>
        </p:nvSpPr>
        <p:spPr>
          <a:xfrm rot="10800000">
            <a:off x="1927709" y="2978545"/>
            <a:ext cx="1901668" cy="26134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063FA1-52F9-042A-9D44-790025CBD634}"/>
              </a:ext>
            </a:extLst>
          </p:cNvPr>
          <p:cNvSpPr/>
          <p:nvPr/>
        </p:nvSpPr>
        <p:spPr>
          <a:xfrm rot="10800000">
            <a:off x="1928577" y="2560353"/>
            <a:ext cx="1900800" cy="416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6BBA7D-BCC2-74B9-6302-88B0D1DA6F4A}"/>
              </a:ext>
            </a:extLst>
          </p:cNvPr>
          <p:cNvSpPr/>
          <p:nvPr/>
        </p:nvSpPr>
        <p:spPr>
          <a:xfrm rot="10800000">
            <a:off x="1928577" y="3898334"/>
            <a:ext cx="1900800" cy="96553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4C6CE1-F903-471B-C42C-17EFDAFEE82D}"/>
              </a:ext>
            </a:extLst>
          </p:cNvPr>
          <p:cNvSpPr/>
          <p:nvPr/>
        </p:nvSpPr>
        <p:spPr>
          <a:xfrm rot="5400000">
            <a:off x="2756258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66EAA8-853D-9B99-96B5-90466FC77811}"/>
              </a:ext>
            </a:extLst>
          </p:cNvPr>
          <p:cNvSpPr/>
          <p:nvPr/>
        </p:nvSpPr>
        <p:spPr>
          <a:xfrm rot="5400000">
            <a:off x="2459783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FB0194E-5D4A-8446-1EA1-9E71E92A42CF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48391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47C1554-0DFF-F00A-F82C-373392D9B952}"/>
              </a:ext>
            </a:extLst>
          </p:cNvPr>
          <p:cNvSpPr/>
          <p:nvPr/>
        </p:nvSpPr>
        <p:spPr>
          <a:xfrm rot="10800000">
            <a:off x="1927710" y="3239890"/>
            <a:ext cx="364574" cy="670456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B62D86-C3A5-A66D-BEDD-D2172A72494D}"/>
              </a:ext>
            </a:extLst>
          </p:cNvPr>
          <p:cNvSpPr/>
          <p:nvPr/>
        </p:nvSpPr>
        <p:spPr>
          <a:xfrm rot="5400000">
            <a:off x="3650797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7A6BD4-1C0D-FA58-C025-46CA80240206}"/>
              </a:ext>
            </a:extLst>
          </p:cNvPr>
          <p:cNvSpPr/>
          <p:nvPr/>
        </p:nvSpPr>
        <p:spPr>
          <a:xfrm rot="5400000">
            <a:off x="3052734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B02C43-C321-F5E0-BCF8-2A1BC22B5C9A}"/>
              </a:ext>
            </a:extLst>
          </p:cNvPr>
          <p:cNvSpPr/>
          <p:nvPr/>
        </p:nvSpPr>
        <p:spPr>
          <a:xfrm rot="10800000">
            <a:off x="3479987" y="3239891"/>
            <a:ext cx="349390" cy="668293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54F55D-457F-933B-5B8F-D6E3BDBB9E62}"/>
              </a:ext>
            </a:extLst>
          </p:cNvPr>
          <p:cNvSpPr/>
          <p:nvPr/>
        </p:nvSpPr>
        <p:spPr>
          <a:xfrm rot="5400000">
            <a:off x="3349209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6F5708-32FE-9B71-C394-7A8C40337F2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52289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B3B6857-32FF-34FD-41CA-03BE31E7CA3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17656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7C2F41-1063-4C26-3E88-006DD290171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83024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0F86231-4C19-C224-AA07-A09AC6EE5AEC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13758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FC82C38-3609-DEE6-CD12-35AA047679A5}"/>
              </a:ext>
            </a:extLst>
          </p:cNvPr>
          <p:cNvSpPr/>
          <p:nvPr/>
        </p:nvSpPr>
        <p:spPr>
          <a:xfrm rot="5400000">
            <a:off x="1863256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B51CC5-D4CA-E0AB-7181-48C76836853D}"/>
              </a:ext>
            </a:extLst>
          </p:cNvPr>
          <p:cNvSpPr/>
          <p:nvPr/>
        </p:nvSpPr>
        <p:spPr>
          <a:xfrm rot="5400000">
            <a:off x="2163307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pic>
        <p:nvPicPr>
          <p:cNvPr id="37" name="Picture 36" descr="A grey rectangular object with a red stripe&#10;&#10;AI-generated content may be incorrect.">
            <a:extLst>
              <a:ext uri="{FF2B5EF4-FFF2-40B4-BE49-F238E27FC236}">
                <a16:creationId xmlns:a16="http://schemas.microsoft.com/office/drawing/2014/main" id="{6EB49A28-734D-3E27-D348-43272BDF0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3" t="15046" r="13970" b="5728"/>
          <a:stretch>
            <a:fillRect/>
          </a:stretch>
        </p:blipFill>
        <p:spPr>
          <a:xfrm>
            <a:off x="960145" y="1622281"/>
            <a:ext cx="1237366" cy="781166"/>
          </a:xfrm>
          <a:prstGeom prst="rect">
            <a:avLst/>
          </a:prstGeom>
        </p:spPr>
      </p:pic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5B55430-4111-4C2E-7EBF-EF78A487B9F1}"/>
              </a:ext>
            </a:extLst>
          </p:cNvPr>
          <p:cNvSpPr/>
          <p:nvPr/>
        </p:nvSpPr>
        <p:spPr>
          <a:xfrm rot="19957715">
            <a:off x="1446168" y="2081661"/>
            <a:ext cx="764652" cy="128302"/>
          </a:xfrm>
          <a:prstGeom prst="roundRect">
            <a:avLst/>
          </a:prstGeom>
          <a:noFill/>
          <a:ln>
            <a:solidFill>
              <a:srgbClr val="00206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B83A47F1-8CEE-DAD1-4A9C-C1568F4F2A2B}"/>
              </a:ext>
            </a:extLst>
          </p:cNvPr>
          <p:cNvCxnSpPr>
            <a:cxnSpLocks/>
            <a:stCxn id="38" idx="3"/>
            <a:endCxn id="20" idx="2"/>
          </p:cNvCxnSpPr>
          <p:nvPr/>
        </p:nvCxnSpPr>
        <p:spPr>
          <a:xfrm>
            <a:off x="2168017" y="1970035"/>
            <a:ext cx="710960" cy="59031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3">
            <a:extLst>
              <a:ext uri="{FF2B5EF4-FFF2-40B4-BE49-F238E27FC236}">
                <a16:creationId xmlns:a16="http://schemas.microsoft.com/office/drawing/2014/main" id="{4AC5A2B0-E49E-7634-32E9-A6EBAF14DC85}"/>
              </a:ext>
            </a:extLst>
          </p:cNvPr>
          <p:cNvSpPr/>
          <p:nvPr/>
        </p:nvSpPr>
        <p:spPr>
          <a:xfrm>
            <a:off x="1409514" y="5143004"/>
            <a:ext cx="7239675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b="1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More contact from heat source will lead to more effective extraction.</a:t>
            </a:r>
          </a:p>
        </p:txBody>
      </p:sp>
      <p:pic>
        <p:nvPicPr>
          <p:cNvPr id="5" name="グラフィックス 56" descr="バッジ: チェックマーク 1 単色塗りつぶし">
            <a:extLst>
              <a:ext uri="{FF2B5EF4-FFF2-40B4-BE49-F238E27FC236}">
                <a16:creationId xmlns:a16="http://schemas.microsoft.com/office/drawing/2014/main" id="{5AAE087A-1DB6-66A5-0F18-0A03F0693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36" y="5258676"/>
            <a:ext cx="307778" cy="307778"/>
          </a:xfrm>
          <a:prstGeom prst="rect">
            <a:avLst/>
          </a:prstGeom>
        </p:spPr>
      </p:pic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C477504B-A85F-05C3-9819-41F5449F750E}"/>
              </a:ext>
            </a:extLst>
          </p:cNvPr>
          <p:cNvSpPr/>
          <p:nvPr/>
        </p:nvSpPr>
        <p:spPr>
          <a:xfrm>
            <a:off x="186176" y="2865920"/>
            <a:ext cx="157479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TIM</a:t>
            </a:r>
          </a:p>
        </p:txBody>
      </p: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177B55A9-0433-440E-FA71-347E6455F92C}"/>
              </a:ext>
            </a:extLst>
          </p:cNvPr>
          <p:cNvSpPr/>
          <p:nvPr/>
        </p:nvSpPr>
        <p:spPr>
          <a:xfrm>
            <a:off x="385202" y="3402483"/>
            <a:ext cx="137576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Aluminum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FA1598-4BD4-847B-4665-416FBDCBFBE5}"/>
              </a:ext>
            </a:extLst>
          </p:cNvPr>
          <p:cNvSpPr/>
          <p:nvPr/>
        </p:nvSpPr>
        <p:spPr>
          <a:xfrm>
            <a:off x="6750293" y="2407669"/>
            <a:ext cx="1780068" cy="1743007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Rectangle: Rounded Corners 9">
            <a:extLst>
              <a:ext uri="{FF2B5EF4-FFF2-40B4-BE49-F238E27FC236}">
                <a16:creationId xmlns:a16="http://schemas.microsoft.com/office/drawing/2014/main" id="{9D05436C-7C07-F844-70D6-017382358929}"/>
              </a:ext>
            </a:extLst>
          </p:cNvPr>
          <p:cNvSpPr/>
          <p:nvPr/>
        </p:nvSpPr>
        <p:spPr>
          <a:xfrm>
            <a:off x="1962031" y="4290810"/>
            <a:ext cx="1780068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Trans. Side View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59DDD0E-A9E6-6B2E-0D93-24461A801C88}"/>
              </a:ext>
            </a:extLst>
          </p:cNvPr>
          <p:cNvSpPr/>
          <p:nvPr/>
        </p:nvSpPr>
        <p:spPr>
          <a:xfrm>
            <a:off x="4693246" y="2402296"/>
            <a:ext cx="1780068" cy="1743007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46582BF-E0D7-F90B-5986-68D521BE43CA}"/>
              </a:ext>
            </a:extLst>
          </p:cNvPr>
          <p:cNvSpPr/>
          <p:nvPr/>
        </p:nvSpPr>
        <p:spPr>
          <a:xfrm>
            <a:off x="4921120" y="2612583"/>
            <a:ext cx="1318530" cy="1319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6AE63AD-5988-CD89-E83E-262960A1353D}"/>
              </a:ext>
            </a:extLst>
          </p:cNvPr>
          <p:cNvSpPr/>
          <p:nvPr/>
        </p:nvSpPr>
        <p:spPr>
          <a:xfrm rot="5400000">
            <a:off x="5559040" y="1974661"/>
            <a:ext cx="42690" cy="131853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8EAB333-FAC1-B6E1-D964-4C93C7FADEB9}"/>
              </a:ext>
            </a:extLst>
          </p:cNvPr>
          <p:cNvSpPr/>
          <p:nvPr/>
        </p:nvSpPr>
        <p:spPr>
          <a:xfrm rot="5400000">
            <a:off x="5560873" y="3251149"/>
            <a:ext cx="42690" cy="131853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0F57D4F2-BE7B-22D1-CFE6-4E6ED562AC6F}"/>
              </a:ext>
            </a:extLst>
          </p:cNvPr>
          <p:cNvSpPr/>
          <p:nvPr/>
        </p:nvSpPr>
        <p:spPr>
          <a:xfrm rot="5400000">
            <a:off x="5519768" y="2256054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フローチャート: 和接合 16">
            <a:extLst>
              <a:ext uri="{FF2B5EF4-FFF2-40B4-BE49-F238E27FC236}">
                <a16:creationId xmlns:a16="http://schemas.microsoft.com/office/drawing/2014/main" id="{144EFAB3-499D-4DD1-30CA-F64A356EEC6D}"/>
              </a:ext>
            </a:extLst>
          </p:cNvPr>
          <p:cNvSpPr/>
          <p:nvPr/>
        </p:nvSpPr>
        <p:spPr bwMode="auto">
          <a:xfrm rot="10800000">
            <a:off x="5548568" y="2843234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A8B4016-7C9F-63DA-D737-0CC19F5B67A0}"/>
              </a:ext>
            </a:extLst>
          </p:cNvPr>
          <p:cNvSpPr/>
          <p:nvPr/>
        </p:nvSpPr>
        <p:spPr>
          <a:xfrm rot="5400000">
            <a:off x="5520147" y="2097234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ECCA70F-18F0-7AE2-9DB3-3F7F65260DCC}"/>
              </a:ext>
            </a:extLst>
          </p:cNvPr>
          <p:cNvGrpSpPr/>
          <p:nvPr/>
        </p:nvGrpSpPr>
        <p:grpSpPr>
          <a:xfrm>
            <a:off x="5550747" y="2685552"/>
            <a:ext cx="57600" cy="58165"/>
            <a:chOff x="5550747" y="2678351"/>
            <a:chExt cx="57600" cy="58165"/>
          </a:xfrm>
        </p:grpSpPr>
        <p:sp>
          <p:nvSpPr>
            <p:cNvPr id="133" name="楕円 300">
              <a:extLst>
                <a:ext uri="{FF2B5EF4-FFF2-40B4-BE49-F238E27FC236}">
                  <a16:creationId xmlns:a16="http://schemas.microsoft.com/office/drawing/2014/main" id="{4E3A5D2B-C4BA-4989-AE30-311B16908F57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楕円 301">
              <a:extLst>
                <a:ext uri="{FF2B5EF4-FFF2-40B4-BE49-F238E27FC236}">
                  <a16:creationId xmlns:a16="http://schemas.microsoft.com/office/drawing/2014/main" id="{1264C655-E394-7D92-1D4E-029C88E58F5C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4" name="テキスト プレースホルダー 2">
            <a:extLst>
              <a:ext uri="{FF2B5EF4-FFF2-40B4-BE49-F238E27FC236}">
                <a16:creationId xmlns:a16="http://schemas.microsoft.com/office/drawing/2014/main" id="{F6B97B2A-A440-4AA7-D3B6-76C11A7F4F82}"/>
              </a:ext>
            </a:extLst>
          </p:cNvPr>
          <p:cNvSpPr txBox="1">
            <a:spLocks/>
          </p:cNvSpPr>
          <p:nvPr/>
        </p:nvSpPr>
        <p:spPr>
          <a:xfrm>
            <a:off x="1026070" y="4668325"/>
            <a:ext cx="3651990" cy="44664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8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Dead space heat extraction</a:t>
            </a:r>
            <a:endParaRPr kumimoji="1" lang="ja-JP" altLang="en-US" sz="18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47" name="テキスト プレースホルダー 2">
            <a:extLst>
              <a:ext uri="{FF2B5EF4-FFF2-40B4-BE49-F238E27FC236}">
                <a16:creationId xmlns:a16="http://schemas.microsoft.com/office/drawing/2014/main" id="{A90334A1-20E8-813D-6719-6FB98D64D405}"/>
              </a:ext>
            </a:extLst>
          </p:cNvPr>
          <p:cNvSpPr txBox="1">
            <a:spLocks/>
          </p:cNvSpPr>
          <p:nvPr/>
        </p:nvSpPr>
        <p:spPr>
          <a:xfrm>
            <a:off x="4878371" y="4668325"/>
            <a:ext cx="3651990" cy="44664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8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High window-fill factor winding</a:t>
            </a:r>
            <a:endParaRPr kumimoji="1" lang="ja-JP" altLang="en-US" sz="18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EDA01F6-FF11-1218-6071-C3539D056B61}"/>
              </a:ext>
            </a:extLst>
          </p:cNvPr>
          <p:cNvSpPr/>
          <p:nvPr/>
        </p:nvSpPr>
        <p:spPr>
          <a:xfrm rot="5400000">
            <a:off x="2781863" y="3243291"/>
            <a:ext cx="1730451" cy="364574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Arial" panose="020B0604020202020204" pitchFamily="34" charset="0"/>
              <a:ea typeface="UD Digi Kyokasho NK" panose="02020400000000000000" pitchFamily="18" charset="-128"/>
              <a:cs typeface="Arial" panose="020B0604020202020204" pitchFamily="34" charset="0"/>
            </a:endParaRPr>
          </a:p>
        </p:txBody>
      </p:sp>
      <p:sp>
        <p:nvSpPr>
          <p:cNvPr id="149" name="テキスト プレースホルダー 2">
            <a:extLst>
              <a:ext uri="{FF2B5EF4-FFF2-40B4-BE49-F238E27FC236}">
                <a16:creationId xmlns:a16="http://schemas.microsoft.com/office/drawing/2014/main" id="{ACFBF854-2BB4-B631-5AB1-FD0C53D94009}"/>
              </a:ext>
            </a:extLst>
          </p:cNvPr>
          <p:cNvSpPr txBox="1">
            <a:spLocks/>
          </p:cNvSpPr>
          <p:nvPr/>
        </p:nvSpPr>
        <p:spPr>
          <a:xfrm>
            <a:off x="4705190" y="1598932"/>
            <a:ext cx="3825171" cy="44664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8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Rectangular, flat windings</a:t>
            </a:r>
            <a:endParaRPr kumimoji="1" lang="ja-JP" altLang="en-US" sz="18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50" name="Rectangle: Rounded Corners 9">
            <a:extLst>
              <a:ext uri="{FF2B5EF4-FFF2-40B4-BE49-F238E27FC236}">
                <a16:creationId xmlns:a16="http://schemas.microsoft.com/office/drawing/2014/main" id="{037992BA-C581-33A0-CA3D-FEEA3570A962}"/>
              </a:ext>
            </a:extLst>
          </p:cNvPr>
          <p:cNvSpPr/>
          <p:nvPr/>
        </p:nvSpPr>
        <p:spPr>
          <a:xfrm>
            <a:off x="5790875" y="4290810"/>
            <a:ext cx="1780068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Trans. Front View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092D2C03-EC30-24E6-9553-FFE599BCC84C}"/>
              </a:ext>
            </a:extLst>
          </p:cNvPr>
          <p:cNvCxnSpPr>
            <a:cxnSpLocks/>
          </p:cNvCxnSpPr>
          <p:nvPr/>
        </p:nvCxnSpPr>
        <p:spPr>
          <a:xfrm flipH="1">
            <a:off x="1722863" y="3125236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CBD810FF-8CEF-1DB8-A968-6D7D0FB50F04}"/>
              </a:ext>
            </a:extLst>
          </p:cNvPr>
          <p:cNvCxnSpPr>
            <a:cxnSpLocks/>
          </p:cNvCxnSpPr>
          <p:nvPr/>
        </p:nvCxnSpPr>
        <p:spPr>
          <a:xfrm flipH="1">
            <a:off x="1722863" y="3534613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EA0FF6C4-26CF-BA0B-2706-918627A94A4B}"/>
              </a:ext>
            </a:extLst>
          </p:cNvPr>
          <p:cNvCxnSpPr>
            <a:cxnSpLocks/>
          </p:cNvCxnSpPr>
          <p:nvPr/>
        </p:nvCxnSpPr>
        <p:spPr>
          <a:xfrm flipH="1">
            <a:off x="1722863" y="2865920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: Rounded Corners 9">
            <a:extLst>
              <a:ext uri="{FF2B5EF4-FFF2-40B4-BE49-F238E27FC236}">
                <a16:creationId xmlns:a16="http://schemas.microsoft.com/office/drawing/2014/main" id="{303BFFF0-F75F-944E-3AD9-87AD459ED980}"/>
              </a:ext>
            </a:extLst>
          </p:cNvPr>
          <p:cNvSpPr/>
          <p:nvPr/>
        </p:nvSpPr>
        <p:spPr>
          <a:xfrm>
            <a:off x="186176" y="2601809"/>
            <a:ext cx="157479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Winding</a:t>
            </a:r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802152A0-70F8-F9B7-C9CE-44AD54889667}"/>
              </a:ext>
            </a:extLst>
          </p:cNvPr>
          <p:cNvCxnSpPr>
            <a:cxnSpLocks/>
          </p:cNvCxnSpPr>
          <p:nvPr/>
        </p:nvCxnSpPr>
        <p:spPr>
          <a:xfrm flipH="1">
            <a:off x="1722863" y="3803094"/>
            <a:ext cx="71647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: Rounded Corners 9">
            <a:extLst>
              <a:ext uri="{FF2B5EF4-FFF2-40B4-BE49-F238E27FC236}">
                <a16:creationId xmlns:a16="http://schemas.microsoft.com/office/drawing/2014/main" id="{A7868F64-A590-74DB-36FD-8820C1C67D3D}"/>
              </a:ext>
            </a:extLst>
          </p:cNvPr>
          <p:cNvSpPr/>
          <p:nvPr/>
        </p:nvSpPr>
        <p:spPr>
          <a:xfrm>
            <a:off x="385202" y="3683781"/>
            <a:ext cx="137576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88920FEC-2CD9-6FF4-C0AF-7BE052671C90}"/>
              </a:ext>
            </a:extLst>
          </p:cNvPr>
          <p:cNvCxnSpPr/>
          <p:nvPr/>
        </p:nvCxnSpPr>
        <p:spPr>
          <a:xfrm>
            <a:off x="4527004" y="2274580"/>
            <a:ext cx="0" cy="2131289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: Rounded Corners 9">
            <a:extLst>
              <a:ext uri="{FF2B5EF4-FFF2-40B4-BE49-F238E27FC236}">
                <a16:creationId xmlns:a16="http://schemas.microsoft.com/office/drawing/2014/main" id="{B55AD8CE-9BFC-C56E-99EC-DED5F0D154C6}"/>
              </a:ext>
            </a:extLst>
          </p:cNvPr>
          <p:cNvSpPr/>
          <p:nvPr/>
        </p:nvSpPr>
        <p:spPr>
          <a:xfrm rot="5400000">
            <a:off x="3021423" y="3116949"/>
            <a:ext cx="2547447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Thermal Conduction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FB1D685-85F6-0555-86A8-D267DABBB62C}"/>
              </a:ext>
            </a:extLst>
          </p:cNvPr>
          <p:cNvGrpSpPr/>
          <p:nvPr/>
        </p:nvGrpSpPr>
        <p:grpSpPr>
          <a:xfrm>
            <a:off x="9071470" y="1606085"/>
            <a:ext cx="2710189" cy="4061364"/>
            <a:chOff x="719648" y="1606085"/>
            <a:chExt cx="2710189" cy="4061364"/>
          </a:xfrm>
        </p:grpSpPr>
        <p:sp>
          <p:nvSpPr>
            <p:cNvPr id="160" name="Rectangle: Rounded Corners 12">
              <a:extLst>
                <a:ext uri="{FF2B5EF4-FFF2-40B4-BE49-F238E27FC236}">
                  <a16:creationId xmlns:a16="http://schemas.microsoft.com/office/drawing/2014/main" id="{04E7AC34-8B99-6244-C837-8DBDBBF699CA}"/>
                </a:ext>
              </a:extLst>
            </p:cNvPr>
            <p:cNvSpPr/>
            <p:nvPr/>
          </p:nvSpPr>
          <p:spPr>
            <a:xfrm>
              <a:off x="956941" y="5172375"/>
              <a:ext cx="2378156" cy="495074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tx1"/>
                  </a:solidFill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Wide cooling area</a:t>
              </a:r>
              <a:endParaRPr lang="en-PH" sz="1600" b="1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pic>
          <p:nvPicPr>
            <p:cNvPr id="162" name="グラフィックス 56" descr="バッジ: チェックマーク 1 単色塗りつぶし">
              <a:extLst>
                <a:ext uri="{FF2B5EF4-FFF2-40B4-BE49-F238E27FC236}">
                  <a16:creationId xmlns:a16="http://schemas.microsoft.com/office/drawing/2014/main" id="{D5A0EBD4-6550-8218-FFF8-135F0EBB99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5541" y="5262032"/>
              <a:ext cx="307778" cy="307778"/>
            </a:xfrm>
            <a:prstGeom prst="rect">
              <a:avLst/>
            </a:prstGeom>
          </p:spPr>
        </p:pic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56793047-97D0-C6DF-D7E7-8D1007B32EB1}"/>
                </a:ext>
              </a:extLst>
            </p:cNvPr>
            <p:cNvGrpSpPr/>
            <p:nvPr/>
          </p:nvGrpSpPr>
          <p:grpSpPr>
            <a:xfrm>
              <a:off x="1439431" y="3860381"/>
              <a:ext cx="1334542" cy="1117676"/>
              <a:chOff x="703122" y="3494610"/>
              <a:chExt cx="2211422" cy="1852060"/>
            </a:xfrm>
          </p:grpSpPr>
          <p:pic>
            <p:nvPicPr>
              <p:cNvPr id="181" name="Picture 180" descr="A grey box with a white door&#10;&#10;AI-generated content may be incorrect.">
                <a:extLst>
                  <a:ext uri="{FF2B5EF4-FFF2-40B4-BE49-F238E27FC236}">
                    <a16:creationId xmlns:a16="http://schemas.microsoft.com/office/drawing/2014/main" id="{DE5CD19B-EF91-8B88-A9D7-B5BD2E89DB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4624"/>
              <a:stretch/>
            </p:blipFill>
            <p:spPr>
              <a:xfrm flipH="1">
                <a:off x="703122" y="3494610"/>
                <a:ext cx="2211422" cy="1482728"/>
              </a:xfrm>
              <a:prstGeom prst="rect">
                <a:avLst/>
              </a:prstGeom>
            </p:spPr>
          </p:pic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D56AA516-56A2-F4C1-0154-05331BEC6E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913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F11E9AE2-21A8-DA55-0436-441796C24C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4234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D51E2FEC-757B-300D-8297-16C74625DD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2555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9FA9DDD1-9ACD-E9A1-1F5E-6DE076C5AE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0876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F0C99C04-5EAA-913C-8611-84EB47B76F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9197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56F0FC12-4A36-F4C6-3FAF-5D4A6E1449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519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9A732912-1DAC-235D-E0ED-F958F62757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1326" y="4172652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EB056EA8-6127-6DCF-B7E0-87140DA6D6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89003" y="4325232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8823B3F5-ACDC-F0F9-4DBD-1B09FD35B3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8302" y="4483163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7010C278-A48B-A1C2-B7C2-3345DA471B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6130" y="4605010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0526A71D-5ACA-AF93-F300-88E0E6D186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3806" y="475224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D7B8D5BA-6DC5-C5B0-131A-F50CE4E3D8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6368" y="491017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4" name="Rounded Rectangle 38">
              <a:extLst>
                <a:ext uri="{FF2B5EF4-FFF2-40B4-BE49-F238E27FC236}">
                  <a16:creationId xmlns:a16="http://schemas.microsoft.com/office/drawing/2014/main" id="{9934B4B0-00CC-946E-E974-0BA9FD0C7C35}"/>
                </a:ext>
              </a:extLst>
            </p:cNvPr>
            <p:cNvSpPr/>
            <p:nvPr/>
          </p:nvSpPr>
          <p:spPr>
            <a:xfrm>
              <a:off x="1233319" y="3457522"/>
              <a:ext cx="1742033" cy="1706464"/>
            </a:xfrm>
            <a:prstGeom prst="roundRect">
              <a:avLst>
                <a:gd name="adj" fmla="val 4903"/>
              </a:avLst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F62F16F8-86E6-8D61-BEC0-B8E8BC1B5BA5}"/>
                </a:ext>
              </a:extLst>
            </p:cNvPr>
            <p:cNvGrpSpPr/>
            <p:nvPr/>
          </p:nvGrpSpPr>
          <p:grpSpPr>
            <a:xfrm>
              <a:off x="1369818" y="2023777"/>
              <a:ext cx="1443490" cy="1221480"/>
              <a:chOff x="1119743" y="1867587"/>
              <a:chExt cx="2211423" cy="1871304"/>
            </a:xfrm>
          </p:grpSpPr>
          <p:pic>
            <p:nvPicPr>
              <p:cNvPr id="170" name="Picture 169" descr="A grey box with a white door&#10;&#10;AI-generated content may be incorrect.">
                <a:extLst>
                  <a:ext uri="{FF2B5EF4-FFF2-40B4-BE49-F238E27FC236}">
                    <a16:creationId xmlns:a16="http://schemas.microsoft.com/office/drawing/2014/main" id="{C96A658A-3B3D-700A-1D99-43BFD1EE7E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54624"/>
              <a:stretch/>
            </p:blipFill>
            <p:spPr>
              <a:xfrm flipH="1">
                <a:off x="1119743" y="1867587"/>
                <a:ext cx="2211423" cy="1482728"/>
              </a:xfrm>
              <a:prstGeom prst="rect">
                <a:avLst/>
              </a:prstGeom>
            </p:spPr>
          </p:pic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B7880470-A800-F488-45DE-1DE88ED00E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5138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A9F3A551-8A42-FC07-0915-FCA4329F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3459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EF253DB-FDCC-5186-6DF6-98F63FE0FE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780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31EE3944-4C12-7C75-4352-03DEF1AA34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30101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D7DF29F2-95E6-B157-0F53-0B6895DA3E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8422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1E85CF47-54B8-914E-227D-009BB3EB31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6744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09DE6AE8-9DFA-D323-C601-A81000BC05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23031" y="3142936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9B76A3ED-4DE3-642F-6748-60F39AAC4A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5593" y="330086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E5BD4529-486D-B186-3D8A-BE43A96691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4032" y="3369559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999E2166-5507-427F-ACCB-FDF4C0C12F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2353" y="3369559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ACD20AF0-E1BF-F7B1-E643-0D733AD3AF70}"/>
                </a:ext>
              </a:extLst>
            </p:cNvPr>
            <p:cNvSpPr txBox="1"/>
            <p:nvPr/>
          </p:nvSpPr>
          <p:spPr>
            <a:xfrm>
              <a:off x="735488" y="2960535"/>
              <a:ext cx="69204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PH" altLang="ja-JP" sz="1200" b="1">
                  <a:solidFill>
                    <a:srgbClr val="C45200"/>
                  </a:solidFill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Heat</a:t>
              </a:r>
              <a:endParaRPr lang="en-JP" sz="1200">
                <a:solidFill>
                  <a:srgbClr val="C452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67" name="Rectangle: Rounded Corners 12">
              <a:extLst>
                <a:ext uri="{FF2B5EF4-FFF2-40B4-BE49-F238E27FC236}">
                  <a16:creationId xmlns:a16="http://schemas.microsoft.com/office/drawing/2014/main" id="{8FA04D86-2805-36CC-4B7B-5CCCC81DD03B}"/>
                </a:ext>
              </a:extLst>
            </p:cNvPr>
            <p:cNvSpPr/>
            <p:nvPr/>
          </p:nvSpPr>
          <p:spPr>
            <a:xfrm>
              <a:off x="1170893" y="3438339"/>
              <a:ext cx="1878060" cy="375559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chemeClr val="tx1"/>
                  </a:solidFill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Planar (proposed)</a:t>
              </a:r>
              <a:endParaRPr lang="en-PH" sz="1400" b="1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68" name="Rectangle: Rounded Corners 12">
              <a:extLst>
                <a:ext uri="{FF2B5EF4-FFF2-40B4-BE49-F238E27FC236}">
                  <a16:creationId xmlns:a16="http://schemas.microsoft.com/office/drawing/2014/main" id="{7DDF96A7-4FF4-38AC-1315-A1F576ED8825}"/>
                </a:ext>
              </a:extLst>
            </p:cNvPr>
            <p:cNvSpPr/>
            <p:nvPr/>
          </p:nvSpPr>
          <p:spPr>
            <a:xfrm>
              <a:off x="719648" y="1606085"/>
              <a:ext cx="2710189" cy="395463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Spatial</a:t>
              </a:r>
              <a:endParaRPr lang="en-PH" sz="16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B01995CC-0600-EDB5-0731-61D0041F596B}"/>
                </a:ext>
              </a:extLst>
            </p:cNvPr>
            <p:cNvSpPr txBox="1"/>
            <p:nvPr/>
          </p:nvSpPr>
          <p:spPr>
            <a:xfrm>
              <a:off x="2283305" y="4861989"/>
              <a:ext cx="69204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PH" altLang="ja-JP" sz="1200" b="1">
                  <a:solidFill>
                    <a:srgbClr val="C45200"/>
                  </a:solidFill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Heat</a:t>
              </a:r>
              <a:endParaRPr lang="en-JP" sz="1200">
                <a:solidFill>
                  <a:srgbClr val="C452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F0028BE2-EA49-1F3A-A5B6-4B6C7799A60F}"/>
              </a:ext>
            </a:extLst>
          </p:cNvPr>
          <p:cNvCxnSpPr>
            <a:cxnSpLocks/>
          </p:cNvCxnSpPr>
          <p:nvPr/>
        </p:nvCxnSpPr>
        <p:spPr>
          <a:xfrm>
            <a:off x="1879600" y="4053646"/>
            <a:ext cx="2082800" cy="0"/>
          </a:xfrm>
          <a:prstGeom prst="straightConnector1">
            <a:avLst/>
          </a:prstGeom>
          <a:ln w="38100">
            <a:solidFill>
              <a:srgbClr val="00B0F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645EA283-240D-7BF3-9CC5-18E0F8225852}"/>
              </a:ext>
            </a:extLst>
          </p:cNvPr>
          <p:cNvCxnSpPr>
            <a:cxnSpLocks/>
          </p:cNvCxnSpPr>
          <p:nvPr/>
        </p:nvCxnSpPr>
        <p:spPr>
          <a:xfrm>
            <a:off x="1879600" y="4154584"/>
            <a:ext cx="2082800" cy="0"/>
          </a:xfrm>
          <a:prstGeom prst="straightConnector1">
            <a:avLst/>
          </a:prstGeom>
          <a:ln w="38100">
            <a:solidFill>
              <a:srgbClr val="00B0F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4D246F5F-EF6B-7394-3C2E-0E1AB3C2071C}"/>
              </a:ext>
            </a:extLst>
          </p:cNvPr>
          <p:cNvCxnSpPr>
            <a:cxnSpLocks/>
          </p:cNvCxnSpPr>
          <p:nvPr/>
        </p:nvCxnSpPr>
        <p:spPr>
          <a:xfrm>
            <a:off x="1879600" y="4259474"/>
            <a:ext cx="2082800" cy="0"/>
          </a:xfrm>
          <a:prstGeom prst="straightConnector1">
            <a:avLst/>
          </a:prstGeom>
          <a:ln w="38100">
            <a:solidFill>
              <a:srgbClr val="00B0F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: Rounded Corners 9">
            <a:extLst>
              <a:ext uri="{FF2B5EF4-FFF2-40B4-BE49-F238E27FC236}">
                <a16:creationId xmlns:a16="http://schemas.microsoft.com/office/drawing/2014/main" id="{13CB3C38-F02C-72BE-39B4-EAC13A11595E}"/>
              </a:ext>
            </a:extLst>
          </p:cNvPr>
          <p:cNvSpPr/>
          <p:nvPr/>
        </p:nvSpPr>
        <p:spPr>
          <a:xfrm>
            <a:off x="389546" y="4067685"/>
            <a:ext cx="137576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Coolant</a:t>
            </a:r>
          </a:p>
        </p:txBody>
      </p:sp>
      <p:sp>
        <p:nvSpPr>
          <p:cNvPr id="2" name="テキスト プレースホルダー 2">
            <a:extLst>
              <a:ext uri="{FF2B5EF4-FFF2-40B4-BE49-F238E27FC236}">
                <a16:creationId xmlns:a16="http://schemas.microsoft.com/office/drawing/2014/main" id="{8A2E82CC-CA2B-E1FA-E33C-1A292E2D3238}"/>
              </a:ext>
            </a:extLst>
          </p:cNvPr>
          <p:cNvSpPr txBox="1">
            <a:spLocks/>
          </p:cNvSpPr>
          <p:nvPr/>
        </p:nvSpPr>
        <p:spPr>
          <a:xfrm>
            <a:off x="4691367" y="2045576"/>
            <a:ext cx="1780068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Edgewise</a:t>
            </a:r>
            <a:endParaRPr kumimoji="1" lang="ja-JP" altLang="en-US" sz="14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6B6E0D-8ABF-2CA8-CF1D-281611D6FE28}"/>
              </a:ext>
            </a:extLst>
          </p:cNvPr>
          <p:cNvSpPr txBox="1">
            <a:spLocks/>
          </p:cNvSpPr>
          <p:nvPr/>
        </p:nvSpPr>
        <p:spPr>
          <a:xfrm>
            <a:off x="6750294" y="2054096"/>
            <a:ext cx="1780068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400" b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Flatwise (proposed)</a:t>
            </a:r>
            <a:endParaRPr kumimoji="1" lang="ja-JP" altLang="en-US" sz="1400" b="1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89F51F0-6308-DB66-D7E6-BF948BDE4D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28546" y="4497210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Rectangle 202">
            <a:extLst>
              <a:ext uri="{FF2B5EF4-FFF2-40B4-BE49-F238E27FC236}">
                <a16:creationId xmlns:a16="http://schemas.microsoft.com/office/drawing/2014/main" id="{EC9A6AE1-2CDB-DB06-BD91-531C855D3645}"/>
              </a:ext>
            </a:extLst>
          </p:cNvPr>
          <p:cNvSpPr/>
          <p:nvPr/>
        </p:nvSpPr>
        <p:spPr>
          <a:xfrm rot="5400000">
            <a:off x="5519768" y="2574456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フローチャート: 和接合 16">
            <a:extLst>
              <a:ext uri="{FF2B5EF4-FFF2-40B4-BE49-F238E27FC236}">
                <a16:creationId xmlns:a16="http://schemas.microsoft.com/office/drawing/2014/main" id="{CF5C6683-DFCF-9E99-F1AC-C168FCEFCD60}"/>
              </a:ext>
            </a:extLst>
          </p:cNvPr>
          <p:cNvSpPr/>
          <p:nvPr/>
        </p:nvSpPr>
        <p:spPr bwMode="auto">
          <a:xfrm rot="10800000">
            <a:off x="5548568" y="3161636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DC7510EF-EBD2-480F-E8B6-52469D91BE4C}"/>
              </a:ext>
            </a:extLst>
          </p:cNvPr>
          <p:cNvSpPr/>
          <p:nvPr/>
        </p:nvSpPr>
        <p:spPr>
          <a:xfrm rot="5400000">
            <a:off x="5520147" y="2415636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5EB44517-21D0-D4D2-0709-89D7F5C28C73}"/>
              </a:ext>
            </a:extLst>
          </p:cNvPr>
          <p:cNvGrpSpPr/>
          <p:nvPr/>
        </p:nvGrpSpPr>
        <p:grpSpPr>
          <a:xfrm>
            <a:off x="5550747" y="3003954"/>
            <a:ext cx="57600" cy="58165"/>
            <a:chOff x="5550747" y="2678351"/>
            <a:chExt cx="57600" cy="58165"/>
          </a:xfrm>
        </p:grpSpPr>
        <p:sp>
          <p:nvSpPr>
            <p:cNvPr id="201" name="楕円 300">
              <a:extLst>
                <a:ext uri="{FF2B5EF4-FFF2-40B4-BE49-F238E27FC236}">
                  <a16:creationId xmlns:a16="http://schemas.microsoft.com/office/drawing/2014/main" id="{A237E83C-4ED1-9868-9B49-6A183A80933C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楕円 301">
              <a:extLst>
                <a:ext uri="{FF2B5EF4-FFF2-40B4-BE49-F238E27FC236}">
                  <a16:creationId xmlns:a16="http://schemas.microsoft.com/office/drawing/2014/main" id="{70E97E88-B15A-D6C9-B221-5BA77A46D9D1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772B435-A70D-05C2-D750-6D1F9191E171}"/>
              </a:ext>
            </a:extLst>
          </p:cNvPr>
          <p:cNvSpPr/>
          <p:nvPr/>
        </p:nvSpPr>
        <p:spPr>
          <a:xfrm rot="5400000">
            <a:off x="5519768" y="2892858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フローチャート: 和接合 16">
            <a:extLst>
              <a:ext uri="{FF2B5EF4-FFF2-40B4-BE49-F238E27FC236}">
                <a16:creationId xmlns:a16="http://schemas.microsoft.com/office/drawing/2014/main" id="{56E9DCCB-7EF9-92E8-C15D-599C8241AA0A}"/>
              </a:ext>
            </a:extLst>
          </p:cNvPr>
          <p:cNvSpPr/>
          <p:nvPr/>
        </p:nvSpPr>
        <p:spPr bwMode="auto">
          <a:xfrm rot="10800000">
            <a:off x="5548568" y="3480038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6AF08CF1-53FE-4D0E-D970-A7CA77F20D48}"/>
              </a:ext>
            </a:extLst>
          </p:cNvPr>
          <p:cNvSpPr/>
          <p:nvPr/>
        </p:nvSpPr>
        <p:spPr>
          <a:xfrm rot="5400000">
            <a:off x="5520147" y="2734038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E6FD110D-30CE-ECC4-E074-B06E3246B4C8}"/>
              </a:ext>
            </a:extLst>
          </p:cNvPr>
          <p:cNvGrpSpPr/>
          <p:nvPr/>
        </p:nvGrpSpPr>
        <p:grpSpPr>
          <a:xfrm>
            <a:off x="5550747" y="3322356"/>
            <a:ext cx="57600" cy="58165"/>
            <a:chOff x="5550747" y="2678351"/>
            <a:chExt cx="57600" cy="58165"/>
          </a:xfrm>
        </p:grpSpPr>
        <p:sp>
          <p:nvSpPr>
            <p:cNvPr id="210" name="楕円 300">
              <a:extLst>
                <a:ext uri="{FF2B5EF4-FFF2-40B4-BE49-F238E27FC236}">
                  <a16:creationId xmlns:a16="http://schemas.microsoft.com/office/drawing/2014/main" id="{A111ABAF-8743-8612-483A-2316210E299C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楕円 301">
              <a:extLst>
                <a:ext uri="{FF2B5EF4-FFF2-40B4-BE49-F238E27FC236}">
                  <a16:creationId xmlns:a16="http://schemas.microsoft.com/office/drawing/2014/main" id="{5F6A6D8A-C389-34E9-0078-5B6B16C77AB6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1" name="Rectangle 220">
            <a:extLst>
              <a:ext uri="{FF2B5EF4-FFF2-40B4-BE49-F238E27FC236}">
                <a16:creationId xmlns:a16="http://schemas.microsoft.com/office/drawing/2014/main" id="{D5DFE44B-FA52-2D9D-368C-ABF94BB0073D}"/>
              </a:ext>
            </a:extLst>
          </p:cNvPr>
          <p:cNvSpPr/>
          <p:nvPr/>
        </p:nvSpPr>
        <p:spPr>
          <a:xfrm rot="5400000">
            <a:off x="5519768" y="3211262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フローチャート: 和接合 16">
            <a:extLst>
              <a:ext uri="{FF2B5EF4-FFF2-40B4-BE49-F238E27FC236}">
                <a16:creationId xmlns:a16="http://schemas.microsoft.com/office/drawing/2014/main" id="{445BDE26-D522-D863-05AC-337F818AE42D}"/>
              </a:ext>
            </a:extLst>
          </p:cNvPr>
          <p:cNvSpPr/>
          <p:nvPr/>
        </p:nvSpPr>
        <p:spPr bwMode="auto">
          <a:xfrm rot="10800000">
            <a:off x="5548568" y="3798442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9F6DDD43-8577-2FB7-A599-1CC82E55B18A}"/>
              </a:ext>
            </a:extLst>
          </p:cNvPr>
          <p:cNvSpPr/>
          <p:nvPr/>
        </p:nvSpPr>
        <p:spPr>
          <a:xfrm rot="5400000">
            <a:off x="5520147" y="3052440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C0A105C5-76BB-924E-0C32-04FB417E4A4A}"/>
              </a:ext>
            </a:extLst>
          </p:cNvPr>
          <p:cNvGrpSpPr/>
          <p:nvPr/>
        </p:nvGrpSpPr>
        <p:grpSpPr>
          <a:xfrm>
            <a:off x="5550747" y="3640758"/>
            <a:ext cx="57600" cy="58165"/>
            <a:chOff x="5550747" y="2678351"/>
            <a:chExt cx="57600" cy="58165"/>
          </a:xfrm>
        </p:grpSpPr>
        <p:sp>
          <p:nvSpPr>
            <p:cNvPr id="219" name="楕円 300">
              <a:extLst>
                <a:ext uri="{FF2B5EF4-FFF2-40B4-BE49-F238E27FC236}">
                  <a16:creationId xmlns:a16="http://schemas.microsoft.com/office/drawing/2014/main" id="{901A5F5F-3A19-B7B2-B89B-1436A96AE0B7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楕円 301">
              <a:extLst>
                <a:ext uri="{FF2B5EF4-FFF2-40B4-BE49-F238E27FC236}">
                  <a16:creationId xmlns:a16="http://schemas.microsoft.com/office/drawing/2014/main" id="{A4DB833F-50EE-5F87-F34D-65BB390D78CF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21F40E0-8199-0672-81AB-02D7AB651B28}"/>
              </a:ext>
            </a:extLst>
          </p:cNvPr>
          <p:cNvSpPr/>
          <p:nvPr/>
        </p:nvSpPr>
        <p:spPr>
          <a:xfrm>
            <a:off x="4798297" y="3498134"/>
            <a:ext cx="1545021" cy="559078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UD Digi Kyokasho NK" panose="02020400000000000000" pitchFamily="18" charset="-128"/>
              <a:cs typeface="Arial" panose="020B0604020202020204" pitchFamily="34" charset="0"/>
            </a:endParaRPr>
          </a:p>
        </p:txBody>
      </p: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BA36310E-30F7-44FD-EA3A-A9D508A9A740}"/>
              </a:ext>
            </a:extLst>
          </p:cNvPr>
          <p:cNvGrpSpPr/>
          <p:nvPr/>
        </p:nvGrpSpPr>
        <p:grpSpPr>
          <a:xfrm>
            <a:off x="6978166" y="2617955"/>
            <a:ext cx="1320364" cy="1319180"/>
            <a:chOff x="6978166" y="2617955"/>
            <a:chExt cx="1320364" cy="131918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1053465-E7CA-B878-DA1B-39178099E1BD}"/>
                </a:ext>
              </a:extLst>
            </p:cNvPr>
            <p:cNvSpPr/>
            <p:nvPr/>
          </p:nvSpPr>
          <p:spPr>
            <a:xfrm>
              <a:off x="6978167" y="2617956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53AEB17-4F38-4104-6FAC-BE88B5A82F35}"/>
                </a:ext>
              </a:extLst>
            </p:cNvPr>
            <p:cNvSpPr/>
            <p:nvPr/>
          </p:nvSpPr>
          <p:spPr>
            <a:xfrm rot="5400000">
              <a:off x="7616087" y="1980034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D979FD1-3531-E669-9522-0154D556EF32}"/>
                </a:ext>
              </a:extLst>
            </p:cNvPr>
            <p:cNvSpPr/>
            <p:nvPr/>
          </p:nvSpPr>
          <p:spPr>
            <a:xfrm rot="5400000">
              <a:off x="7617920" y="3256522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2B75E49E-4887-8376-03F6-0E04BAA594DB}"/>
                </a:ext>
              </a:extLst>
            </p:cNvPr>
            <p:cNvGrpSpPr/>
            <p:nvPr/>
          </p:nvGrpSpPr>
          <p:grpSpPr>
            <a:xfrm rot="16200000">
              <a:off x="6621649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745216F9-0D87-2984-ACEF-6896EB996EA0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5" name="フローチャート: 和接合 16">
                <a:extLst>
                  <a:ext uri="{FF2B5EF4-FFF2-40B4-BE49-F238E27FC236}">
                    <a16:creationId xmlns:a16="http://schemas.microsoft.com/office/drawing/2014/main" id="{3D61926E-57B5-1ECD-C8C3-B2EE59870146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CAE89A70-DEBE-83F2-D25C-D74BEE9563E4}"/>
                </a:ext>
              </a:extLst>
            </p:cNvPr>
            <p:cNvSpPr/>
            <p:nvPr/>
          </p:nvSpPr>
          <p:spPr>
            <a:xfrm>
              <a:off x="7020829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C6F6BBE8-6151-107E-5AB4-2C298B34DEED}"/>
                </a:ext>
              </a:extLst>
            </p:cNvPr>
            <p:cNvGrpSpPr/>
            <p:nvPr/>
          </p:nvGrpSpPr>
          <p:grpSpPr>
            <a:xfrm rot="16200000">
              <a:off x="7051430" y="3248500"/>
              <a:ext cx="57600" cy="58165"/>
              <a:chOff x="5550747" y="2678351"/>
              <a:chExt cx="57600" cy="58165"/>
            </a:xfrm>
          </p:grpSpPr>
          <p:sp>
            <p:nvSpPr>
              <p:cNvPr id="229" name="楕円 300">
                <a:extLst>
                  <a:ext uri="{FF2B5EF4-FFF2-40B4-BE49-F238E27FC236}">
                    <a16:creationId xmlns:a16="http://schemas.microsoft.com/office/drawing/2014/main" id="{E706184F-AEF1-95DD-95C3-FC9A35F98453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0" name="楕円 301">
                <a:extLst>
                  <a:ext uri="{FF2B5EF4-FFF2-40B4-BE49-F238E27FC236}">
                    <a16:creationId xmlns:a16="http://schemas.microsoft.com/office/drawing/2014/main" id="{DE5987CD-C585-293E-5F5E-CCC452D36061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21995114-4309-B1B0-FA04-0513741527B5}"/>
                </a:ext>
              </a:extLst>
            </p:cNvPr>
            <p:cNvGrpSpPr/>
            <p:nvPr/>
          </p:nvGrpSpPr>
          <p:grpSpPr>
            <a:xfrm rot="16200000">
              <a:off x="6940051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567CD1C2-832B-FD8A-357E-D4928C3BEE61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3" name="フローチャート: 和接合 16">
                <a:extLst>
                  <a:ext uri="{FF2B5EF4-FFF2-40B4-BE49-F238E27FC236}">
                    <a16:creationId xmlns:a16="http://schemas.microsoft.com/office/drawing/2014/main" id="{41499CE0-6024-319E-016F-6D4C0775B1F1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B1A2B345-E1F5-9C6E-6DD7-E37BEA7A8C19}"/>
                </a:ext>
              </a:extLst>
            </p:cNvPr>
            <p:cNvSpPr/>
            <p:nvPr/>
          </p:nvSpPr>
          <p:spPr>
            <a:xfrm>
              <a:off x="7339231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168852E6-2B8A-8CFA-5203-1322B660D16F}"/>
                </a:ext>
              </a:extLst>
            </p:cNvPr>
            <p:cNvGrpSpPr/>
            <p:nvPr/>
          </p:nvGrpSpPr>
          <p:grpSpPr>
            <a:xfrm rot="16200000">
              <a:off x="7369832" y="3248500"/>
              <a:ext cx="57600" cy="58165"/>
              <a:chOff x="5550747" y="2678351"/>
              <a:chExt cx="57600" cy="58165"/>
            </a:xfrm>
          </p:grpSpPr>
          <p:sp>
            <p:nvSpPr>
              <p:cNvPr id="237" name="楕円 300">
                <a:extLst>
                  <a:ext uri="{FF2B5EF4-FFF2-40B4-BE49-F238E27FC236}">
                    <a16:creationId xmlns:a16="http://schemas.microsoft.com/office/drawing/2014/main" id="{20603FAD-2120-055A-D8E5-FA19F6939458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8" name="楕円 301">
                <a:extLst>
                  <a:ext uri="{FF2B5EF4-FFF2-40B4-BE49-F238E27FC236}">
                    <a16:creationId xmlns:a16="http://schemas.microsoft.com/office/drawing/2014/main" id="{D89B58F8-53E5-C6FD-1CFF-06FF8B88DA1C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AA347C72-9C29-D440-7DFA-B7074BFD5DBE}"/>
                </a:ext>
              </a:extLst>
            </p:cNvPr>
            <p:cNvGrpSpPr/>
            <p:nvPr/>
          </p:nvGrpSpPr>
          <p:grpSpPr>
            <a:xfrm rot="16200000">
              <a:off x="7258453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BFB9DA1B-1250-BE4F-15A3-1B9CD882C8D4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1" name="フローチャート: 和接合 16">
                <a:extLst>
                  <a:ext uri="{FF2B5EF4-FFF2-40B4-BE49-F238E27FC236}">
                    <a16:creationId xmlns:a16="http://schemas.microsoft.com/office/drawing/2014/main" id="{A90753CE-1653-96E0-8B14-7527DCED3481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3490CEE4-6012-F02C-568A-FE2C60C412A8}"/>
                </a:ext>
              </a:extLst>
            </p:cNvPr>
            <p:cNvSpPr/>
            <p:nvPr/>
          </p:nvSpPr>
          <p:spPr>
            <a:xfrm>
              <a:off x="7657633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C362EAE4-2DE0-B056-C86B-C84DB051B15B}"/>
                </a:ext>
              </a:extLst>
            </p:cNvPr>
            <p:cNvGrpSpPr/>
            <p:nvPr/>
          </p:nvGrpSpPr>
          <p:grpSpPr>
            <a:xfrm rot="16200000">
              <a:off x="7688234" y="3248500"/>
              <a:ext cx="57600" cy="58165"/>
              <a:chOff x="5550747" y="2678351"/>
              <a:chExt cx="57600" cy="58165"/>
            </a:xfrm>
          </p:grpSpPr>
          <p:sp>
            <p:nvSpPr>
              <p:cNvPr id="245" name="楕円 300">
                <a:extLst>
                  <a:ext uri="{FF2B5EF4-FFF2-40B4-BE49-F238E27FC236}">
                    <a16:creationId xmlns:a16="http://schemas.microsoft.com/office/drawing/2014/main" id="{098B0A74-6F52-23A3-CF79-E8F6DDA15AE7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6" name="楕円 301">
                <a:extLst>
                  <a:ext uri="{FF2B5EF4-FFF2-40B4-BE49-F238E27FC236}">
                    <a16:creationId xmlns:a16="http://schemas.microsoft.com/office/drawing/2014/main" id="{47A98C21-9B07-C409-C342-652B71E7B3B7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DAA0FAB7-D89D-5E35-3C4E-AE1041B284F5}"/>
                </a:ext>
              </a:extLst>
            </p:cNvPr>
            <p:cNvGrpSpPr/>
            <p:nvPr/>
          </p:nvGrpSpPr>
          <p:grpSpPr>
            <a:xfrm rot="16200000">
              <a:off x="7576857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39396237-C364-776B-B870-9D6DDC1EBB50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9" name="フローチャート: 和接合 16">
                <a:extLst>
                  <a:ext uri="{FF2B5EF4-FFF2-40B4-BE49-F238E27FC236}">
                    <a16:creationId xmlns:a16="http://schemas.microsoft.com/office/drawing/2014/main" id="{3297C80A-D1E4-8F88-B3FF-7AFA1D60F163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E2F812A3-7330-842D-6E5F-B9CEB84276FC}"/>
                </a:ext>
              </a:extLst>
            </p:cNvPr>
            <p:cNvSpPr/>
            <p:nvPr/>
          </p:nvSpPr>
          <p:spPr>
            <a:xfrm>
              <a:off x="7976035" y="2660182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6BEDF159-3D49-C075-FE47-2F6436CA3C58}"/>
                </a:ext>
              </a:extLst>
            </p:cNvPr>
            <p:cNvGrpSpPr/>
            <p:nvPr/>
          </p:nvGrpSpPr>
          <p:grpSpPr>
            <a:xfrm rot="16200000">
              <a:off x="8006636" y="3248499"/>
              <a:ext cx="57600" cy="58165"/>
              <a:chOff x="5550747" y="2678351"/>
              <a:chExt cx="57600" cy="58165"/>
            </a:xfrm>
          </p:grpSpPr>
          <p:sp>
            <p:nvSpPr>
              <p:cNvPr id="253" name="楕円 300">
                <a:extLst>
                  <a:ext uri="{FF2B5EF4-FFF2-40B4-BE49-F238E27FC236}">
                    <a16:creationId xmlns:a16="http://schemas.microsoft.com/office/drawing/2014/main" id="{DB2263E1-52BC-9B7A-B315-36CA5E8CCA54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4" name="楕円 301">
                <a:extLst>
                  <a:ext uri="{FF2B5EF4-FFF2-40B4-BE49-F238E27FC236}">
                    <a16:creationId xmlns:a16="http://schemas.microsoft.com/office/drawing/2014/main" id="{A41D5968-6D49-DAA3-D079-3D94121F59F3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E12C664-23CE-BB65-EC44-394B86620A44}"/>
              </a:ext>
            </a:extLst>
          </p:cNvPr>
          <p:cNvSpPr/>
          <p:nvPr/>
        </p:nvSpPr>
        <p:spPr>
          <a:xfrm>
            <a:off x="6856185" y="3494568"/>
            <a:ext cx="1545021" cy="559078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UD Digi Kyokasho NK" panose="02020400000000000000" pitchFamily="18" charset="-128"/>
              <a:cs typeface="Arial" panose="020B0604020202020204" pitchFamily="34" charset="0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B2117A00-8008-024F-A9D0-83A3B3E80426}"/>
              </a:ext>
            </a:extLst>
          </p:cNvPr>
          <p:cNvSpPr/>
          <p:nvPr/>
        </p:nvSpPr>
        <p:spPr>
          <a:xfrm>
            <a:off x="7381827" y="-2368924"/>
            <a:ext cx="4022539" cy="2026844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F12E0BC4-292A-6FB2-5F43-35212050FD6D}"/>
              </a:ext>
            </a:extLst>
          </p:cNvPr>
          <p:cNvSpPr/>
          <p:nvPr/>
        </p:nvSpPr>
        <p:spPr>
          <a:xfrm>
            <a:off x="7336082" y="-1415543"/>
            <a:ext cx="4179245" cy="120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C9E7267E-5D40-BEF2-130F-BCBDCCF80164}"/>
              </a:ext>
            </a:extLst>
          </p:cNvPr>
          <p:cNvGrpSpPr/>
          <p:nvPr/>
        </p:nvGrpSpPr>
        <p:grpSpPr>
          <a:xfrm>
            <a:off x="7696014" y="-2064702"/>
            <a:ext cx="3394165" cy="1418400"/>
            <a:chOff x="7692006" y="-572354"/>
            <a:chExt cx="3394165" cy="1418400"/>
          </a:xfrm>
        </p:grpSpPr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74F44502-B924-B376-6A06-C80EF73C9ADA}"/>
                </a:ext>
              </a:extLst>
            </p:cNvPr>
            <p:cNvGrpSpPr/>
            <p:nvPr/>
          </p:nvGrpSpPr>
          <p:grpSpPr>
            <a:xfrm>
              <a:off x="7692006" y="-572354"/>
              <a:ext cx="1429692" cy="1418400"/>
              <a:chOff x="6978166" y="2617955"/>
              <a:chExt cx="1320364" cy="1319180"/>
            </a:xfrm>
          </p:grpSpPr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598EEDFA-61D9-3019-3E0B-A8E2E37382A1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24A1DF17-1152-A5D9-5496-A6B2818A003B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34AB3F15-E31D-1664-8460-FDD53FC06AC1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6389FB56-DC9F-37D7-7C48-6207008E6223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0F5062DF-6D75-46E9-6D3C-0D44864956C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6" name="フローチャート: 和接合 16">
                  <a:extLst>
                    <a:ext uri="{FF2B5EF4-FFF2-40B4-BE49-F238E27FC236}">
                      <a16:creationId xmlns:a16="http://schemas.microsoft.com/office/drawing/2014/main" id="{708143B7-8E21-0CEE-A927-7454FB3FB57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BAB04F25-5858-3D80-DF94-32A6D9A2D327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FE993979-FDD1-2CA9-8288-5FECE0BE0794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53" name="楕円 300">
                  <a:extLst>
                    <a:ext uri="{FF2B5EF4-FFF2-40B4-BE49-F238E27FC236}">
                      <a16:creationId xmlns:a16="http://schemas.microsoft.com/office/drawing/2014/main" id="{39644E47-9777-00D3-205E-51355622BAE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4" name="楕円 301">
                  <a:extLst>
                    <a:ext uri="{FF2B5EF4-FFF2-40B4-BE49-F238E27FC236}">
                      <a16:creationId xmlns:a16="http://schemas.microsoft.com/office/drawing/2014/main" id="{B6751F68-8040-F993-322A-1D299F77A7D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62C4C179-5C2A-FAA6-E203-41B0EDCD5BE8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51" name="Rectangle 350">
                  <a:extLst>
                    <a:ext uri="{FF2B5EF4-FFF2-40B4-BE49-F238E27FC236}">
                      <a16:creationId xmlns:a16="http://schemas.microsoft.com/office/drawing/2014/main" id="{AE2C391B-9F41-78CF-C333-8087B2A6B33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2" name="フローチャート: 和接合 16">
                  <a:extLst>
                    <a:ext uri="{FF2B5EF4-FFF2-40B4-BE49-F238E27FC236}">
                      <a16:creationId xmlns:a16="http://schemas.microsoft.com/office/drawing/2014/main" id="{D29C7A5B-A047-914B-343D-82D08D2796E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AD794444-70FF-2CB9-3E7F-4F58A23F5AC7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EB4BCDF0-A5FF-5D9A-AE23-7D104D702AF6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49" name="楕円 300">
                  <a:extLst>
                    <a:ext uri="{FF2B5EF4-FFF2-40B4-BE49-F238E27FC236}">
                      <a16:creationId xmlns:a16="http://schemas.microsoft.com/office/drawing/2014/main" id="{94A08B90-FB25-2179-B87F-4FBA5987E84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0" name="楕円 301">
                  <a:extLst>
                    <a:ext uri="{FF2B5EF4-FFF2-40B4-BE49-F238E27FC236}">
                      <a16:creationId xmlns:a16="http://schemas.microsoft.com/office/drawing/2014/main" id="{BDB672DD-E9F5-7313-6780-6B307E3DE5B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9032B8C6-815A-045C-80CC-FC4CAF8599CB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2391A29C-D1E9-77D1-5D90-8739D5D014C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8" name="フローチャート: 和接合 16">
                  <a:extLst>
                    <a:ext uri="{FF2B5EF4-FFF2-40B4-BE49-F238E27FC236}">
                      <a16:creationId xmlns:a16="http://schemas.microsoft.com/office/drawing/2014/main" id="{5AA63081-D48B-42D7-CA18-A6A674A2829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EC852E21-8B97-7E00-7F27-9511410BB5FD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6D4E8C99-40E5-5918-2D58-85C1CD18E2A9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45" name="楕円 300">
                  <a:extLst>
                    <a:ext uri="{FF2B5EF4-FFF2-40B4-BE49-F238E27FC236}">
                      <a16:creationId xmlns:a16="http://schemas.microsoft.com/office/drawing/2014/main" id="{1BA1B8DA-25D1-5B19-FF73-28316019281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6" name="楕円 301">
                  <a:extLst>
                    <a:ext uri="{FF2B5EF4-FFF2-40B4-BE49-F238E27FC236}">
                      <a16:creationId xmlns:a16="http://schemas.microsoft.com/office/drawing/2014/main" id="{BE96337B-A9A1-72BC-F92E-041E63F3965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38" name="Group 337">
                <a:extLst>
                  <a:ext uri="{FF2B5EF4-FFF2-40B4-BE49-F238E27FC236}">
                    <a16:creationId xmlns:a16="http://schemas.microsoft.com/office/drawing/2014/main" id="{153CF35A-6ABC-E1F0-5D45-1BAD9D8A77A4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43" name="Rectangle 342">
                  <a:extLst>
                    <a:ext uri="{FF2B5EF4-FFF2-40B4-BE49-F238E27FC236}">
                      <a16:creationId xmlns:a16="http://schemas.microsoft.com/office/drawing/2014/main" id="{ACC7B871-0074-B1EE-1FFC-ADDDF30B143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4" name="フローチャート: 和接合 16">
                  <a:extLst>
                    <a:ext uri="{FF2B5EF4-FFF2-40B4-BE49-F238E27FC236}">
                      <a16:creationId xmlns:a16="http://schemas.microsoft.com/office/drawing/2014/main" id="{AC976C7B-F3FE-D81D-F4CF-9B289213D3F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D80DC00E-367C-8910-9CD9-CC862937BFE9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40" name="Group 339">
                <a:extLst>
                  <a:ext uri="{FF2B5EF4-FFF2-40B4-BE49-F238E27FC236}">
                    <a16:creationId xmlns:a16="http://schemas.microsoft.com/office/drawing/2014/main" id="{3720DC56-3CFF-5E0E-327D-B005E2C89F03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341" name="楕円 300">
                  <a:extLst>
                    <a:ext uri="{FF2B5EF4-FFF2-40B4-BE49-F238E27FC236}">
                      <a16:creationId xmlns:a16="http://schemas.microsoft.com/office/drawing/2014/main" id="{B196E12A-8849-97B4-DB9F-7C9CC758E68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2" name="楕円 301">
                  <a:extLst>
                    <a:ext uri="{FF2B5EF4-FFF2-40B4-BE49-F238E27FC236}">
                      <a16:creationId xmlns:a16="http://schemas.microsoft.com/office/drawing/2014/main" id="{88199115-500D-459B-731F-FF7017FEBFD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4E81628B-061B-9FBF-0270-38CCA2DD0C9F}"/>
                </a:ext>
              </a:extLst>
            </p:cNvPr>
            <p:cNvGrpSpPr/>
            <p:nvPr/>
          </p:nvGrpSpPr>
          <p:grpSpPr>
            <a:xfrm>
              <a:off x="9656479" y="-572354"/>
              <a:ext cx="1429692" cy="1418400"/>
              <a:chOff x="6978166" y="2617955"/>
              <a:chExt cx="1320364" cy="1319180"/>
            </a:xfrm>
          </p:grpSpPr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22DF8453-EA23-9619-BDB4-FD03B06625DE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B1F23A17-3096-8898-8C04-EA787F416F9C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CB8A9287-02F0-19A1-3600-21EAE62E08BB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1" name="Group 360">
                <a:extLst>
                  <a:ext uri="{FF2B5EF4-FFF2-40B4-BE49-F238E27FC236}">
                    <a16:creationId xmlns:a16="http://schemas.microsoft.com/office/drawing/2014/main" id="{843CB30D-1114-8824-9ED1-1281FEFE353A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87" name="Rectangle 386">
                  <a:extLst>
                    <a:ext uri="{FF2B5EF4-FFF2-40B4-BE49-F238E27FC236}">
                      <a16:creationId xmlns:a16="http://schemas.microsoft.com/office/drawing/2014/main" id="{14262A91-D52C-A693-1211-C8C40987722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8" name="フローチャート: 和接合 16">
                  <a:extLst>
                    <a:ext uri="{FF2B5EF4-FFF2-40B4-BE49-F238E27FC236}">
                      <a16:creationId xmlns:a16="http://schemas.microsoft.com/office/drawing/2014/main" id="{7BF000D3-3E59-F57F-DE04-2FAE0D29C2E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0DA50039-3BE4-E810-E801-320A2AA55145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3" name="Group 362">
                <a:extLst>
                  <a:ext uri="{FF2B5EF4-FFF2-40B4-BE49-F238E27FC236}">
                    <a16:creationId xmlns:a16="http://schemas.microsoft.com/office/drawing/2014/main" id="{88F754C6-8DF9-F800-31D7-FE88EC9D875F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85" name="楕円 300">
                  <a:extLst>
                    <a:ext uri="{FF2B5EF4-FFF2-40B4-BE49-F238E27FC236}">
                      <a16:creationId xmlns:a16="http://schemas.microsoft.com/office/drawing/2014/main" id="{C30982CE-90AD-E82D-B894-486F64AE468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6" name="楕円 301">
                  <a:extLst>
                    <a:ext uri="{FF2B5EF4-FFF2-40B4-BE49-F238E27FC236}">
                      <a16:creationId xmlns:a16="http://schemas.microsoft.com/office/drawing/2014/main" id="{F5652792-1204-BDF1-8A0C-401E4FC6203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4" name="Group 363">
                <a:extLst>
                  <a:ext uri="{FF2B5EF4-FFF2-40B4-BE49-F238E27FC236}">
                    <a16:creationId xmlns:a16="http://schemas.microsoft.com/office/drawing/2014/main" id="{BB731F7C-489C-8588-A18D-D645F5E8DF6D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0F7636C0-FF65-DFCA-1B94-5C9EC1DF99E0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4" name="フローチャート: 和接合 16">
                  <a:extLst>
                    <a:ext uri="{FF2B5EF4-FFF2-40B4-BE49-F238E27FC236}">
                      <a16:creationId xmlns:a16="http://schemas.microsoft.com/office/drawing/2014/main" id="{5D257C77-4943-4F16-E65D-27CF9F19E76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2C2929DB-90ED-DB44-B7D9-8688218905AB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6" name="Group 365">
                <a:extLst>
                  <a:ext uri="{FF2B5EF4-FFF2-40B4-BE49-F238E27FC236}">
                    <a16:creationId xmlns:a16="http://schemas.microsoft.com/office/drawing/2014/main" id="{C2438CB2-1E4A-22C5-8707-0EC7EED45D48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81" name="楕円 300">
                  <a:extLst>
                    <a:ext uri="{FF2B5EF4-FFF2-40B4-BE49-F238E27FC236}">
                      <a16:creationId xmlns:a16="http://schemas.microsoft.com/office/drawing/2014/main" id="{CD15B388-B2BA-7031-D4D6-8F22F8BDBE1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2" name="楕円 301">
                  <a:extLst>
                    <a:ext uri="{FF2B5EF4-FFF2-40B4-BE49-F238E27FC236}">
                      <a16:creationId xmlns:a16="http://schemas.microsoft.com/office/drawing/2014/main" id="{0E426D29-86DC-6655-A62F-418409E805E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7" name="Group 366">
                <a:extLst>
                  <a:ext uri="{FF2B5EF4-FFF2-40B4-BE49-F238E27FC236}">
                    <a16:creationId xmlns:a16="http://schemas.microsoft.com/office/drawing/2014/main" id="{F2D279F5-E9F4-639E-BF7C-8D86D848D9D4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9" name="Rectangle 378">
                  <a:extLst>
                    <a:ext uri="{FF2B5EF4-FFF2-40B4-BE49-F238E27FC236}">
                      <a16:creationId xmlns:a16="http://schemas.microsoft.com/office/drawing/2014/main" id="{5987B809-DA83-97F7-584E-7F3B9BB9B561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0" name="フローチャート: 和接合 16">
                  <a:extLst>
                    <a:ext uri="{FF2B5EF4-FFF2-40B4-BE49-F238E27FC236}">
                      <a16:creationId xmlns:a16="http://schemas.microsoft.com/office/drawing/2014/main" id="{F6C45D01-6348-4640-D29E-21CDE9B7C6C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B094695A-9C10-E0C6-4784-07FF7DECAFC2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9" name="Group 368">
                <a:extLst>
                  <a:ext uri="{FF2B5EF4-FFF2-40B4-BE49-F238E27FC236}">
                    <a16:creationId xmlns:a16="http://schemas.microsoft.com/office/drawing/2014/main" id="{EAFE1E8A-8468-D37E-1523-354F12237537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77" name="楕円 300">
                  <a:extLst>
                    <a:ext uri="{FF2B5EF4-FFF2-40B4-BE49-F238E27FC236}">
                      <a16:creationId xmlns:a16="http://schemas.microsoft.com/office/drawing/2014/main" id="{2A729E94-1582-B896-EB19-13C20A94AFD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8" name="楕円 301">
                  <a:extLst>
                    <a:ext uri="{FF2B5EF4-FFF2-40B4-BE49-F238E27FC236}">
                      <a16:creationId xmlns:a16="http://schemas.microsoft.com/office/drawing/2014/main" id="{0FA7BCB7-3A81-4B11-CC80-E83E2F8DD39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70" name="Group 369">
                <a:extLst>
                  <a:ext uri="{FF2B5EF4-FFF2-40B4-BE49-F238E27FC236}">
                    <a16:creationId xmlns:a16="http://schemas.microsoft.com/office/drawing/2014/main" id="{808C855B-0475-6F9B-1893-7D791B468E49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5" name="Rectangle 374">
                  <a:extLst>
                    <a:ext uri="{FF2B5EF4-FFF2-40B4-BE49-F238E27FC236}">
                      <a16:creationId xmlns:a16="http://schemas.microsoft.com/office/drawing/2014/main" id="{B97A6BDA-57BA-7F30-0459-1221EF77EF80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6" name="フローチャート: 和接合 16">
                  <a:extLst>
                    <a:ext uri="{FF2B5EF4-FFF2-40B4-BE49-F238E27FC236}">
                      <a16:creationId xmlns:a16="http://schemas.microsoft.com/office/drawing/2014/main" id="{88BD9105-71BB-0703-0030-452C8949A68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C4696DB0-993C-D267-F14E-11CE8DB616D2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72" name="Group 371">
                <a:extLst>
                  <a:ext uri="{FF2B5EF4-FFF2-40B4-BE49-F238E27FC236}">
                    <a16:creationId xmlns:a16="http://schemas.microsoft.com/office/drawing/2014/main" id="{16C8EA87-D599-221C-D8AD-9C7F36E45A13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373" name="楕円 300">
                  <a:extLst>
                    <a:ext uri="{FF2B5EF4-FFF2-40B4-BE49-F238E27FC236}">
                      <a16:creationId xmlns:a16="http://schemas.microsoft.com/office/drawing/2014/main" id="{0D59F444-64EE-DDE6-EE72-0133BA88184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4" name="楕円 301">
                  <a:extLst>
                    <a:ext uri="{FF2B5EF4-FFF2-40B4-BE49-F238E27FC236}">
                      <a16:creationId xmlns:a16="http://schemas.microsoft.com/office/drawing/2014/main" id="{FB3C524F-7F99-3783-88F6-C9B42A9AE43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12763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81975-5C12-E75F-291B-ADA4AD649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579528-1914-68CE-0DF9-C70B261FCA9C}"/>
              </a:ext>
            </a:extLst>
          </p:cNvPr>
          <p:cNvSpPr/>
          <p:nvPr/>
        </p:nvSpPr>
        <p:spPr>
          <a:xfrm rot="10800000">
            <a:off x="2227761" y="3239891"/>
            <a:ext cx="1265967" cy="679538"/>
          </a:xfrm>
          <a:prstGeom prst="rect">
            <a:avLst/>
          </a:prstGeom>
          <a:solidFill>
            <a:srgbClr val="7270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D8D74A-4A89-4781-1E0C-205F3C677334}"/>
              </a:ext>
            </a:extLst>
          </p:cNvPr>
          <p:cNvSpPr/>
          <p:nvPr/>
        </p:nvSpPr>
        <p:spPr>
          <a:xfrm rot="10800000">
            <a:off x="1927709" y="2978545"/>
            <a:ext cx="1901668" cy="26134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686E3F-3275-11EC-8497-3C3EA9518834}"/>
              </a:ext>
            </a:extLst>
          </p:cNvPr>
          <p:cNvSpPr/>
          <p:nvPr/>
        </p:nvSpPr>
        <p:spPr>
          <a:xfrm rot="10800000">
            <a:off x="1928577" y="2560353"/>
            <a:ext cx="1900800" cy="416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195998-969C-B962-EE70-BD9C3AAE793B}"/>
              </a:ext>
            </a:extLst>
          </p:cNvPr>
          <p:cNvSpPr/>
          <p:nvPr/>
        </p:nvSpPr>
        <p:spPr>
          <a:xfrm rot="10800000">
            <a:off x="1928577" y="3898334"/>
            <a:ext cx="1900800" cy="96553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4EA7C3-571B-CE02-1C29-0B7FE96D2A35}"/>
              </a:ext>
            </a:extLst>
          </p:cNvPr>
          <p:cNvSpPr/>
          <p:nvPr/>
        </p:nvSpPr>
        <p:spPr>
          <a:xfrm rot="5400000">
            <a:off x="2756258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FEA078-D970-8196-CF87-3991EC2A27A4}"/>
              </a:ext>
            </a:extLst>
          </p:cNvPr>
          <p:cNvSpPr/>
          <p:nvPr/>
        </p:nvSpPr>
        <p:spPr>
          <a:xfrm rot="5400000">
            <a:off x="2459783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EA6F7C7-B1EB-4B19-2472-E452853C6EA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48391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57B2048-2CF6-FC9F-0023-B8C7BB744D20}"/>
              </a:ext>
            </a:extLst>
          </p:cNvPr>
          <p:cNvSpPr/>
          <p:nvPr/>
        </p:nvSpPr>
        <p:spPr>
          <a:xfrm rot="10800000">
            <a:off x="1927710" y="3239890"/>
            <a:ext cx="364574" cy="670456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630993-989E-DA91-7839-822DEC050CCB}"/>
              </a:ext>
            </a:extLst>
          </p:cNvPr>
          <p:cNvSpPr/>
          <p:nvPr/>
        </p:nvSpPr>
        <p:spPr>
          <a:xfrm rot="5400000">
            <a:off x="3650797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C04E73-F5A0-8842-AB30-1A2915E49319}"/>
              </a:ext>
            </a:extLst>
          </p:cNvPr>
          <p:cNvSpPr/>
          <p:nvPr/>
        </p:nvSpPr>
        <p:spPr>
          <a:xfrm rot="5400000">
            <a:off x="3052734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375D96-616D-BC81-1558-C15E982927B2}"/>
              </a:ext>
            </a:extLst>
          </p:cNvPr>
          <p:cNvSpPr/>
          <p:nvPr/>
        </p:nvSpPr>
        <p:spPr>
          <a:xfrm rot="10800000">
            <a:off x="3479987" y="3239891"/>
            <a:ext cx="349390" cy="668293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0410ED-4392-4A05-9068-D70C698A3B4C}"/>
              </a:ext>
            </a:extLst>
          </p:cNvPr>
          <p:cNvSpPr/>
          <p:nvPr/>
        </p:nvSpPr>
        <p:spPr>
          <a:xfrm rot="5400000">
            <a:off x="3349209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A85B67-ABDE-6540-C91E-BEDE64108AF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52289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D1047C-A0D4-E311-C623-83A2ABC02B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17656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26576B-E765-A0A5-45B5-479A2662F783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83024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F0AABC2-8BAA-E408-5B30-D3248D9E4063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13758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9B87F17-34D5-9C81-474F-8BC9B206AA36}"/>
              </a:ext>
            </a:extLst>
          </p:cNvPr>
          <p:cNvSpPr/>
          <p:nvPr/>
        </p:nvSpPr>
        <p:spPr>
          <a:xfrm rot="5400000">
            <a:off x="1863256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7A2158C-9208-D491-1222-6734821D5DA4}"/>
              </a:ext>
            </a:extLst>
          </p:cNvPr>
          <p:cNvSpPr/>
          <p:nvPr/>
        </p:nvSpPr>
        <p:spPr>
          <a:xfrm rot="5400000">
            <a:off x="2163307" y="4053424"/>
            <a:ext cx="243034" cy="114125"/>
          </a:xfrm>
          <a:prstGeom prst="rect">
            <a:avLst/>
          </a:prstGeom>
          <a:solidFill>
            <a:srgbClr val="5D5A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37" name="Picture 36" descr="A grey rectangular object with a red stripe&#10;&#10;AI-generated content may be incorrect.">
            <a:extLst>
              <a:ext uri="{FF2B5EF4-FFF2-40B4-BE49-F238E27FC236}">
                <a16:creationId xmlns:a16="http://schemas.microsoft.com/office/drawing/2014/main" id="{BA6D35C6-BD19-AFC8-4DB4-734F835B0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3" t="15046" r="13970" b="5728"/>
          <a:stretch>
            <a:fillRect/>
          </a:stretch>
        </p:blipFill>
        <p:spPr>
          <a:xfrm>
            <a:off x="960145" y="1622281"/>
            <a:ext cx="1237366" cy="781166"/>
          </a:xfrm>
          <a:prstGeom prst="rect">
            <a:avLst/>
          </a:prstGeom>
        </p:spPr>
      </p:pic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370FBB5-1C73-F1DF-649B-7D6E1A34D462}"/>
              </a:ext>
            </a:extLst>
          </p:cNvPr>
          <p:cNvSpPr/>
          <p:nvPr/>
        </p:nvSpPr>
        <p:spPr>
          <a:xfrm rot="19957715">
            <a:off x="1446168" y="2081661"/>
            <a:ext cx="764652" cy="128302"/>
          </a:xfrm>
          <a:prstGeom prst="roundRect">
            <a:avLst/>
          </a:prstGeom>
          <a:noFill/>
          <a:ln>
            <a:solidFill>
              <a:srgbClr val="00206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102A7FFB-1299-B6A1-D75B-43432E2FB74E}"/>
              </a:ext>
            </a:extLst>
          </p:cNvPr>
          <p:cNvCxnSpPr>
            <a:cxnSpLocks/>
            <a:stCxn id="38" idx="3"/>
            <a:endCxn id="20" idx="2"/>
          </p:cNvCxnSpPr>
          <p:nvPr/>
        </p:nvCxnSpPr>
        <p:spPr>
          <a:xfrm>
            <a:off x="2168017" y="1970035"/>
            <a:ext cx="710960" cy="59031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3458C01A-E27C-7206-75AB-8DBD675D0EE8}"/>
              </a:ext>
            </a:extLst>
          </p:cNvPr>
          <p:cNvSpPr/>
          <p:nvPr/>
        </p:nvSpPr>
        <p:spPr>
          <a:xfrm>
            <a:off x="186176" y="2865920"/>
            <a:ext cx="157479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72A7B25B-12D4-23B8-B054-99459EC5A50B}"/>
              </a:ext>
            </a:extLst>
          </p:cNvPr>
          <p:cNvSpPr/>
          <p:nvPr/>
        </p:nvSpPr>
        <p:spPr>
          <a:xfrm>
            <a:off x="385202" y="3402483"/>
            <a:ext cx="137576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Aluminum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F97FB3-1A3B-1DC2-CB35-1CFBBF345ACC}"/>
              </a:ext>
            </a:extLst>
          </p:cNvPr>
          <p:cNvSpPr/>
          <p:nvPr/>
        </p:nvSpPr>
        <p:spPr>
          <a:xfrm>
            <a:off x="8038441" y="2407670"/>
            <a:ext cx="1780068" cy="1743007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Rectangle: Rounded Corners 9">
            <a:extLst>
              <a:ext uri="{FF2B5EF4-FFF2-40B4-BE49-F238E27FC236}">
                <a16:creationId xmlns:a16="http://schemas.microsoft.com/office/drawing/2014/main" id="{120AA12C-70EE-D33B-D455-C36808B6E884}"/>
              </a:ext>
            </a:extLst>
          </p:cNvPr>
          <p:cNvSpPr/>
          <p:nvPr/>
        </p:nvSpPr>
        <p:spPr>
          <a:xfrm>
            <a:off x="1962031" y="4290810"/>
            <a:ext cx="1780068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Trans. Side View</a:t>
            </a:r>
          </a:p>
        </p:txBody>
      </p:sp>
      <p:sp>
        <p:nvSpPr>
          <p:cNvPr id="144" name="テキスト プレースホルダー 2">
            <a:extLst>
              <a:ext uri="{FF2B5EF4-FFF2-40B4-BE49-F238E27FC236}">
                <a16:creationId xmlns:a16="http://schemas.microsoft.com/office/drawing/2014/main" id="{BB051FD2-CD39-6257-F029-EDA583DE57D2}"/>
              </a:ext>
            </a:extLst>
          </p:cNvPr>
          <p:cNvSpPr txBox="1">
            <a:spLocks/>
          </p:cNvSpPr>
          <p:nvPr/>
        </p:nvSpPr>
        <p:spPr>
          <a:xfrm>
            <a:off x="1026070" y="4668325"/>
            <a:ext cx="3651990" cy="44664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8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Dead space heat extraction</a:t>
            </a:r>
            <a:endParaRPr kumimoji="1" lang="ja-JP" altLang="en-US" sz="18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47" name="テキスト プレースホルダー 2">
            <a:extLst>
              <a:ext uri="{FF2B5EF4-FFF2-40B4-BE49-F238E27FC236}">
                <a16:creationId xmlns:a16="http://schemas.microsoft.com/office/drawing/2014/main" id="{B753117E-0C86-7522-0A35-860666A70BEE}"/>
              </a:ext>
            </a:extLst>
          </p:cNvPr>
          <p:cNvSpPr txBox="1">
            <a:spLocks/>
          </p:cNvSpPr>
          <p:nvPr/>
        </p:nvSpPr>
        <p:spPr>
          <a:xfrm>
            <a:off x="5528865" y="4668325"/>
            <a:ext cx="3651990" cy="44664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8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High window-fill factor winding</a:t>
            </a:r>
            <a:endParaRPr kumimoji="1" lang="ja-JP" altLang="en-US" sz="18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B148AFB-10BB-C0EF-B894-639E870694CC}"/>
              </a:ext>
            </a:extLst>
          </p:cNvPr>
          <p:cNvSpPr/>
          <p:nvPr/>
        </p:nvSpPr>
        <p:spPr>
          <a:xfrm rot="5400000">
            <a:off x="2781863" y="3243291"/>
            <a:ext cx="1730451" cy="364574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50" name="Rectangle: Rounded Corners 9">
            <a:extLst>
              <a:ext uri="{FF2B5EF4-FFF2-40B4-BE49-F238E27FC236}">
                <a16:creationId xmlns:a16="http://schemas.microsoft.com/office/drawing/2014/main" id="{AC86FE9D-B030-B1E5-13B6-8FB7A8BE4594}"/>
              </a:ext>
            </a:extLst>
          </p:cNvPr>
          <p:cNvSpPr/>
          <p:nvPr/>
        </p:nvSpPr>
        <p:spPr>
          <a:xfrm>
            <a:off x="6572646" y="4290810"/>
            <a:ext cx="1780068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Trans. Front View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10FA2554-E7CD-51E4-89CA-640FCD9038D4}"/>
              </a:ext>
            </a:extLst>
          </p:cNvPr>
          <p:cNvCxnSpPr>
            <a:cxnSpLocks/>
          </p:cNvCxnSpPr>
          <p:nvPr/>
        </p:nvCxnSpPr>
        <p:spPr>
          <a:xfrm flipH="1">
            <a:off x="1722863" y="3125236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FC4BC7A-F5DD-B102-9AC4-4FFC64BE0FFB}"/>
              </a:ext>
            </a:extLst>
          </p:cNvPr>
          <p:cNvCxnSpPr>
            <a:cxnSpLocks/>
          </p:cNvCxnSpPr>
          <p:nvPr/>
        </p:nvCxnSpPr>
        <p:spPr>
          <a:xfrm flipH="1">
            <a:off x="1722863" y="3534613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5007249-F375-3F71-8053-53CA15D98C27}"/>
              </a:ext>
            </a:extLst>
          </p:cNvPr>
          <p:cNvCxnSpPr>
            <a:cxnSpLocks/>
          </p:cNvCxnSpPr>
          <p:nvPr/>
        </p:nvCxnSpPr>
        <p:spPr>
          <a:xfrm flipH="1">
            <a:off x="1722863" y="2865920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: Rounded Corners 9">
            <a:extLst>
              <a:ext uri="{FF2B5EF4-FFF2-40B4-BE49-F238E27FC236}">
                <a16:creationId xmlns:a16="http://schemas.microsoft.com/office/drawing/2014/main" id="{2217642A-6EB6-F146-D555-6D9CA87735A1}"/>
              </a:ext>
            </a:extLst>
          </p:cNvPr>
          <p:cNvSpPr/>
          <p:nvPr/>
        </p:nvSpPr>
        <p:spPr>
          <a:xfrm>
            <a:off x="186176" y="2601809"/>
            <a:ext cx="157479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Winding</a:t>
            </a:r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AFD0B8BE-FF68-D953-CA19-C1652015A223}"/>
              </a:ext>
            </a:extLst>
          </p:cNvPr>
          <p:cNvCxnSpPr>
            <a:cxnSpLocks/>
          </p:cNvCxnSpPr>
          <p:nvPr/>
        </p:nvCxnSpPr>
        <p:spPr>
          <a:xfrm flipH="1">
            <a:off x="1722863" y="3803094"/>
            <a:ext cx="71647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: Rounded Corners 9">
            <a:extLst>
              <a:ext uri="{FF2B5EF4-FFF2-40B4-BE49-F238E27FC236}">
                <a16:creationId xmlns:a16="http://schemas.microsoft.com/office/drawing/2014/main" id="{A39766D3-1452-4D3C-02FE-1984FAF524F1}"/>
              </a:ext>
            </a:extLst>
          </p:cNvPr>
          <p:cNvSpPr/>
          <p:nvPr/>
        </p:nvSpPr>
        <p:spPr>
          <a:xfrm>
            <a:off x="385202" y="3683781"/>
            <a:ext cx="137576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4E85AE2C-49D0-B064-F507-21B0B8A615C6}"/>
              </a:ext>
            </a:extLst>
          </p:cNvPr>
          <p:cNvCxnSpPr/>
          <p:nvPr/>
        </p:nvCxnSpPr>
        <p:spPr>
          <a:xfrm>
            <a:off x="7779068" y="2274582"/>
            <a:ext cx="0" cy="2131289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: Rounded Corners 9">
            <a:extLst>
              <a:ext uri="{FF2B5EF4-FFF2-40B4-BE49-F238E27FC236}">
                <a16:creationId xmlns:a16="http://schemas.microsoft.com/office/drawing/2014/main" id="{685623CF-065E-ADCD-3718-754C801E7ADC}"/>
              </a:ext>
            </a:extLst>
          </p:cNvPr>
          <p:cNvSpPr/>
          <p:nvPr/>
        </p:nvSpPr>
        <p:spPr>
          <a:xfrm rot="5400000">
            <a:off x="6271681" y="3116952"/>
            <a:ext cx="2547447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Thermal Conduction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64CE1797-7B01-A9D9-486E-488C8D2A0A26}"/>
              </a:ext>
            </a:extLst>
          </p:cNvPr>
          <p:cNvCxnSpPr>
            <a:cxnSpLocks/>
          </p:cNvCxnSpPr>
          <p:nvPr/>
        </p:nvCxnSpPr>
        <p:spPr>
          <a:xfrm>
            <a:off x="1879600" y="4053646"/>
            <a:ext cx="2082800" cy="0"/>
          </a:xfrm>
          <a:prstGeom prst="straightConnector1">
            <a:avLst/>
          </a:prstGeom>
          <a:ln w="38100">
            <a:solidFill>
              <a:srgbClr val="00B0F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55746F8D-DFC8-3D6E-A823-B8BD416F5AB3}"/>
              </a:ext>
            </a:extLst>
          </p:cNvPr>
          <p:cNvCxnSpPr>
            <a:cxnSpLocks/>
          </p:cNvCxnSpPr>
          <p:nvPr/>
        </p:nvCxnSpPr>
        <p:spPr>
          <a:xfrm>
            <a:off x="1879600" y="4154584"/>
            <a:ext cx="2082800" cy="0"/>
          </a:xfrm>
          <a:prstGeom prst="straightConnector1">
            <a:avLst/>
          </a:prstGeom>
          <a:ln w="38100">
            <a:solidFill>
              <a:srgbClr val="00B0F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A0735C8-9A8F-C731-71EC-D14052677F12}"/>
              </a:ext>
            </a:extLst>
          </p:cNvPr>
          <p:cNvCxnSpPr>
            <a:cxnSpLocks/>
          </p:cNvCxnSpPr>
          <p:nvPr/>
        </p:nvCxnSpPr>
        <p:spPr>
          <a:xfrm>
            <a:off x="1879600" y="4259474"/>
            <a:ext cx="2082800" cy="0"/>
          </a:xfrm>
          <a:prstGeom prst="straightConnector1">
            <a:avLst/>
          </a:prstGeom>
          <a:ln w="38100">
            <a:solidFill>
              <a:srgbClr val="00B0F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: Rounded Corners 9">
            <a:extLst>
              <a:ext uri="{FF2B5EF4-FFF2-40B4-BE49-F238E27FC236}">
                <a16:creationId xmlns:a16="http://schemas.microsoft.com/office/drawing/2014/main" id="{9498CF59-EF79-9AA9-854B-1648F3BB5E3C}"/>
              </a:ext>
            </a:extLst>
          </p:cNvPr>
          <p:cNvSpPr/>
          <p:nvPr/>
        </p:nvSpPr>
        <p:spPr>
          <a:xfrm>
            <a:off x="389546" y="4067685"/>
            <a:ext cx="137576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Coolant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9F8E10-C2CF-1475-64DD-97148B143F34}"/>
              </a:ext>
            </a:extLst>
          </p:cNvPr>
          <p:cNvSpPr txBox="1">
            <a:spLocks/>
          </p:cNvSpPr>
          <p:nvPr/>
        </p:nvSpPr>
        <p:spPr>
          <a:xfrm>
            <a:off x="7615261" y="1960919"/>
            <a:ext cx="2661039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</a:t>
            </a:r>
            <a:endParaRPr kumimoji="1" lang="ja-JP" altLang="en-US" sz="14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C8ADD7C-C4EE-7136-3E67-203217EF157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28546" y="4497210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07FC1799-7853-1622-B92C-E676F7DACFB4}"/>
              </a:ext>
            </a:extLst>
          </p:cNvPr>
          <p:cNvGrpSpPr/>
          <p:nvPr/>
        </p:nvGrpSpPr>
        <p:grpSpPr>
          <a:xfrm>
            <a:off x="8266314" y="2617956"/>
            <a:ext cx="1320364" cy="1319180"/>
            <a:chOff x="6978166" y="2617955"/>
            <a:chExt cx="1320364" cy="131918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65C00E-52BB-7240-0BAC-4850A6AC0C90}"/>
                </a:ext>
              </a:extLst>
            </p:cNvPr>
            <p:cNvSpPr/>
            <p:nvPr/>
          </p:nvSpPr>
          <p:spPr>
            <a:xfrm>
              <a:off x="6978167" y="2617956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EB62EA5-185E-8A93-18A9-02BAEC7E978F}"/>
                </a:ext>
              </a:extLst>
            </p:cNvPr>
            <p:cNvSpPr/>
            <p:nvPr/>
          </p:nvSpPr>
          <p:spPr>
            <a:xfrm rot="5400000">
              <a:off x="7616087" y="1980034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953FCDE-D403-DCF6-6657-82545AB87F26}"/>
                </a:ext>
              </a:extLst>
            </p:cNvPr>
            <p:cNvSpPr/>
            <p:nvPr/>
          </p:nvSpPr>
          <p:spPr>
            <a:xfrm rot="5400000">
              <a:off x="7617920" y="3256522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5AD18E7C-E819-B7FD-DFEB-724D1E79451B}"/>
                </a:ext>
              </a:extLst>
            </p:cNvPr>
            <p:cNvGrpSpPr/>
            <p:nvPr/>
          </p:nvGrpSpPr>
          <p:grpSpPr>
            <a:xfrm rot="16200000">
              <a:off x="6621649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28CDE1A4-68DF-8F04-3220-8B0E1BA38FBD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5" name="フローチャート: 和接合 16">
                <a:extLst>
                  <a:ext uri="{FF2B5EF4-FFF2-40B4-BE49-F238E27FC236}">
                    <a16:creationId xmlns:a16="http://schemas.microsoft.com/office/drawing/2014/main" id="{18B62E8A-5659-FAD9-BB95-96603478C26D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1B8AB56-3D5D-DBE1-25E1-336BFA52F147}"/>
                </a:ext>
              </a:extLst>
            </p:cNvPr>
            <p:cNvSpPr/>
            <p:nvPr/>
          </p:nvSpPr>
          <p:spPr>
            <a:xfrm>
              <a:off x="7020829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3E2EF95F-9982-FA99-AFB9-3AD510FB609C}"/>
                </a:ext>
              </a:extLst>
            </p:cNvPr>
            <p:cNvGrpSpPr/>
            <p:nvPr/>
          </p:nvGrpSpPr>
          <p:grpSpPr>
            <a:xfrm rot="16200000">
              <a:off x="7051430" y="3248500"/>
              <a:ext cx="57600" cy="58165"/>
              <a:chOff x="5550747" y="2678351"/>
              <a:chExt cx="57600" cy="58165"/>
            </a:xfrm>
          </p:grpSpPr>
          <p:sp>
            <p:nvSpPr>
              <p:cNvPr id="229" name="楕円 300">
                <a:extLst>
                  <a:ext uri="{FF2B5EF4-FFF2-40B4-BE49-F238E27FC236}">
                    <a16:creationId xmlns:a16="http://schemas.microsoft.com/office/drawing/2014/main" id="{9ED5F7F3-74B8-E56E-7492-3A01E778311B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0" name="楕円 301">
                <a:extLst>
                  <a:ext uri="{FF2B5EF4-FFF2-40B4-BE49-F238E27FC236}">
                    <a16:creationId xmlns:a16="http://schemas.microsoft.com/office/drawing/2014/main" id="{9693CE46-F23D-D2D0-3EE2-EDEFCFC9FEBF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5E8B60AD-0A92-92C4-538B-43AB24E48C0C}"/>
                </a:ext>
              </a:extLst>
            </p:cNvPr>
            <p:cNvGrpSpPr/>
            <p:nvPr/>
          </p:nvGrpSpPr>
          <p:grpSpPr>
            <a:xfrm rot="16200000">
              <a:off x="6940051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BA08B0C7-D420-86AB-8D4F-273531DC5476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3" name="フローチャート: 和接合 16">
                <a:extLst>
                  <a:ext uri="{FF2B5EF4-FFF2-40B4-BE49-F238E27FC236}">
                    <a16:creationId xmlns:a16="http://schemas.microsoft.com/office/drawing/2014/main" id="{666EA468-7E0A-83EE-E03D-4AFF1597F021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CE9E54CB-2E10-3D72-270C-4FA1D9C0B3E6}"/>
                </a:ext>
              </a:extLst>
            </p:cNvPr>
            <p:cNvSpPr/>
            <p:nvPr/>
          </p:nvSpPr>
          <p:spPr>
            <a:xfrm>
              <a:off x="7339231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877C4312-3651-7368-1C5D-1CC06C0F9883}"/>
                </a:ext>
              </a:extLst>
            </p:cNvPr>
            <p:cNvGrpSpPr/>
            <p:nvPr/>
          </p:nvGrpSpPr>
          <p:grpSpPr>
            <a:xfrm rot="16200000">
              <a:off x="7369832" y="3248500"/>
              <a:ext cx="57600" cy="58165"/>
              <a:chOff x="5550747" y="2678351"/>
              <a:chExt cx="57600" cy="58165"/>
            </a:xfrm>
          </p:grpSpPr>
          <p:sp>
            <p:nvSpPr>
              <p:cNvPr id="237" name="楕円 300">
                <a:extLst>
                  <a:ext uri="{FF2B5EF4-FFF2-40B4-BE49-F238E27FC236}">
                    <a16:creationId xmlns:a16="http://schemas.microsoft.com/office/drawing/2014/main" id="{17550F51-3D4F-0AA9-5C4B-B59E8EA474E6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8" name="楕円 301">
                <a:extLst>
                  <a:ext uri="{FF2B5EF4-FFF2-40B4-BE49-F238E27FC236}">
                    <a16:creationId xmlns:a16="http://schemas.microsoft.com/office/drawing/2014/main" id="{86FB78FE-E82D-E4AD-0F0F-D62270EAD5C5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8130ED5D-E8B3-9E81-7958-C6A70721B615}"/>
                </a:ext>
              </a:extLst>
            </p:cNvPr>
            <p:cNvGrpSpPr/>
            <p:nvPr/>
          </p:nvGrpSpPr>
          <p:grpSpPr>
            <a:xfrm rot="16200000">
              <a:off x="7258453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9A8CE72E-8A14-BC86-DB3F-A20583222D63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1" name="フローチャート: 和接合 16">
                <a:extLst>
                  <a:ext uri="{FF2B5EF4-FFF2-40B4-BE49-F238E27FC236}">
                    <a16:creationId xmlns:a16="http://schemas.microsoft.com/office/drawing/2014/main" id="{3A39991B-68E5-DCA7-F125-F5769F97E22A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B01CE0C7-E224-F47A-808A-7EDF674F2E50}"/>
                </a:ext>
              </a:extLst>
            </p:cNvPr>
            <p:cNvSpPr/>
            <p:nvPr/>
          </p:nvSpPr>
          <p:spPr>
            <a:xfrm>
              <a:off x="7657633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69288189-0901-25C0-1204-99668911870C}"/>
                </a:ext>
              </a:extLst>
            </p:cNvPr>
            <p:cNvGrpSpPr/>
            <p:nvPr/>
          </p:nvGrpSpPr>
          <p:grpSpPr>
            <a:xfrm rot="16200000">
              <a:off x="7688234" y="3248500"/>
              <a:ext cx="57600" cy="58165"/>
              <a:chOff x="5550747" y="2678351"/>
              <a:chExt cx="57600" cy="58165"/>
            </a:xfrm>
          </p:grpSpPr>
          <p:sp>
            <p:nvSpPr>
              <p:cNvPr id="245" name="楕円 300">
                <a:extLst>
                  <a:ext uri="{FF2B5EF4-FFF2-40B4-BE49-F238E27FC236}">
                    <a16:creationId xmlns:a16="http://schemas.microsoft.com/office/drawing/2014/main" id="{DDF7E83D-9840-8CFA-ABB1-B1EA5192176C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" name="楕円 301">
                <a:extLst>
                  <a:ext uri="{FF2B5EF4-FFF2-40B4-BE49-F238E27FC236}">
                    <a16:creationId xmlns:a16="http://schemas.microsoft.com/office/drawing/2014/main" id="{9C658785-CD36-CF28-4705-80C21ED3B40E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F5C6AFC9-DB4A-439F-8B89-AE55C6E9C2D0}"/>
                </a:ext>
              </a:extLst>
            </p:cNvPr>
            <p:cNvGrpSpPr/>
            <p:nvPr/>
          </p:nvGrpSpPr>
          <p:grpSpPr>
            <a:xfrm rot="16200000">
              <a:off x="7576857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1E6B7061-1ECB-336A-473B-656089BC5AB8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9" name="フローチャート: 和接合 16">
                <a:extLst>
                  <a:ext uri="{FF2B5EF4-FFF2-40B4-BE49-F238E27FC236}">
                    <a16:creationId xmlns:a16="http://schemas.microsoft.com/office/drawing/2014/main" id="{6DFD111C-F1E5-5946-08DA-FAA400636108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6B3A4004-C045-0974-23D6-A5523874D043}"/>
                </a:ext>
              </a:extLst>
            </p:cNvPr>
            <p:cNvSpPr/>
            <p:nvPr/>
          </p:nvSpPr>
          <p:spPr>
            <a:xfrm>
              <a:off x="7976035" y="2660182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06BAC0D1-D746-B5B9-DA93-167339E75E0D}"/>
                </a:ext>
              </a:extLst>
            </p:cNvPr>
            <p:cNvGrpSpPr/>
            <p:nvPr/>
          </p:nvGrpSpPr>
          <p:grpSpPr>
            <a:xfrm rot="16200000">
              <a:off x="8006636" y="3248499"/>
              <a:ext cx="57600" cy="58165"/>
              <a:chOff x="5550747" y="2678351"/>
              <a:chExt cx="57600" cy="58165"/>
            </a:xfrm>
          </p:grpSpPr>
          <p:sp>
            <p:nvSpPr>
              <p:cNvPr id="253" name="楕円 300">
                <a:extLst>
                  <a:ext uri="{FF2B5EF4-FFF2-40B4-BE49-F238E27FC236}">
                    <a16:creationId xmlns:a16="http://schemas.microsoft.com/office/drawing/2014/main" id="{40874CEB-6FD5-0237-F77D-5A3BA67A7322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楕円 301">
                <a:extLst>
                  <a:ext uri="{FF2B5EF4-FFF2-40B4-BE49-F238E27FC236}">
                    <a16:creationId xmlns:a16="http://schemas.microsoft.com/office/drawing/2014/main" id="{4D790563-74A3-6B62-3B81-EE4F214279C8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448BBEC-5F42-BF10-BBDD-6E3BE25A263A}"/>
              </a:ext>
            </a:extLst>
          </p:cNvPr>
          <p:cNvSpPr/>
          <p:nvPr/>
        </p:nvSpPr>
        <p:spPr>
          <a:xfrm>
            <a:off x="8144333" y="3494569"/>
            <a:ext cx="1545021" cy="559078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846DB733-839B-1193-6D2A-A35027A25D72}"/>
              </a:ext>
            </a:extLst>
          </p:cNvPr>
          <p:cNvSpPr/>
          <p:nvPr/>
        </p:nvSpPr>
        <p:spPr>
          <a:xfrm>
            <a:off x="7381827" y="-2368924"/>
            <a:ext cx="4022539" cy="2026844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E19E4319-6257-959E-2428-AE609F802CED}"/>
              </a:ext>
            </a:extLst>
          </p:cNvPr>
          <p:cNvSpPr/>
          <p:nvPr/>
        </p:nvSpPr>
        <p:spPr>
          <a:xfrm>
            <a:off x="7336082" y="-1415543"/>
            <a:ext cx="4179245" cy="120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DA036439-B249-E168-9575-E2F350A53EEA}"/>
              </a:ext>
            </a:extLst>
          </p:cNvPr>
          <p:cNvGrpSpPr/>
          <p:nvPr/>
        </p:nvGrpSpPr>
        <p:grpSpPr>
          <a:xfrm>
            <a:off x="7696014" y="-2064702"/>
            <a:ext cx="3394165" cy="1418400"/>
            <a:chOff x="7692006" y="-572354"/>
            <a:chExt cx="3394165" cy="1418400"/>
          </a:xfrm>
        </p:grpSpPr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5ECA8804-3B48-D403-1B46-43AA05849E4C}"/>
                </a:ext>
              </a:extLst>
            </p:cNvPr>
            <p:cNvGrpSpPr/>
            <p:nvPr/>
          </p:nvGrpSpPr>
          <p:grpSpPr>
            <a:xfrm>
              <a:off x="7692006" y="-572354"/>
              <a:ext cx="1429692" cy="1418400"/>
              <a:chOff x="6978166" y="2617955"/>
              <a:chExt cx="1320364" cy="1319180"/>
            </a:xfrm>
          </p:grpSpPr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B9DB0103-3590-3630-5A99-F47205C90519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F6F261A2-0CDC-A112-CB1F-7A0BAB84FDF2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7BF03D56-5293-2022-63B8-DE0E7926897C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801AE6C6-1706-7DBE-5D1A-6AA01A35E032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AD414B3F-A4E1-8D47-F3BB-D6101C57167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6" name="フローチャート: 和接合 16">
                  <a:extLst>
                    <a:ext uri="{FF2B5EF4-FFF2-40B4-BE49-F238E27FC236}">
                      <a16:creationId xmlns:a16="http://schemas.microsoft.com/office/drawing/2014/main" id="{8B2669E4-DED3-97AE-BE76-2525E034710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3E6546D3-67DB-707D-FA3C-C4CD56A88852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A24D0AF6-DDB1-5847-0824-306758AB4B2D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53" name="楕円 300">
                  <a:extLst>
                    <a:ext uri="{FF2B5EF4-FFF2-40B4-BE49-F238E27FC236}">
                      <a16:creationId xmlns:a16="http://schemas.microsoft.com/office/drawing/2014/main" id="{8C7B0002-DA0E-BB11-4C80-D96DD549D15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4" name="楕円 301">
                  <a:extLst>
                    <a:ext uri="{FF2B5EF4-FFF2-40B4-BE49-F238E27FC236}">
                      <a16:creationId xmlns:a16="http://schemas.microsoft.com/office/drawing/2014/main" id="{46C5681F-B7C0-7BCB-F283-E85A0FBE23D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E6D508B0-1FCD-E821-D5C0-8CAA42645F13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51" name="Rectangle 350">
                  <a:extLst>
                    <a:ext uri="{FF2B5EF4-FFF2-40B4-BE49-F238E27FC236}">
                      <a16:creationId xmlns:a16="http://schemas.microsoft.com/office/drawing/2014/main" id="{6CDF873C-4055-4713-9963-6CE5FC5E4948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2" name="フローチャート: 和接合 16">
                  <a:extLst>
                    <a:ext uri="{FF2B5EF4-FFF2-40B4-BE49-F238E27FC236}">
                      <a16:creationId xmlns:a16="http://schemas.microsoft.com/office/drawing/2014/main" id="{B3B40F46-8791-4610-2E32-5158CF3FD8D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B6ECF8A1-DAF2-2129-0720-7B03B8647683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7103BD86-5F36-1AC7-FC47-B1B27D3EAE69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49" name="楕円 300">
                  <a:extLst>
                    <a:ext uri="{FF2B5EF4-FFF2-40B4-BE49-F238E27FC236}">
                      <a16:creationId xmlns:a16="http://schemas.microsoft.com/office/drawing/2014/main" id="{D04454A5-BC43-4278-AF6E-343DA9B9D7C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0" name="楕円 301">
                  <a:extLst>
                    <a:ext uri="{FF2B5EF4-FFF2-40B4-BE49-F238E27FC236}">
                      <a16:creationId xmlns:a16="http://schemas.microsoft.com/office/drawing/2014/main" id="{BD833C5D-DE4C-C473-5625-C1A5654B8AA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8BBF70B5-1F31-BB16-B40C-5D258CEE5E29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FF44D0EC-275C-F25D-9CEB-BB2E4B1AE00F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8" name="フローチャート: 和接合 16">
                  <a:extLst>
                    <a:ext uri="{FF2B5EF4-FFF2-40B4-BE49-F238E27FC236}">
                      <a16:creationId xmlns:a16="http://schemas.microsoft.com/office/drawing/2014/main" id="{371B68B0-8EE3-91CA-7C83-E1319E6F35C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E5B38A87-835A-D8B1-2ED7-666DF4559364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41411FEF-19D5-E0FE-F77A-9E5D4F806A37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45" name="楕円 300">
                  <a:extLst>
                    <a:ext uri="{FF2B5EF4-FFF2-40B4-BE49-F238E27FC236}">
                      <a16:creationId xmlns:a16="http://schemas.microsoft.com/office/drawing/2014/main" id="{99F84546-C887-3DF5-E4F2-0074C6CEF35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6" name="楕円 301">
                  <a:extLst>
                    <a:ext uri="{FF2B5EF4-FFF2-40B4-BE49-F238E27FC236}">
                      <a16:creationId xmlns:a16="http://schemas.microsoft.com/office/drawing/2014/main" id="{9B40CB67-2F53-D66D-15A7-EB6A073F0ED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8" name="Group 337">
                <a:extLst>
                  <a:ext uri="{FF2B5EF4-FFF2-40B4-BE49-F238E27FC236}">
                    <a16:creationId xmlns:a16="http://schemas.microsoft.com/office/drawing/2014/main" id="{51A84558-7915-9817-B7AE-F58EF1450749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43" name="Rectangle 342">
                  <a:extLst>
                    <a:ext uri="{FF2B5EF4-FFF2-40B4-BE49-F238E27FC236}">
                      <a16:creationId xmlns:a16="http://schemas.microsoft.com/office/drawing/2014/main" id="{6A3E0C9E-BF22-2545-9A0B-BBCB2AE30F0D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4" name="フローチャート: 和接合 16">
                  <a:extLst>
                    <a:ext uri="{FF2B5EF4-FFF2-40B4-BE49-F238E27FC236}">
                      <a16:creationId xmlns:a16="http://schemas.microsoft.com/office/drawing/2014/main" id="{653C55CC-6C14-A19E-589B-353F8CF8202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BB0A6256-F5D3-EE57-25C1-162E9ACC1137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40" name="Group 339">
                <a:extLst>
                  <a:ext uri="{FF2B5EF4-FFF2-40B4-BE49-F238E27FC236}">
                    <a16:creationId xmlns:a16="http://schemas.microsoft.com/office/drawing/2014/main" id="{F8639FF2-D143-759E-6E4F-6ADB3D3CDEBD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341" name="楕円 300">
                  <a:extLst>
                    <a:ext uri="{FF2B5EF4-FFF2-40B4-BE49-F238E27FC236}">
                      <a16:creationId xmlns:a16="http://schemas.microsoft.com/office/drawing/2014/main" id="{2C849C02-8F92-5197-CEC5-2AF086AE43F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2" name="楕円 301">
                  <a:extLst>
                    <a:ext uri="{FF2B5EF4-FFF2-40B4-BE49-F238E27FC236}">
                      <a16:creationId xmlns:a16="http://schemas.microsoft.com/office/drawing/2014/main" id="{BFD64594-8817-F415-48C2-5A054A4CF99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40E12AD4-57AB-2629-E1D9-59620538E542}"/>
                </a:ext>
              </a:extLst>
            </p:cNvPr>
            <p:cNvGrpSpPr/>
            <p:nvPr/>
          </p:nvGrpSpPr>
          <p:grpSpPr>
            <a:xfrm>
              <a:off x="9656479" y="-572354"/>
              <a:ext cx="1429692" cy="1418400"/>
              <a:chOff x="6978166" y="2617955"/>
              <a:chExt cx="1320364" cy="1319180"/>
            </a:xfrm>
          </p:grpSpPr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57B8FADB-1073-5B7C-96F7-D9B51F120F36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0DD055CE-B73C-628C-E6E0-2497052D8C9B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BF1AD458-3FDF-AB8C-8D49-5E949B84AD5B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1" name="Group 360">
                <a:extLst>
                  <a:ext uri="{FF2B5EF4-FFF2-40B4-BE49-F238E27FC236}">
                    <a16:creationId xmlns:a16="http://schemas.microsoft.com/office/drawing/2014/main" id="{BEFD1670-D074-EE5E-DB5A-B90DF19DE727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87" name="Rectangle 386">
                  <a:extLst>
                    <a:ext uri="{FF2B5EF4-FFF2-40B4-BE49-F238E27FC236}">
                      <a16:creationId xmlns:a16="http://schemas.microsoft.com/office/drawing/2014/main" id="{B858D8F2-4AEB-F355-93C3-1B7382DE6AB4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8" name="フローチャート: 和接合 16">
                  <a:extLst>
                    <a:ext uri="{FF2B5EF4-FFF2-40B4-BE49-F238E27FC236}">
                      <a16:creationId xmlns:a16="http://schemas.microsoft.com/office/drawing/2014/main" id="{C760E7C8-79AE-99C8-B349-A5F8222B1F5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FBCEAF03-7E96-4DBE-9954-F4855B7688B7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3" name="Group 362">
                <a:extLst>
                  <a:ext uri="{FF2B5EF4-FFF2-40B4-BE49-F238E27FC236}">
                    <a16:creationId xmlns:a16="http://schemas.microsoft.com/office/drawing/2014/main" id="{F3BCAF30-1990-692E-E517-F79BFF51CEC7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85" name="楕円 300">
                  <a:extLst>
                    <a:ext uri="{FF2B5EF4-FFF2-40B4-BE49-F238E27FC236}">
                      <a16:creationId xmlns:a16="http://schemas.microsoft.com/office/drawing/2014/main" id="{310DFE61-E353-7BBF-DBC7-292EC3DA531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6" name="楕円 301">
                  <a:extLst>
                    <a:ext uri="{FF2B5EF4-FFF2-40B4-BE49-F238E27FC236}">
                      <a16:creationId xmlns:a16="http://schemas.microsoft.com/office/drawing/2014/main" id="{579B2127-E938-82BB-81A5-913C029A447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4" name="Group 363">
                <a:extLst>
                  <a:ext uri="{FF2B5EF4-FFF2-40B4-BE49-F238E27FC236}">
                    <a16:creationId xmlns:a16="http://schemas.microsoft.com/office/drawing/2014/main" id="{A7BAE251-953F-E5A0-AED9-68CE0DE34B41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2FBB95D8-5BCE-50D3-06C9-34B76D801C5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4" name="フローチャート: 和接合 16">
                  <a:extLst>
                    <a:ext uri="{FF2B5EF4-FFF2-40B4-BE49-F238E27FC236}">
                      <a16:creationId xmlns:a16="http://schemas.microsoft.com/office/drawing/2014/main" id="{E3153677-DB84-19EA-9B46-47613D3AB7A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2E11B794-D35E-1D85-B56F-1C9D6560A0ED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6" name="Group 365">
                <a:extLst>
                  <a:ext uri="{FF2B5EF4-FFF2-40B4-BE49-F238E27FC236}">
                    <a16:creationId xmlns:a16="http://schemas.microsoft.com/office/drawing/2014/main" id="{449E63AC-5FD8-FE11-5E6A-45DB0A0BBA61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81" name="楕円 300">
                  <a:extLst>
                    <a:ext uri="{FF2B5EF4-FFF2-40B4-BE49-F238E27FC236}">
                      <a16:creationId xmlns:a16="http://schemas.microsoft.com/office/drawing/2014/main" id="{C4BDB2E7-B591-3F07-24E3-CCC38F8483E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2" name="楕円 301">
                  <a:extLst>
                    <a:ext uri="{FF2B5EF4-FFF2-40B4-BE49-F238E27FC236}">
                      <a16:creationId xmlns:a16="http://schemas.microsoft.com/office/drawing/2014/main" id="{AE7BED3C-DC55-C032-52B5-C0836BE0D6D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7" name="Group 366">
                <a:extLst>
                  <a:ext uri="{FF2B5EF4-FFF2-40B4-BE49-F238E27FC236}">
                    <a16:creationId xmlns:a16="http://schemas.microsoft.com/office/drawing/2014/main" id="{AD06BB96-37A4-563E-B64A-9B395B942B37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9" name="Rectangle 378">
                  <a:extLst>
                    <a:ext uri="{FF2B5EF4-FFF2-40B4-BE49-F238E27FC236}">
                      <a16:creationId xmlns:a16="http://schemas.microsoft.com/office/drawing/2014/main" id="{9534AB55-60C7-3E3F-4C27-846FCDBA1B8E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" name="フローチャート: 和接合 16">
                  <a:extLst>
                    <a:ext uri="{FF2B5EF4-FFF2-40B4-BE49-F238E27FC236}">
                      <a16:creationId xmlns:a16="http://schemas.microsoft.com/office/drawing/2014/main" id="{748A83BC-46CC-BC11-D6EE-A77F0440B45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C798FE79-F9C5-215C-7C0B-3B521B0B7E60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9" name="Group 368">
                <a:extLst>
                  <a:ext uri="{FF2B5EF4-FFF2-40B4-BE49-F238E27FC236}">
                    <a16:creationId xmlns:a16="http://schemas.microsoft.com/office/drawing/2014/main" id="{C585E406-094C-57CF-6A78-9BCE146B01B8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77" name="楕円 300">
                  <a:extLst>
                    <a:ext uri="{FF2B5EF4-FFF2-40B4-BE49-F238E27FC236}">
                      <a16:creationId xmlns:a16="http://schemas.microsoft.com/office/drawing/2014/main" id="{E333CE7F-4F61-D4F7-0E4C-3F2D7890E68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8" name="楕円 301">
                  <a:extLst>
                    <a:ext uri="{FF2B5EF4-FFF2-40B4-BE49-F238E27FC236}">
                      <a16:creationId xmlns:a16="http://schemas.microsoft.com/office/drawing/2014/main" id="{175DB949-6109-A5A6-BE69-2EEF7B71A53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70" name="Group 369">
                <a:extLst>
                  <a:ext uri="{FF2B5EF4-FFF2-40B4-BE49-F238E27FC236}">
                    <a16:creationId xmlns:a16="http://schemas.microsoft.com/office/drawing/2014/main" id="{F5D0B533-F3D8-729C-D8A4-4EC990B14CC6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5" name="Rectangle 374">
                  <a:extLst>
                    <a:ext uri="{FF2B5EF4-FFF2-40B4-BE49-F238E27FC236}">
                      <a16:creationId xmlns:a16="http://schemas.microsoft.com/office/drawing/2014/main" id="{5FE56AB4-5034-1B87-0597-A6BFCB7F01F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6" name="フローチャート: 和接合 16">
                  <a:extLst>
                    <a:ext uri="{FF2B5EF4-FFF2-40B4-BE49-F238E27FC236}">
                      <a16:creationId xmlns:a16="http://schemas.microsoft.com/office/drawing/2014/main" id="{791D4C3B-7900-EB12-C52E-65D5C6BC16C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8C24F40A-68D1-5926-57E3-242F12FD0B73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72" name="Group 371">
                <a:extLst>
                  <a:ext uri="{FF2B5EF4-FFF2-40B4-BE49-F238E27FC236}">
                    <a16:creationId xmlns:a16="http://schemas.microsoft.com/office/drawing/2014/main" id="{7903A86D-EDBD-12BB-FBB5-C5DAD9C0F106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373" name="楕円 300">
                  <a:extLst>
                    <a:ext uri="{FF2B5EF4-FFF2-40B4-BE49-F238E27FC236}">
                      <a16:creationId xmlns:a16="http://schemas.microsoft.com/office/drawing/2014/main" id="{A10BEE43-C849-2F40-3ACA-38621A0C6AF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4" name="楕円 301">
                  <a:extLst>
                    <a:ext uri="{FF2B5EF4-FFF2-40B4-BE49-F238E27FC236}">
                      <a16:creationId xmlns:a16="http://schemas.microsoft.com/office/drawing/2014/main" id="{A4FBE6EF-747C-51B5-AFD5-B7261459CBB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1F7D87A-D2A6-A285-B152-5E2488519AEC}"/>
              </a:ext>
            </a:extLst>
          </p:cNvPr>
          <p:cNvSpPr/>
          <p:nvPr/>
        </p:nvSpPr>
        <p:spPr>
          <a:xfrm>
            <a:off x="5168271" y="2403448"/>
            <a:ext cx="1780068" cy="1743007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D7E9B2-38E5-CD68-6383-EED49C1E1CD3}"/>
              </a:ext>
            </a:extLst>
          </p:cNvPr>
          <p:cNvSpPr/>
          <p:nvPr/>
        </p:nvSpPr>
        <p:spPr>
          <a:xfrm>
            <a:off x="5396145" y="2613735"/>
            <a:ext cx="1318530" cy="1319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24711A-1601-BD35-6A6F-EEE0F133FA61}"/>
              </a:ext>
            </a:extLst>
          </p:cNvPr>
          <p:cNvSpPr/>
          <p:nvPr/>
        </p:nvSpPr>
        <p:spPr>
          <a:xfrm rot="5400000">
            <a:off x="6034065" y="1975813"/>
            <a:ext cx="42690" cy="131853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5F664B-A419-2E28-3E98-F164D5830270}"/>
              </a:ext>
            </a:extLst>
          </p:cNvPr>
          <p:cNvSpPr/>
          <p:nvPr/>
        </p:nvSpPr>
        <p:spPr>
          <a:xfrm rot="5400000">
            <a:off x="6035898" y="3252301"/>
            <a:ext cx="42690" cy="131853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630034-F283-DB0E-57AF-6497105C572D}"/>
              </a:ext>
            </a:extLst>
          </p:cNvPr>
          <p:cNvSpPr/>
          <p:nvPr/>
        </p:nvSpPr>
        <p:spPr>
          <a:xfrm rot="5400000">
            <a:off x="5994793" y="2257206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フローチャート: 和接合 16">
            <a:extLst>
              <a:ext uri="{FF2B5EF4-FFF2-40B4-BE49-F238E27FC236}">
                <a16:creationId xmlns:a16="http://schemas.microsoft.com/office/drawing/2014/main" id="{D3A250EB-7181-6EF8-40B8-383DC5627811}"/>
              </a:ext>
            </a:extLst>
          </p:cNvPr>
          <p:cNvSpPr/>
          <p:nvPr/>
        </p:nvSpPr>
        <p:spPr bwMode="auto">
          <a:xfrm rot="10800000">
            <a:off x="6023593" y="2844386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F4A924-19B6-424F-BD1B-656B324832C7}"/>
              </a:ext>
            </a:extLst>
          </p:cNvPr>
          <p:cNvSpPr/>
          <p:nvPr/>
        </p:nvSpPr>
        <p:spPr>
          <a:xfrm rot="5400000">
            <a:off x="5995172" y="2098386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14FC466-AD31-469E-F7D7-BFB9A21144A5}"/>
              </a:ext>
            </a:extLst>
          </p:cNvPr>
          <p:cNvGrpSpPr/>
          <p:nvPr/>
        </p:nvGrpSpPr>
        <p:grpSpPr>
          <a:xfrm>
            <a:off x="6025772" y="2686704"/>
            <a:ext cx="57600" cy="58165"/>
            <a:chOff x="5550747" y="2678351"/>
            <a:chExt cx="57600" cy="58165"/>
          </a:xfrm>
        </p:grpSpPr>
        <p:sp>
          <p:nvSpPr>
            <p:cNvPr id="15" name="楕円 300">
              <a:extLst>
                <a:ext uri="{FF2B5EF4-FFF2-40B4-BE49-F238E27FC236}">
                  <a16:creationId xmlns:a16="http://schemas.microsoft.com/office/drawing/2014/main" id="{EA38E514-ACC4-333E-5D69-473A987143B1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楕円 301">
              <a:extLst>
                <a:ext uri="{FF2B5EF4-FFF2-40B4-BE49-F238E27FC236}">
                  <a16:creationId xmlns:a16="http://schemas.microsoft.com/office/drawing/2014/main" id="{65736FD7-612D-5D3E-F27A-91C467D91011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988F69-576A-4B1A-A0FD-A4824512B592}"/>
              </a:ext>
            </a:extLst>
          </p:cNvPr>
          <p:cNvCxnSpPr/>
          <p:nvPr/>
        </p:nvCxnSpPr>
        <p:spPr>
          <a:xfrm>
            <a:off x="5002029" y="2275732"/>
            <a:ext cx="0" cy="2131289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プレースホルダー 2">
            <a:extLst>
              <a:ext uri="{FF2B5EF4-FFF2-40B4-BE49-F238E27FC236}">
                <a16:creationId xmlns:a16="http://schemas.microsoft.com/office/drawing/2014/main" id="{A3815F17-9E04-8C94-C4D5-D83E3A4682D0}"/>
              </a:ext>
            </a:extLst>
          </p:cNvPr>
          <p:cNvSpPr txBox="1">
            <a:spLocks/>
          </p:cNvSpPr>
          <p:nvPr/>
        </p:nvSpPr>
        <p:spPr>
          <a:xfrm>
            <a:off x="5166392" y="1965802"/>
            <a:ext cx="1780068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</a:t>
            </a:r>
            <a:endParaRPr kumimoji="1" lang="ja-JP" altLang="en-US" sz="14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B7D019B-F532-C4A9-5CC2-73B7189683F3}"/>
              </a:ext>
            </a:extLst>
          </p:cNvPr>
          <p:cNvSpPr/>
          <p:nvPr/>
        </p:nvSpPr>
        <p:spPr>
          <a:xfrm rot="5400000">
            <a:off x="5994793" y="2575608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フローチャート: 和接合 16">
            <a:extLst>
              <a:ext uri="{FF2B5EF4-FFF2-40B4-BE49-F238E27FC236}">
                <a16:creationId xmlns:a16="http://schemas.microsoft.com/office/drawing/2014/main" id="{B2EA0FA6-48FB-931C-41A7-58260DCC5873}"/>
              </a:ext>
            </a:extLst>
          </p:cNvPr>
          <p:cNvSpPr/>
          <p:nvPr/>
        </p:nvSpPr>
        <p:spPr bwMode="auto">
          <a:xfrm rot="10800000">
            <a:off x="6023593" y="3162788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305C6CC-8AB0-977D-365F-5247E8449A00}"/>
              </a:ext>
            </a:extLst>
          </p:cNvPr>
          <p:cNvSpPr/>
          <p:nvPr/>
        </p:nvSpPr>
        <p:spPr>
          <a:xfrm rot="5400000">
            <a:off x="5995172" y="2416788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97E9904-44CF-F385-29E0-AC4033F1E7F4}"/>
              </a:ext>
            </a:extLst>
          </p:cNvPr>
          <p:cNvGrpSpPr/>
          <p:nvPr/>
        </p:nvGrpSpPr>
        <p:grpSpPr>
          <a:xfrm>
            <a:off x="6025772" y="3005106"/>
            <a:ext cx="57600" cy="58165"/>
            <a:chOff x="5550747" y="2678351"/>
            <a:chExt cx="57600" cy="58165"/>
          </a:xfrm>
        </p:grpSpPr>
        <p:sp>
          <p:nvSpPr>
            <p:cNvPr id="47" name="楕円 300">
              <a:extLst>
                <a:ext uri="{FF2B5EF4-FFF2-40B4-BE49-F238E27FC236}">
                  <a16:creationId xmlns:a16="http://schemas.microsoft.com/office/drawing/2014/main" id="{D0A8DA3D-1A0A-617E-F2AC-F18F8495E342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楕円 301">
              <a:extLst>
                <a:ext uri="{FF2B5EF4-FFF2-40B4-BE49-F238E27FC236}">
                  <a16:creationId xmlns:a16="http://schemas.microsoft.com/office/drawing/2014/main" id="{57F868A3-9765-5177-8DD1-D307A55112A1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C7518BBD-CD75-1013-8209-1B743C14C563}"/>
              </a:ext>
            </a:extLst>
          </p:cNvPr>
          <p:cNvSpPr/>
          <p:nvPr/>
        </p:nvSpPr>
        <p:spPr>
          <a:xfrm rot="5400000">
            <a:off x="5994793" y="2894010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フローチャート: 和接合 16">
            <a:extLst>
              <a:ext uri="{FF2B5EF4-FFF2-40B4-BE49-F238E27FC236}">
                <a16:creationId xmlns:a16="http://schemas.microsoft.com/office/drawing/2014/main" id="{22D24E65-EDA3-17C2-B336-5C46E96E8C80}"/>
              </a:ext>
            </a:extLst>
          </p:cNvPr>
          <p:cNvSpPr/>
          <p:nvPr/>
        </p:nvSpPr>
        <p:spPr bwMode="auto">
          <a:xfrm rot="10800000">
            <a:off x="6023593" y="3481190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538E308-FEF5-86D9-7D24-3CDF133B49C9}"/>
              </a:ext>
            </a:extLst>
          </p:cNvPr>
          <p:cNvSpPr/>
          <p:nvPr/>
        </p:nvSpPr>
        <p:spPr>
          <a:xfrm rot="5400000">
            <a:off x="5995172" y="2735190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3331E30-6CAE-C7DF-DB2E-3F58533D3145}"/>
              </a:ext>
            </a:extLst>
          </p:cNvPr>
          <p:cNvGrpSpPr/>
          <p:nvPr/>
        </p:nvGrpSpPr>
        <p:grpSpPr>
          <a:xfrm>
            <a:off x="6025772" y="3323508"/>
            <a:ext cx="57600" cy="58165"/>
            <a:chOff x="5550747" y="2678351"/>
            <a:chExt cx="57600" cy="58165"/>
          </a:xfrm>
        </p:grpSpPr>
        <p:sp>
          <p:nvSpPr>
            <p:cNvPr id="53" name="楕円 300">
              <a:extLst>
                <a:ext uri="{FF2B5EF4-FFF2-40B4-BE49-F238E27FC236}">
                  <a16:creationId xmlns:a16="http://schemas.microsoft.com/office/drawing/2014/main" id="{0A0A3159-3937-4B4D-DD5E-B1C0D0B15D2A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楕円 301">
              <a:extLst>
                <a:ext uri="{FF2B5EF4-FFF2-40B4-BE49-F238E27FC236}">
                  <a16:creationId xmlns:a16="http://schemas.microsoft.com/office/drawing/2014/main" id="{986A9889-2A54-9C5A-20EE-191E96954F00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EB11327F-E6BE-BBBB-C508-E90573B3272E}"/>
              </a:ext>
            </a:extLst>
          </p:cNvPr>
          <p:cNvSpPr/>
          <p:nvPr/>
        </p:nvSpPr>
        <p:spPr>
          <a:xfrm rot="5400000">
            <a:off x="5994793" y="3212414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フローチャート: 和接合 16">
            <a:extLst>
              <a:ext uri="{FF2B5EF4-FFF2-40B4-BE49-F238E27FC236}">
                <a16:creationId xmlns:a16="http://schemas.microsoft.com/office/drawing/2014/main" id="{AF99CCCA-6289-DC62-D2AC-BA9250C0F578}"/>
              </a:ext>
            </a:extLst>
          </p:cNvPr>
          <p:cNvSpPr/>
          <p:nvPr/>
        </p:nvSpPr>
        <p:spPr bwMode="auto">
          <a:xfrm rot="10800000">
            <a:off x="6023593" y="3799594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EAB3864-3449-9A15-B5CD-3FDFCF9D3166}"/>
              </a:ext>
            </a:extLst>
          </p:cNvPr>
          <p:cNvSpPr/>
          <p:nvPr/>
        </p:nvSpPr>
        <p:spPr>
          <a:xfrm rot="5400000">
            <a:off x="5995172" y="3053592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68F4F7A-C6F3-DBF6-1F35-7E111A6FB86D}"/>
              </a:ext>
            </a:extLst>
          </p:cNvPr>
          <p:cNvGrpSpPr/>
          <p:nvPr/>
        </p:nvGrpSpPr>
        <p:grpSpPr>
          <a:xfrm>
            <a:off x="6025772" y="3641910"/>
            <a:ext cx="57600" cy="58165"/>
            <a:chOff x="5550747" y="2678351"/>
            <a:chExt cx="57600" cy="58165"/>
          </a:xfrm>
        </p:grpSpPr>
        <p:sp>
          <p:nvSpPr>
            <p:cNvPr id="59" name="楕円 300">
              <a:extLst>
                <a:ext uri="{FF2B5EF4-FFF2-40B4-BE49-F238E27FC236}">
                  <a16:creationId xmlns:a16="http://schemas.microsoft.com/office/drawing/2014/main" id="{5EC8D2FD-F074-744F-C614-D4783A5170D8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楕円 301">
              <a:extLst>
                <a:ext uri="{FF2B5EF4-FFF2-40B4-BE49-F238E27FC236}">
                  <a16:creationId xmlns:a16="http://schemas.microsoft.com/office/drawing/2014/main" id="{D9BB1081-5FEA-80CA-AF8A-D36090292215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712E5DB0-0CAE-AA2A-7E55-B6E430BE36BD}"/>
              </a:ext>
            </a:extLst>
          </p:cNvPr>
          <p:cNvSpPr/>
          <p:nvPr/>
        </p:nvSpPr>
        <p:spPr>
          <a:xfrm>
            <a:off x="5273322" y="3499286"/>
            <a:ext cx="1545021" cy="559078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62" name="Rectangle: Rounded Corners 9">
            <a:extLst>
              <a:ext uri="{FF2B5EF4-FFF2-40B4-BE49-F238E27FC236}">
                <a16:creationId xmlns:a16="http://schemas.microsoft.com/office/drawing/2014/main" id="{84A960DE-1A15-3838-6602-B9B148D30B6E}"/>
              </a:ext>
            </a:extLst>
          </p:cNvPr>
          <p:cNvSpPr/>
          <p:nvPr/>
        </p:nvSpPr>
        <p:spPr>
          <a:xfrm rot="5400000">
            <a:off x="3487705" y="3118808"/>
            <a:ext cx="2547447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Thermal Conduction</a:t>
            </a:r>
          </a:p>
        </p:txBody>
      </p:sp>
    </p:spTree>
    <p:extLst>
      <p:ext uri="{BB962C8B-B14F-4D97-AF65-F5344CB8AC3E}">
        <p14:creationId xmlns:p14="http://schemas.microsoft.com/office/powerpoint/2010/main" val="790931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3F60A-85D0-16FD-3A1F-350445074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2C068037-FC8E-7384-591F-3237D12AA3E6}"/>
              </a:ext>
            </a:extLst>
          </p:cNvPr>
          <p:cNvSpPr/>
          <p:nvPr/>
        </p:nvSpPr>
        <p:spPr>
          <a:xfrm>
            <a:off x="5528864" y="6680929"/>
            <a:ext cx="895627" cy="495074"/>
          </a:xfrm>
          <a:prstGeom prst="roundRect">
            <a:avLst>
              <a:gd name="adj" fmla="val 0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154" name="Rectangle: Rounded Corners 9">
            <a:extLst>
              <a:ext uri="{FF2B5EF4-FFF2-40B4-BE49-F238E27FC236}">
                <a16:creationId xmlns:a16="http://schemas.microsoft.com/office/drawing/2014/main" id="{C68BAE79-FB7D-6746-C781-CD2F2109BEFB}"/>
              </a:ext>
            </a:extLst>
          </p:cNvPr>
          <p:cNvSpPr/>
          <p:nvPr/>
        </p:nvSpPr>
        <p:spPr>
          <a:xfrm>
            <a:off x="5509252" y="6416818"/>
            <a:ext cx="915240" cy="495074"/>
          </a:xfrm>
          <a:prstGeom prst="roundRect">
            <a:avLst>
              <a:gd name="adj" fmla="val 0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Winding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FB9E0E9-103D-5401-583D-3EC987052A3E}"/>
              </a:ext>
            </a:extLst>
          </p:cNvPr>
          <p:cNvGrpSpPr/>
          <p:nvPr/>
        </p:nvGrpSpPr>
        <p:grpSpPr>
          <a:xfrm>
            <a:off x="5048726" y="5437290"/>
            <a:ext cx="4292858" cy="3492688"/>
            <a:chOff x="385202" y="1622281"/>
            <a:chExt cx="4292858" cy="349268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F121F80-A29A-5EA4-2DD5-30FF779260C9}"/>
                </a:ext>
              </a:extLst>
            </p:cNvPr>
            <p:cNvSpPr/>
            <p:nvPr/>
          </p:nvSpPr>
          <p:spPr>
            <a:xfrm rot="10800000">
              <a:off x="2227761" y="3239891"/>
              <a:ext cx="1265967" cy="679538"/>
            </a:xfrm>
            <a:prstGeom prst="rect">
              <a:avLst/>
            </a:prstGeom>
            <a:solidFill>
              <a:srgbClr val="72706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F0795F-F238-8BBC-D8C5-3FC304825A2F}"/>
                </a:ext>
              </a:extLst>
            </p:cNvPr>
            <p:cNvSpPr/>
            <p:nvPr/>
          </p:nvSpPr>
          <p:spPr>
            <a:xfrm rot="10800000">
              <a:off x="1927709" y="2978545"/>
              <a:ext cx="1901668" cy="26134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C329BD0-D636-FEB0-B888-DE0DF8B3740A}"/>
                </a:ext>
              </a:extLst>
            </p:cNvPr>
            <p:cNvSpPr/>
            <p:nvPr/>
          </p:nvSpPr>
          <p:spPr>
            <a:xfrm rot="10800000">
              <a:off x="1928577" y="2560353"/>
              <a:ext cx="1900800" cy="41692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90BF67E-903C-5592-8AA5-182EE4434DCB}"/>
                </a:ext>
              </a:extLst>
            </p:cNvPr>
            <p:cNvSpPr/>
            <p:nvPr/>
          </p:nvSpPr>
          <p:spPr>
            <a:xfrm rot="10800000">
              <a:off x="1928577" y="3898334"/>
              <a:ext cx="1900800" cy="96553"/>
            </a:xfrm>
            <a:prstGeom prst="rect">
              <a:avLst/>
            </a:prstGeom>
            <a:solidFill>
              <a:srgbClr val="5D5A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011F7A9-3BDA-151D-94A3-9C9CCD3EE6D4}"/>
                </a:ext>
              </a:extLst>
            </p:cNvPr>
            <p:cNvSpPr/>
            <p:nvPr/>
          </p:nvSpPr>
          <p:spPr>
            <a:xfrm rot="5400000">
              <a:off x="2756258" y="4053424"/>
              <a:ext cx="243034" cy="114125"/>
            </a:xfrm>
            <a:prstGeom prst="rect">
              <a:avLst/>
            </a:prstGeom>
            <a:solidFill>
              <a:srgbClr val="5D5A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F9DBE9-1B14-0B06-B847-1D0F7B9F3775}"/>
                </a:ext>
              </a:extLst>
            </p:cNvPr>
            <p:cNvSpPr/>
            <p:nvPr/>
          </p:nvSpPr>
          <p:spPr>
            <a:xfrm rot="5400000">
              <a:off x="2459783" y="4053424"/>
              <a:ext cx="243034" cy="114125"/>
            </a:xfrm>
            <a:prstGeom prst="rect">
              <a:avLst/>
            </a:prstGeom>
            <a:solidFill>
              <a:srgbClr val="5D5A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5288489-B4FC-9E2F-3E80-1DEF93B6E33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548391" y="2869805"/>
              <a:ext cx="0" cy="572877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FC950AE-4021-5D60-923F-9A482C1691D0}"/>
                </a:ext>
              </a:extLst>
            </p:cNvPr>
            <p:cNvSpPr/>
            <p:nvPr/>
          </p:nvSpPr>
          <p:spPr>
            <a:xfrm rot="10800000">
              <a:off x="1927710" y="3239890"/>
              <a:ext cx="364574" cy="670456"/>
            </a:xfrm>
            <a:prstGeom prst="rect">
              <a:avLst/>
            </a:prstGeom>
            <a:solidFill>
              <a:srgbClr val="5D5A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D68E9E8-98B4-818D-9944-58202016246F}"/>
                </a:ext>
              </a:extLst>
            </p:cNvPr>
            <p:cNvSpPr/>
            <p:nvPr/>
          </p:nvSpPr>
          <p:spPr>
            <a:xfrm rot="5400000">
              <a:off x="3650797" y="4053424"/>
              <a:ext cx="243034" cy="114125"/>
            </a:xfrm>
            <a:prstGeom prst="rect">
              <a:avLst/>
            </a:prstGeom>
            <a:solidFill>
              <a:srgbClr val="5D5A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6F756C1-CC53-0BA5-65A6-591E499E900D}"/>
                </a:ext>
              </a:extLst>
            </p:cNvPr>
            <p:cNvSpPr/>
            <p:nvPr/>
          </p:nvSpPr>
          <p:spPr>
            <a:xfrm rot="5400000">
              <a:off x="3052734" y="4053424"/>
              <a:ext cx="243034" cy="114125"/>
            </a:xfrm>
            <a:prstGeom prst="rect">
              <a:avLst/>
            </a:prstGeom>
            <a:solidFill>
              <a:srgbClr val="5D5A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923A72F-DF22-F417-9D79-FA33AD1164A9}"/>
                </a:ext>
              </a:extLst>
            </p:cNvPr>
            <p:cNvSpPr/>
            <p:nvPr/>
          </p:nvSpPr>
          <p:spPr>
            <a:xfrm rot="10800000">
              <a:off x="3479987" y="3239891"/>
              <a:ext cx="349390" cy="668293"/>
            </a:xfrm>
            <a:prstGeom prst="rect">
              <a:avLst/>
            </a:prstGeom>
            <a:solidFill>
              <a:srgbClr val="5D5A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B5F76BB-FBBC-EC6A-94E3-58D4258DA360}"/>
                </a:ext>
              </a:extLst>
            </p:cNvPr>
            <p:cNvSpPr/>
            <p:nvPr/>
          </p:nvSpPr>
          <p:spPr>
            <a:xfrm rot="5400000">
              <a:off x="3349209" y="4053424"/>
              <a:ext cx="243034" cy="114125"/>
            </a:xfrm>
            <a:prstGeom prst="rect">
              <a:avLst/>
            </a:prstGeom>
            <a:solidFill>
              <a:srgbClr val="5D5A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7A1C586-44A3-7782-D700-23C7F0E47B0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52289" y="2869805"/>
              <a:ext cx="0" cy="572877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12E1974-FFCC-62D9-E996-28132789DEA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217656" y="2869805"/>
              <a:ext cx="0" cy="572877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4D71159-FFB6-99B9-C98B-46945A415BF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883024" y="2869805"/>
              <a:ext cx="0" cy="572877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3F86894-E767-7573-4A23-B5056145A9A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213758" y="2869805"/>
              <a:ext cx="0" cy="572877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F8D93E-C693-4A7D-65A3-BB6BE2D9DC2D}"/>
                </a:ext>
              </a:extLst>
            </p:cNvPr>
            <p:cNvSpPr/>
            <p:nvPr/>
          </p:nvSpPr>
          <p:spPr>
            <a:xfrm rot="5400000">
              <a:off x="1863256" y="4053424"/>
              <a:ext cx="243034" cy="114125"/>
            </a:xfrm>
            <a:prstGeom prst="rect">
              <a:avLst/>
            </a:prstGeom>
            <a:solidFill>
              <a:srgbClr val="5D5A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96FABB3-6384-4096-FFEA-A878167A596E}"/>
                </a:ext>
              </a:extLst>
            </p:cNvPr>
            <p:cNvSpPr/>
            <p:nvPr/>
          </p:nvSpPr>
          <p:spPr>
            <a:xfrm rot="5400000">
              <a:off x="2163307" y="4053424"/>
              <a:ext cx="243034" cy="114125"/>
            </a:xfrm>
            <a:prstGeom prst="rect">
              <a:avLst/>
            </a:prstGeom>
            <a:solidFill>
              <a:srgbClr val="5D5A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pic>
          <p:nvPicPr>
            <p:cNvPr id="37" name="Picture 36" descr="A grey rectangular object with a red stripe&#10;&#10;AI-generated content may be incorrect.">
              <a:extLst>
                <a:ext uri="{FF2B5EF4-FFF2-40B4-BE49-F238E27FC236}">
                  <a16:creationId xmlns:a16="http://schemas.microsoft.com/office/drawing/2014/main" id="{ED6F5A12-A133-36F5-A81F-103B8418C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23" t="15046" r="13970" b="5728"/>
            <a:stretch>
              <a:fillRect/>
            </a:stretch>
          </p:blipFill>
          <p:spPr>
            <a:xfrm>
              <a:off x="960145" y="1622281"/>
              <a:ext cx="1237366" cy="781166"/>
            </a:xfrm>
            <a:prstGeom prst="rect">
              <a:avLst/>
            </a:prstGeom>
          </p:spPr>
        </p:pic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783C80DE-73E4-C937-8597-DF45FCFB8AE5}"/>
                </a:ext>
              </a:extLst>
            </p:cNvPr>
            <p:cNvSpPr/>
            <p:nvPr/>
          </p:nvSpPr>
          <p:spPr>
            <a:xfrm rot="19957715">
              <a:off x="1446168" y="2081661"/>
              <a:ext cx="764652" cy="128302"/>
            </a:xfrm>
            <a:prstGeom prst="roundRect">
              <a:avLst/>
            </a:prstGeom>
            <a:noFill/>
            <a:ln>
              <a:solidFill>
                <a:srgbClr val="002060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AE524EA4-1469-85F7-9C36-0C2EE78A1BB3}"/>
                </a:ext>
              </a:extLst>
            </p:cNvPr>
            <p:cNvCxnSpPr>
              <a:cxnSpLocks/>
              <a:stCxn id="38" idx="3"/>
              <a:endCxn id="20" idx="2"/>
            </p:cNvCxnSpPr>
            <p:nvPr/>
          </p:nvCxnSpPr>
          <p:spPr>
            <a:xfrm>
              <a:off x="2168017" y="1970035"/>
              <a:ext cx="710960" cy="590318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9">
              <a:extLst>
                <a:ext uri="{FF2B5EF4-FFF2-40B4-BE49-F238E27FC236}">
                  <a16:creationId xmlns:a16="http://schemas.microsoft.com/office/drawing/2014/main" id="{120FD809-ED70-45CA-3443-AE2FA0EE66D3}"/>
                </a:ext>
              </a:extLst>
            </p:cNvPr>
            <p:cNvSpPr/>
            <p:nvPr/>
          </p:nvSpPr>
          <p:spPr>
            <a:xfrm>
              <a:off x="385202" y="3402483"/>
              <a:ext cx="1375766" cy="212174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PH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Aluminum</a:t>
              </a:r>
            </a:p>
          </p:txBody>
        </p:sp>
        <p:sp>
          <p:nvSpPr>
            <p:cNvPr id="114" name="Rectangle: Rounded Corners 9">
              <a:extLst>
                <a:ext uri="{FF2B5EF4-FFF2-40B4-BE49-F238E27FC236}">
                  <a16:creationId xmlns:a16="http://schemas.microsoft.com/office/drawing/2014/main" id="{D3E16591-6F88-6BDE-221E-1A5B56C67076}"/>
                </a:ext>
              </a:extLst>
            </p:cNvPr>
            <p:cNvSpPr/>
            <p:nvPr/>
          </p:nvSpPr>
          <p:spPr>
            <a:xfrm>
              <a:off x="1962031" y="4290810"/>
              <a:ext cx="1780068" cy="495074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60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Trans. Side View</a:t>
              </a:r>
            </a:p>
          </p:txBody>
        </p:sp>
        <p:sp>
          <p:nvSpPr>
            <p:cNvPr id="144" name="テキスト プレースホルダー 2">
              <a:extLst>
                <a:ext uri="{FF2B5EF4-FFF2-40B4-BE49-F238E27FC236}">
                  <a16:creationId xmlns:a16="http://schemas.microsoft.com/office/drawing/2014/main" id="{DCB0C536-6805-2193-A650-FFB22307F53B}"/>
                </a:ext>
              </a:extLst>
            </p:cNvPr>
            <p:cNvSpPr txBox="1">
              <a:spLocks/>
            </p:cNvSpPr>
            <p:nvPr/>
          </p:nvSpPr>
          <p:spPr>
            <a:xfrm>
              <a:off x="1026070" y="4668325"/>
              <a:ext cx="3651990" cy="446644"/>
            </a:xfrm>
            <a:prstGeom prst="rect">
              <a:avLst/>
            </a:prstGeom>
          </p:spPr>
          <p:txBody>
            <a:bodyPr vert="horz" lIns="91440" tIns="45720" rIns="91440" bIns="45720" numCol="1" spcCol="82800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2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Dead space heat extraction</a:t>
              </a:r>
              <a:endParaRPr kumimoji="1" lang="ja-JP" altLang="en-US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177B79B-6C27-6627-F417-5DC939872604}"/>
                </a:ext>
              </a:extLst>
            </p:cNvPr>
            <p:cNvSpPr/>
            <p:nvPr/>
          </p:nvSpPr>
          <p:spPr>
            <a:xfrm rot="5400000">
              <a:off x="2781863" y="3243291"/>
              <a:ext cx="1730451" cy="36457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glow rad="1397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677E0DD1-FA87-7AE9-F5FC-AD4E06AFF2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2863" y="3125236"/>
              <a:ext cx="41281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CC8E9692-B657-704F-1AE6-20FB1DF636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2863" y="3534613"/>
              <a:ext cx="41281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0613CDB0-78EA-840E-36E7-868F7CC861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2863" y="2865920"/>
              <a:ext cx="41281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EE678E48-A4E6-F145-AFD1-4D5AC19F74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2863" y="3803094"/>
              <a:ext cx="71647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: Rounded Corners 9">
              <a:extLst>
                <a:ext uri="{FF2B5EF4-FFF2-40B4-BE49-F238E27FC236}">
                  <a16:creationId xmlns:a16="http://schemas.microsoft.com/office/drawing/2014/main" id="{8821C6EC-488C-DC91-66BC-4A3D9413AFBE}"/>
                </a:ext>
              </a:extLst>
            </p:cNvPr>
            <p:cNvSpPr/>
            <p:nvPr/>
          </p:nvSpPr>
          <p:spPr>
            <a:xfrm>
              <a:off x="385202" y="3683781"/>
              <a:ext cx="1375766" cy="212174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PH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</a:p>
          </p:txBody>
        </p: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A71DBD87-2CC9-44C2-3F99-282DAA62A74D}"/>
                </a:ext>
              </a:extLst>
            </p:cNvPr>
            <p:cNvCxnSpPr>
              <a:cxnSpLocks/>
            </p:cNvCxnSpPr>
            <p:nvPr/>
          </p:nvCxnSpPr>
          <p:spPr>
            <a:xfrm>
              <a:off x="1879600" y="4053646"/>
              <a:ext cx="2082800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B37B6DA6-D243-AD47-C57D-75CF35E06C1C}"/>
                </a:ext>
              </a:extLst>
            </p:cNvPr>
            <p:cNvCxnSpPr>
              <a:cxnSpLocks/>
            </p:cNvCxnSpPr>
            <p:nvPr/>
          </p:nvCxnSpPr>
          <p:spPr>
            <a:xfrm>
              <a:off x="1879600" y="4154584"/>
              <a:ext cx="2082800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568C9436-2BFD-81F6-D153-A36A9B5CFB25}"/>
                </a:ext>
              </a:extLst>
            </p:cNvPr>
            <p:cNvCxnSpPr>
              <a:cxnSpLocks/>
            </p:cNvCxnSpPr>
            <p:nvPr/>
          </p:nvCxnSpPr>
          <p:spPr>
            <a:xfrm>
              <a:off x="1879600" y="4259474"/>
              <a:ext cx="2082800" cy="0"/>
            </a:xfrm>
            <a:prstGeom prst="straightConnector1">
              <a:avLst/>
            </a:prstGeom>
            <a:ln w="38100">
              <a:solidFill>
                <a:srgbClr val="00B0F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Rectangle: Rounded Corners 9">
              <a:extLst>
                <a:ext uri="{FF2B5EF4-FFF2-40B4-BE49-F238E27FC236}">
                  <a16:creationId xmlns:a16="http://schemas.microsoft.com/office/drawing/2014/main" id="{A5B63AAC-9761-E578-249A-4C9FD4743AE8}"/>
                </a:ext>
              </a:extLst>
            </p:cNvPr>
            <p:cNvSpPr/>
            <p:nvPr/>
          </p:nvSpPr>
          <p:spPr>
            <a:xfrm>
              <a:off x="389546" y="4067685"/>
              <a:ext cx="1375766" cy="212174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PH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Coolant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34DE766-7A56-B3A6-0348-A12FD12AD0A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428546" y="4497210"/>
              <a:ext cx="41281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CC1F74B-2B1E-5BDD-22CE-29C7C03FFAD9}"/>
              </a:ext>
            </a:extLst>
          </p:cNvPr>
          <p:cNvGrpSpPr/>
          <p:nvPr/>
        </p:nvGrpSpPr>
        <p:grpSpPr>
          <a:xfrm>
            <a:off x="9001376" y="5960821"/>
            <a:ext cx="3651990" cy="3024204"/>
            <a:chOff x="5528865" y="2090765"/>
            <a:chExt cx="3651990" cy="3024204"/>
          </a:xfrm>
        </p:grpSpPr>
        <p:sp>
          <p:nvSpPr>
            <p:cNvPr id="147" name="テキスト プレースホルダー 2">
              <a:extLst>
                <a:ext uri="{FF2B5EF4-FFF2-40B4-BE49-F238E27FC236}">
                  <a16:creationId xmlns:a16="http://schemas.microsoft.com/office/drawing/2014/main" id="{B800038A-DA32-A3E4-A8DC-C98BB63A6D81}"/>
                </a:ext>
              </a:extLst>
            </p:cNvPr>
            <p:cNvSpPr txBox="1">
              <a:spLocks/>
            </p:cNvSpPr>
            <p:nvPr/>
          </p:nvSpPr>
          <p:spPr>
            <a:xfrm>
              <a:off x="5528865" y="4668325"/>
              <a:ext cx="3651990" cy="446644"/>
            </a:xfrm>
            <a:prstGeom prst="rect">
              <a:avLst/>
            </a:prstGeom>
          </p:spPr>
          <p:txBody>
            <a:bodyPr vert="horz" lIns="91440" tIns="45720" rIns="91440" bIns="45720" numCol="1" spcCol="828000" rtlCol="0" anchor="ctr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2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High window-fill factor winding</a:t>
              </a:r>
              <a:endParaRPr kumimoji="1" lang="ja-JP" altLang="en-US" sz="2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50" name="Rectangle: Rounded Corners 9">
              <a:extLst>
                <a:ext uri="{FF2B5EF4-FFF2-40B4-BE49-F238E27FC236}">
                  <a16:creationId xmlns:a16="http://schemas.microsoft.com/office/drawing/2014/main" id="{5BF6C5F8-3A6E-4B5A-E6C1-6F4220359999}"/>
                </a:ext>
              </a:extLst>
            </p:cNvPr>
            <p:cNvSpPr/>
            <p:nvPr/>
          </p:nvSpPr>
          <p:spPr>
            <a:xfrm>
              <a:off x="6572646" y="4290810"/>
              <a:ext cx="1780068" cy="495074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60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Trans. Front View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BE444ED-8E72-3458-58FD-D722E1B8D41A}"/>
                </a:ext>
              </a:extLst>
            </p:cNvPr>
            <p:cNvGrpSpPr/>
            <p:nvPr/>
          </p:nvGrpSpPr>
          <p:grpSpPr>
            <a:xfrm>
              <a:off x="5865644" y="2090765"/>
              <a:ext cx="2520641" cy="2547447"/>
              <a:chOff x="7297868" y="2090765"/>
              <a:chExt cx="2520641" cy="254744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4D557CB-B171-A0D0-5BA4-6CFE100F3607}"/>
                  </a:ext>
                </a:extLst>
              </p:cNvPr>
              <p:cNvSpPr/>
              <p:nvPr/>
            </p:nvSpPr>
            <p:spPr>
              <a:xfrm>
                <a:off x="8038441" y="2407670"/>
                <a:ext cx="1780068" cy="1743007"/>
              </a:xfrm>
              <a:prstGeom prst="rect">
                <a:avLst/>
              </a:prstGeom>
              <a:solidFill>
                <a:srgbClr val="72706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7" name="Straight Arrow Connector 156">
                <a:extLst>
                  <a:ext uri="{FF2B5EF4-FFF2-40B4-BE49-F238E27FC236}">
                    <a16:creationId xmlns:a16="http://schemas.microsoft.com/office/drawing/2014/main" id="{E1770AFF-6FFA-FE99-EF21-EB7ABCDD01C8}"/>
                  </a:ext>
                </a:extLst>
              </p:cNvPr>
              <p:cNvCxnSpPr/>
              <p:nvPr/>
            </p:nvCxnSpPr>
            <p:spPr>
              <a:xfrm>
                <a:off x="7779068" y="2274582"/>
                <a:ext cx="0" cy="2131289"/>
              </a:xfrm>
              <a:prstGeom prst="straightConnector1">
                <a:avLst/>
              </a:prstGeom>
              <a:ln w="762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" name="Rectangle: Rounded Corners 9">
                <a:extLst>
                  <a:ext uri="{FF2B5EF4-FFF2-40B4-BE49-F238E27FC236}">
                    <a16:creationId xmlns:a16="http://schemas.microsoft.com/office/drawing/2014/main" id="{2C89843D-CD67-ABDF-C262-40EB85F54E24}"/>
                  </a:ext>
                </a:extLst>
              </p:cNvPr>
              <p:cNvSpPr/>
              <p:nvPr/>
            </p:nvSpPr>
            <p:spPr>
              <a:xfrm rot="5400000">
                <a:off x="6271681" y="3116952"/>
                <a:ext cx="2547447" cy="495074"/>
              </a:xfrm>
              <a:prstGeom prst="roundRect">
                <a:avLst/>
              </a:prstGeom>
              <a:noFill/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Thermal Conduction</a:t>
                </a:r>
              </a:p>
            </p:txBody>
          </p:sp>
          <p:grpSp>
            <p:nvGrpSpPr>
              <p:cNvPr id="324" name="Group 323">
                <a:extLst>
                  <a:ext uri="{FF2B5EF4-FFF2-40B4-BE49-F238E27FC236}">
                    <a16:creationId xmlns:a16="http://schemas.microsoft.com/office/drawing/2014/main" id="{CA144B60-B556-E164-BFC2-353696FF1433}"/>
                  </a:ext>
                </a:extLst>
              </p:cNvPr>
              <p:cNvGrpSpPr/>
              <p:nvPr/>
            </p:nvGrpSpPr>
            <p:grpSpPr>
              <a:xfrm>
                <a:off x="8266314" y="2617956"/>
                <a:ext cx="1320364" cy="1319180"/>
                <a:chOff x="6978166" y="2617955"/>
                <a:chExt cx="1320364" cy="1319180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18299C0-626C-B818-5F08-BE88F4877E76}"/>
                    </a:ext>
                  </a:extLst>
                </p:cNvPr>
                <p:cNvSpPr/>
                <p:nvPr/>
              </p:nvSpPr>
              <p:spPr>
                <a:xfrm>
                  <a:off x="6978167" y="2617956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63DD28B3-085A-2121-7CAC-CADC03881438}"/>
                    </a:ext>
                  </a:extLst>
                </p:cNvPr>
                <p:cNvSpPr/>
                <p:nvPr/>
              </p:nvSpPr>
              <p:spPr>
                <a:xfrm rot="5400000">
                  <a:off x="7616087" y="1980034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2EA73C07-8821-3328-7C74-A8D4CF1A822E}"/>
                    </a:ext>
                  </a:extLst>
                </p:cNvPr>
                <p:cNvSpPr/>
                <p:nvPr/>
              </p:nvSpPr>
              <p:spPr>
                <a:xfrm rot="5400000">
                  <a:off x="7617920" y="3256522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223" name="Group 222">
                  <a:extLst>
                    <a:ext uri="{FF2B5EF4-FFF2-40B4-BE49-F238E27FC236}">
                      <a16:creationId xmlns:a16="http://schemas.microsoft.com/office/drawing/2014/main" id="{5112FECC-2633-9003-C668-BE82F30ED037}"/>
                    </a:ext>
                  </a:extLst>
                </p:cNvPr>
                <p:cNvGrpSpPr/>
                <p:nvPr/>
              </p:nvGrpSpPr>
              <p:grpSpPr>
                <a:xfrm rot="16200000">
                  <a:off x="6621649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224" name="Rectangle 223">
                    <a:extLst>
                      <a:ext uri="{FF2B5EF4-FFF2-40B4-BE49-F238E27FC236}">
                        <a16:creationId xmlns:a16="http://schemas.microsoft.com/office/drawing/2014/main" id="{50A7C54E-D6F4-E592-42FC-49D2AE3BFE9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25" name="フローチャート: 和接合 16">
                    <a:extLst>
                      <a:ext uri="{FF2B5EF4-FFF2-40B4-BE49-F238E27FC236}">
                        <a16:creationId xmlns:a16="http://schemas.microsoft.com/office/drawing/2014/main" id="{AF62CA0A-A0EA-4CE8-7D18-E3FB901EA763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710EF4CD-670A-55F3-EAB0-8BE0A401C9E2}"/>
                    </a:ext>
                  </a:extLst>
                </p:cNvPr>
                <p:cNvSpPr/>
                <p:nvPr/>
              </p:nvSpPr>
              <p:spPr>
                <a:xfrm>
                  <a:off x="7020829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228" name="Group 227">
                  <a:extLst>
                    <a:ext uri="{FF2B5EF4-FFF2-40B4-BE49-F238E27FC236}">
                      <a16:creationId xmlns:a16="http://schemas.microsoft.com/office/drawing/2014/main" id="{23DBDD2A-5947-7A7B-D335-181A19170A02}"/>
                    </a:ext>
                  </a:extLst>
                </p:cNvPr>
                <p:cNvGrpSpPr/>
                <p:nvPr/>
              </p:nvGrpSpPr>
              <p:grpSpPr>
                <a:xfrm rot="16200000">
                  <a:off x="7051430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229" name="楕円 300">
                    <a:extLst>
                      <a:ext uri="{FF2B5EF4-FFF2-40B4-BE49-F238E27FC236}">
                        <a16:creationId xmlns:a16="http://schemas.microsoft.com/office/drawing/2014/main" id="{9123E746-8E91-801C-59AD-E929275E12AD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30" name="楕円 301">
                    <a:extLst>
                      <a:ext uri="{FF2B5EF4-FFF2-40B4-BE49-F238E27FC236}">
                        <a16:creationId xmlns:a16="http://schemas.microsoft.com/office/drawing/2014/main" id="{546A54CA-BEBC-CB7C-55AC-8BB2E58885E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31" name="Group 230">
                  <a:extLst>
                    <a:ext uri="{FF2B5EF4-FFF2-40B4-BE49-F238E27FC236}">
                      <a16:creationId xmlns:a16="http://schemas.microsoft.com/office/drawing/2014/main" id="{846CC9FD-B119-0101-6ACA-83CD6E090BA0}"/>
                    </a:ext>
                  </a:extLst>
                </p:cNvPr>
                <p:cNvGrpSpPr/>
                <p:nvPr/>
              </p:nvGrpSpPr>
              <p:grpSpPr>
                <a:xfrm rot="16200000">
                  <a:off x="6940051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232" name="Rectangle 231">
                    <a:extLst>
                      <a:ext uri="{FF2B5EF4-FFF2-40B4-BE49-F238E27FC236}">
                        <a16:creationId xmlns:a16="http://schemas.microsoft.com/office/drawing/2014/main" id="{060209E2-9BE7-41D8-F457-1829E2B473D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33" name="フローチャート: 和接合 16">
                    <a:extLst>
                      <a:ext uri="{FF2B5EF4-FFF2-40B4-BE49-F238E27FC236}">
                        <a16:creationId xmlns:a16="http://schemas.microsoft.com/office/drawing/2014/main" id="{8CEFD6AA-F218-E735-78D0-37FF6D605CF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35" name="Rectangle 234">
                  <a:extLst>
                    <a:ext uri="{FF2B5EF4-FFF2-40B4-BE49-F238E27FC236}">
                      <a16:creationId xmlns:a16="http://schemas.microsoft.com/office/drawing/2014/main" id="{68F54B20-2C99-76EC-3963-2159ACECE2F0}"/>
                    </a:ext>
                  </a:extLst>
                </p:cNvPr>
                <p:cNvSpPr/>
                <p:nvPr/>
              </p:nvSpPr>
              <p:spPr>
                <a:xfrm>
                  <a:off x="7339231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236" name="Group 235">
                  <a:extLst>
                    <a:ext uri="{FF2B5EF4-FFF2-40B4-BE49-F238E27FC236}">
                      <a16:creationId xmlns:a16="http://schemas.microsoft.com/office/drawing/2014/main" id="{E3244700-6636-A67A-407F-9A2DD083C3FC}"/>
                    </a:ext>
                  </a:extLst>
                </p:cNvPr>
                <p:cNvGrpSpPr/>
                <p:nvPr/>
              </p:nvGrpSpPr>
              <p:grpSpPr>
                <a:xfrm rot="16200000">
                  <a:off x="7369832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237" name="楕円 300">
                    <a:extLst>
                      <a:ext uri="{FF2B5EF4-FFF2-40B4-BE49-F238E27FC236}">
                        <a16:creationId xmlns:a16="http://schemas.microsoft.com/office/drawing/2014/main" id="{3FE8C6B6-1277-6C16-D0FC-D3E8D3A58D1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38" name="楕円 301">
                    <a:extLst>
                      <a:ext uri="{FF2B5EF4-FFF2-40B4-BE49-F238E27FC236}">
                        <a16:creationId xmlns:a16="http://schemas.microsoft.com/office/drawing/2014/main" id="{AC8C0FC1-50A6-0A7B-6BD9-8FBF1CE0A52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39" name="Group 238">
                  <a:extLst>
                    <a:ext uri="{FF2B5EF4-FFF2-40B4-BE49-F238E27FC236}">
                      <a16:creationId xmlns:a16="http://schemas.microsoft.com/office/drawing/2014/main" id="{3681DE58-25A1-0E58-9B40-34336F5B5D69}"/>
                    </a:ext>
                  </a:extLst>
                </p:cNvPr>
                <p:cNvGrpSpPr/>
                <p:nvPr/>
              </p:nvGrpSpPr>
              <p:grpSpPr>
                <a:xfrm rot="16200000">
                  <a:off x="7258453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240" name="Rectangle 239">
                    <a:extLst>
                      <a:ext uri="{FF2B5EF4-FFF2-40B4-BE49-F238E27FC236}">
                        <a16:creationId xmlns:a16="http://schemas.microsoft.com/office/drawing/2014/main" id="{C7C0DB87-1A4D-66F7-76BB-44CD2342B72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41" name="フローチャート: 和接合 16">
                    <a:extLst>
                      <a:ext uri="{FF2B5EF4-FFF2-40B4-BE49-F238E27FC236}">
                        <a16:creationId xmlns:a16="http://schemas.microsoft.com/office/drawing/2014/main" id="{3E8774F0-CAB1-7C87-7FB1-9ADF58B56182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43" name="Rectangle 242">
                  <a:extLst>
                    <a:ext uri="{FF2B5EF4-FFF2-40B4-BE49-F238E27FC236}">
                      <a16:creationId xmlns:a16="http://schemas.microsoft.com/office/drawing/2014/main" id="{54C17E96-5213-D8FF-2921-045A51C44E96}"/>
                    </a:ext>
                  </a:extLst>
                </p:cNvPr>
                <p:cNvSpPr/>
                <p:nvPr/>
              </p:nvSpPr>
              <p:spPr>
                <a:xfrm>
                  <a:off x="7657633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244" name="Group 243">
                  <a:extLst>
                    <a:ext uri="{FF2B5EF4-FFF2-40B4-BE49-F238E27FC236}">
                      <a16:creationId xmlns:a16="http://schemas.microsoft.com/office/drawing/2014/main" id="{BFD6C292-C25E-E2BE-2772-FA9DE986E33B}"/>
                    </a:ext>
                  </a:extLst>
                </p:cNvPr>
                <p:cNvGrpSpPr/>
                <p:nvPr/>
              </p:nvGrpSpPr>
              <p:grpSpPr>
                <a:xfrm rot="16200000">
                  <a:off x="7688234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245" name="楕円 300">
                    <a:extLst>
                      <a:ext uri="{FF2B5EF4-FFF2-40B4-BE49-F238E27FC236}">
                        <a16:creationId xmlns:a16="http://schemas.microsoft.com/office/drawing/2014/main" id="{219034CF-0CBD-E0C4-519F-5481EBEBB2A2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46" name="楕円 301">
                    <a:extLst>
                      <a:ext uri="{FF2B5EF4-FFF2-40B4-BE49-F238E27FC236}">
                        <a16:creationId xmlns:a16="http://schemas.microsoft.com/office/drawing/2014/main" id="{ED99F6B3-BFAC-C1EA-21B5-3B383E930DB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47" name="Group 246">
                  <a:extLst>
                    <a:ext uri="{FF2B5EF4-FFF2-40B4-BE49-F238E27FC236}">
                      <a16:creationId xmlns:a16="http://schemas.microsoft.com/office/drawing/2014/main" id="{CA301761-CF22-3E06-F17F-683D9A4B7320}"/>
                    </a:ext>
                  </a:extLst>
                </p:cNvPr>
                <p:cNvGrpSpPr/>
                <p:nvPr/>
              </p:nvGrpSpPr>
              <p:grpSpPr>
                <a:xfrm rot="16200000">
                  <a:off x="7576857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248" name="Rectangle 247">
                    <a:extLst>
                      <a:ext uri="{FF2B5EF4-FFF2-40B4-BE49-F238E27FC236}">
                        <a16:creationId xmlns:a16="http://schemas.microsoft.com/office/drawing/2014/main" id="{1CAD8CBB-DC2D-368B-D7ED-C2F70CF7E8C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49" name="フローチャート: 和接合 16">
                    <a:extLst>
                      <a:ext uri="{FF2B5EF4-FFF2-40B4-BE49-F238E27FC236}">
                        <a16:creationId xmlns:a16="http://schemas.microsoft.com/office/drawing/2014/main" id="{129B8D14-FE04-43D5-1DBC-C6087E147C43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51" name="Rectangle 250">
                  <a:extLst>
                    <a:ext uri="{FF2B5EF4-FFF2-40B4-BE49-F238E27FC236}">
                      <a16:creationId xmlns:a16="http://schemas.microsoft.com/office/drawing/2014/main" id="{2928E351-D90F-B617-878B-E57E9545289B}"/>
                    </a:ext>
                  </a:extLst>
                </p:cNvPr>
                <p:cNvSpPr/>
                <p:nvPr/>
              </p:nvSpPr>
              <p:spPr>
                <a:xfrm>
                  <a:off x="7976035" y="2660182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252" name="Group 251">
                  <a:extLst>
                    <a:ext uri="{FF2B5EF4-FFF2-40B4-BE49-F238E27FC236}">
                      <a16:creationId xmlns:a16="http://schemas.microsoft.com/office/drawing/2014/main" id="{B89A67FE-0AC0-C644-D129-70284CB929C4}"/>
                    </a:ext>
                  </a:extLst>
                </p:cNvPr>
                <p:cNvGrpSpPr/>
                <p:nvPr/>
              </p:nvGrpSpPr>
              <p:grpSpPr>
                <a:xfrm rot="16200000">
                  <a:off x="8006636" y="324849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253" name="楕円 300">
                    <a:extLst>
                      <a:ext uri="{FF2B5EF4-FFF2-40B4-BE49-F238E27FC236}">
                        <a16:creationId xmlns:a16="http://schemas.microsoft.com/office/drawing/2014/main" id="{49EBA4B9-59D0-E3FC-D5DD-F9A1071FDEC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54" name="楕円 301">
                    <a:extLst>
                      <a:ext uri="{FF2B5EF4-FFF2-40B4-BE49-F238E27FC236}">
                        <a16:creationId xmlns:a16="http://schemas.microsoft.com/office/drawing/2014/main" id="{BE24058D-67E0-6FFC-6D2F-57E28F6D4BAD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6BCD0D9A-A034-8CC2-259E-E2AC9F02008B}"/>
                  </a:ext>
                </a:extLst>
              </p:cNvPr>
              <p:cNvSpPr/>
              <p:nvPr/>
            </p:nvSpPr>
            <p:spPr>
              <a:xfrm>
                <a:off x="8144333" y="3494569"/>
                <a:ext cx="1545021" cy="559078"/>
              </a:xfrm>
              <a:prstGeom prst="rect">
                <a:avLst/>
              </a:prstGeom>
              <a:noFill/>
              <a:effectLst>
                <a:glow rad="139700">
                  <a:schemeClr val="bg1"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000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65" name="Rectangle 264">
            <a:extLst>
              <a:ext uri="{FF2B5EF4-FFF2-40B4-BE49-F238E27FC236}">
                <a16:creationId xmlns:a16="http://schemas.microsoft.com/office/drawing/2014/main" id="{CDA56BD2-FF4B-D901-B833-C362F93927FF}"/>
              </a:ext>
            </a:extLst>
          </p:cNvPr>
          <p:cNvSpPr/>
          <p:nvPr/>
        </p:nvSpPr>
        <p:spPr>
          <a:xfrm>
            <a:off x="7381827" y="-2368924"/>
            <a:ext cx="4022539" cy="2026844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54EB9DC4-636A-81FC-35A1-64BD2729605D}"/>
              </a:ext>
            </a:extLst>
          </p:cNvPr>
          <p:cNvSpPr/>
          <p:nvPr/>
        </p:nvSpPr>
        <p:spPr>
          <a:xfrm>
            <a:off x="7336082" y="-1415543"/>
            <a:ext cx="4179245" cy="120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B0A8572E-C0E0-10D6-C53A-90C9C6602534}"/>
              </a:ext>
            </a:extLst>
          </p:cNvPr>
          <p:cNvGrpSpPr/>
          <p:nvPr/>
        </p:nvGrpSpPr>
        <p:grpSpPr>
          <a:xfrm>
            <a:off x="7696014" y="-2064702"/>
            <a:ext cx="3394165" cy="1418400"/>
            <a:chOff x="7692006" y="-572354"/>
            <a:chExt cx="3394165" cy="1418400"/>
          </a:xfrm>
        </p:grpSpPr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FF3451DD-21B2-B41A-3292-27967742304F}"/>
                </a:ext>
              </a:extLst>
            </p:cNvPr>
            <p:cNvGrpSpPr/>
            <p:nvPr/>
          </p:nvGrpSpPr>
          <p:grpSpPr>
            <a:xfrm>
              <a:off x="7692006" y="-572354"/>
              <a:ext cx="1429692" cy="1418400"/>
              <a:chOff x="6978166" y="2617955"/>
              <a:chExt cx="1320364" cy="1319180"/>
            </a:xfrm>
          </p:grpSpPr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81DB3A8F-0D75-D139-8D25-25A20CC0AC27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C778C01C-25D6-61A3-9639-08141EE5DAD1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F4232C46-86E7-CAC0-2FB2-E897873EA763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2430A3DF-FE66-FA7D-17E8-F10ED6134891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0C94D497-6EF3-02C1-3C86-31A6E375BF73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6" name="フローチャート: 和接合 16">
                  <a:extLst>
                    <a:ext uri="{FF2B5EF4-FFF2-40B4-BE49-F238E27FC236}">
                      <a16:creationId xmlns:a16="http://schemas.microsoft.com/office/drawing/2014/main" id="{78047C91-E5A8-C803-D0A0-FCE842A9175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D2F604D2-E75D-DB04-EE6A-225C23FC64B1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8148DF84-E57A-ADEB-CD4E-3950A5B8F785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53" name="楕円 300">
                  <a:extLst>
                    <a:ext uri="{FF2B5EF4-FFF2-40B4-BE49-F238E27FC236}">
                      <a16:creationId xmlns:a16="http://schemas.microsoft.com/office/drawing/2014/main" id="{86CBF5FC-B18F-9CC6-BCD3-871EC0F4050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4" name="楕円 301">
                  <a:extLst>
                    <a:ext uri="{FF2B5EF4-FFF2-40B4-BE49-F238E27FC236}">
                      <a16:creationId xmlns:a16="http://schemas.microsoft.com/office/drawing/2014/main" id="{491E31A4-7ED9-2B00-1E36-74AA66B6E7C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EA771401-3868-4B05-A4AE-98F02E3AB97D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51" name="Rectangle 350">
                  <a:extLst>
                    <a:ext uri="{FF2B5EF4-FFF2-40B4-BE49-F238E27FC236}">
                      <a16:creationId xmlns:a16="http://schemas.microsoft.com/office/drawing/2014/main" id="{EC3C8774-9458-925F-322D-B293AA677F53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2" name="フローチャート: 和接合 16">
                  <a:extLst>
                    <a:ext uri="{FF2B5EF4-FFF2-40B4-BE49-F238E27FC236}">
                      <a16:creationId xmlns:a16="http://schemas.microsoft.com/office/drawing/2014/main" id="{9269F8FD-58D6-CFF9-EDBE-4CC56A5B5B6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8F3EA93E-6A50-D363-6B9E-56C4C2E27740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F4EE9F65-C311-D8CA-1FD3-C43E8BF45B69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49" name="楕円 300">
                  <a:extLst>
                    <a:ext uri="{FF2B5EF4-FFF2-40B4-BE49-F238E27FC236}">
                      <a16:creationId xmlns:a16="http://schemas.microsoft.com/office/drawing/2014/main" id="{B08B05D9-53C2-4642-9CEB-8CEF566CED7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0" name="楕円 301">
                  <a:extLst>
                    <a:ext uri="{FF2B5EF4-FFF2-40B4-BE49-F238E27FC236}">
                      <a16:creationId xmlns:a16="http://schemas.microsoft.com/office/drawing/2014/main" id="{BD347064-F5C8-8EFD-82F6-982B42D8C25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8B3D7A3A-CB68-82CD-E452-184873E179F8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B506F119-4B84-A4A7-AB86-6A5E38B59EF1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8" name="フローチャート: 和接合 16">
                  <a:extLst>
                    <a:ext uri="{FF2B5EF4-FFF2-40B4-BE49-F238E27FC236}">
                      <a16:creationId xmlns:a16="http://schemas.microsoft.com/office/drawing/2014/main" id="{C961AB6A-9A82-E438-9D4B-6A239232980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4BF0DB4C-4A27-C46B-FF5B-F1026E21B4B1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322ED580-A23A-DEB4-7E67-B25E0A37BBC1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45" name="楕円 300">
                  <a:extLst>
                    <a:ext uri="{FF2B5EF4-FFF2-40B4-BE49-F238E27FC236}">
                      <a16:creationId xmlns:a16="http://schemas.microsoft.com/office/drawing/2014/main" id="{D90E3648-A26B-E95D-7E4E-FC56E83A940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6" name="楕円 301">
                  <a:extLst>
                    <a:ext uri="{FF2B5EF4-FFF2-40B4-BE49-F238E27FC236}">
                      <a16:creationId xmlns:a16="http://schemas.microsoft.com/office/drawing/2014/main" id="{09A6A046-7632-56FA-9BD2-C1FF5E5EB31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8" name="Group 337">
                <a:extLst>
                  <a:ext uri="{FF2B5EF4-FFF2-40B4-BE49-F238E27FC236}">
                    <a16:creationId xmlns:a16="http://schemas.microsoft.com/office/drawing/2014/main" id="{6AC8D8B6-A6D6-D284-D2CF-853EBC96B051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43" name="Rectangle 342">
                  <a:extLst>
                    <a:ext uri="{FF2B5EF4-FFF2-40B4-BE49-F238E27FC236}">
                      <a16:creationId xmlns:a16="http://schemas.microsoft.com/office/drawing/2014/main" id="{648C00AF-2914-0FA5-9E60-814F072027B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4" name="フローチャート: 和接合 16">
                  <a:extLst>
                    <a:ext uri="{FF2B5EF4-FFF2-40B4-BE49-F238E27FC236}">
                      <a16:creationId xmlns:a16="http://schemas.microsoft.com/office/drawing/2014/main" id="{2E9B839F-AB7D-DB16-CB8F-222A90FEB63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C04E3843-4EE9-0DE4-A356-514733AFF097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40" name="Group 339">
                <a:extLst>
                  <a:ext uri="{FF2B5EF4-FFF2-40B4-BE49-F238E27FC236}">
                    <a16:creationId xmlns:a16="http://schemas.microsoft.com/office/drawing/2014/main" id="{C9000CF2-CBBA-0192-CEBC-9703C31D87DC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341" name="楕円 300">
                  <a:extLst>
                    <a:ext uri="{FF2B5EF4-FFF2-40B4-BE49-F238E27FC236}">
                      <a16:creationId xmlns:a16="http://schemas.microsoft.com/office/drawing/2014/main" id="{E5455CE1-2DD8-AB8F-3358-943EE8B2508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2" name="楕円 301">
                  <a:extLst>
                    <a:ext uri="{FF2B5EF4-FFF2-40B4-BE49-F238E27FC236}">
                      <a16:creationId xmlns:a16="http://schemas.microsoft.com/office/drawing/2014/main" id="{8C264BC9-025D-AC08-DE52-55B54D15E42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6A0C63E8-CFB4-8762-38A1-0ED7093E0603}"/>
                </a:ext>
              </a:extLst>
            </p:cNvPr>
            <p:cNvGrpSpPr/>
            <p:nvPr/>
          </p:nvGrpSpPr>
          <p:grpSpPr>
            <a:xfrm>
              <a:off x="9656479" y="-572354"/>
              <a:ext cx="1429692" cy="1418400"/>
              <a:chOff x="6978166" y="2617955"/>
              <a:chExt cx="1320364" cy="1319180"/>
            </a:xfrm>
          </p:grpSpPr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756112BB-AA04-BB0C-B49E-5CC7C168159B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D42E9D3E-7A10-98E4-7387-A02D6E5EE889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B7DA79B1-6BFB-5D28-F345-EB73DF24B48E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1" name="Group 360">
                <a:extLst>
                  <a:ext uri="{FF2B5EF4-FFF2-40B4-BE49-F238E27FC236}">
                    <a16:creationId xmlns:a16="http://schemas.microsoft.com/office/drawing/2014/main" id="{BE11CE1E-30BE-795F-F2FE-72329F3499C6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87" name="Rectangle 386">
                  <a:extLst>
                    <a:ext uri="{FF2B5EF4-FFF2-40B4-BE49-F238E27FC236}">
                      <a16:creationId xmlns:a16="http://schemas.microsoft.com/office/drawing/2014/main" id="{1FB4C4A0-FF17-C7BA-6649-81D53AEFAC50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8" name="フローチャート: 和接合 16">
                  <a:extLst>
                    <a:ext uri="{FF2B5EF4-FFF2-40B4-BE49-F238E27FC236}">
                      <a16:creationId xmlns:a16="http://schemas.microsoft.com/office/drawing/2014/main" id="{8198DD3B-C63D-F533-4840-214D4E1AFA2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EF1D0B3E-B7D4-DE33-0319-E7DE3EE45487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3" name="Group 362">
                <a:extLst>
                  <a:ext uri="{FF2B5EF4-FFF2-40B4-BE49-F238E27FC236}">
                    <a16:creationId xmlns:a16="http://schemas.microsoft.com/office/drawing/2014/main" id="{94250ECE-420C-35AE-67DE-2AA770153F7E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85" name="楕円 300">
                  <a:extLst>
                    <a:ext uri="{FF2B5EF4-FFF2-40B4-BE49-F238E27FC236}">
                      <a16:creationId xmlns:a16="http://schemas.microsoft.com/office/drawing/2014/main" id="{7460FE6D-6FF2-E28A-5D80-1CE5CF64D3D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6" name="楕円 301">
                  <a:extLst>
                    <a:ext uri="{FF2B5EF4-FFF2-40B4-BE49-F238E27FC236}">
                      <a16:creationId xmlns:a16="http://schemas.microsoft.com/office/drawing/2014/main" id="{7416C42F-72BE-6DF8-1C71-C77F77CA55E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4" name="Group 363">
                <a:extLst>
                  <a:ext uri="{FF2B5EF4-FFF2-40B4-BE49-F238E27FC236}">
                    <a16:creationId xmlns:a16="http://schemas.microsoft.com/office/drawing/2014/main" id="{65F0813E-A1B7-9938-8993-3C860BAAEC24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D05E34AF-9DD8-D5B6-532F-992CCD8B26E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4" name="フローチャート: 和接合 16">
                  <a:extLst>
                    <a:ext uri="{FF2B5EF4-FFF2-40B4-BE49-F238E27FC236}">
                      <a16:creationId xmlns:a16="http://schemas.microsoft.com/office/drawing/2014/main" id="{47EF0544-AF95-BBA7-8CAB-7487761B681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9C04AE64-33C2-D345-4DD3-66F9D03EE6C7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6" name="Group 365">
                <a:extLst>
                  <a:ext uri="{FF2B5EF4-FFF2-40B4-BE49-F238E27FC236}">
                    <a16:creationId xmlns:a16="http://schemas.microsoft.com/office/drawing/2014/main" id="{985CFC47-4440-EA23-E895-6F2ACF66890B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81" name="楕円 300">
                  <a:extLst>
                    <a:ext uri="{FF2B5EF4-FFF2-40B4-BE49-F238E27FC236}">
                      <a16:creationId xmlns:a16="http://schemas.microsoft.com/office/drawing/2014/main" id="{43288E98-CA61-B175-6A7C-7C421403664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2" name="楕円 301">
                  <a:extLst>
                    <a:ext uri="{FF2B5EF4-FFF2-40B4-BE49-F238E27FC236}">
                      <a16:creationId xmlns:a16="http://schemas.microsoft.com/office/drawing/2014/main" id="{201C88A6-6198-18F0-1BE8-F4A989A40FC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7" name="Group 366">
                <a:extLst>
                  <a:ext uri="{FF2B5EF4-FFF2-40B4-BE49-F238E27FC236}">
                    <a16:creationId xmlns:a16="http://schemas.microsoft.com/office/drawing/2014/main" id="{019060DE-4402-5190-14C2-4BC12D8E847A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9" name="Rectangle 378">
                  <a:extLst>
                    <a:ext uri="{FF2B5EF4-FFF2-40B4-BE49-F238E27FC236}">
                      <a16:creationId xmlns:a16="http://schemas.microsoft.com/office/drawing/2014/main" id="{F84F0500-45D5-0E78-20FA-7DE5F188347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" name="フローチャート: 和接合 16">
                  <a:extLst>
                    <a:ext uri="{FF2B5EF4-FFF2-40B4-BE49-F238E27FC236}">
                      <a16:creationId xmlns:a16="http://schemas.microsoft.com/office/drawing/2014/main" id="{91681139-7E7C-D415-B94D-BFDC4C4E747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25B2A3D2-79D9-38D9-505E-158E0AFB3474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9" name="Group 368">
                <a:extLst>
                  <a:ext uri="{FF2B5EF4-FFF2-40B4-BE49-F238E27FC236}">
                    <a16:creationId xmlns:a16="http://schemas.microsoft.com/office/drawing/2014/main" id="{98CB770C-3ECA-70F2-EFFB-C93A16708A9F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77" name="楕円 300">
                  <a:extLst>
                    <a:ext uri="{FF2B5EF4-FFF2-40B4-BE49-F238E27FC236}">
                      <a16:creationId xmlns:a16="http://schemas.microsoft.com/office/drawing/2014/main" id="{B0C02E87-4ECA-7A11-5E8C-BC43B6C7FC1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8" name="楕円 301">
                  <a:extLst>
                    <a:ext uri="{FF2B5EF4-FFF2-40B4-BE49-F238E27FC236}">
                      <a16:creationId xmlns:a16="http://schemas.microsoft.com/office/drawing/2014/main" id="{C756985F-00CD-AC0D-48F0-124EE40D464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70" name="Group 369">
                <a:extLst>
                  <a:ext uri="{FF2B5EF4-FFF2-40B4-BE49-F238E27FC236}">
                    <a16:creationId xmlns:a16="http://schemas.microsoft.com/office/drawing/2014/main" id="{8B22E507-4D88-5626-636D-B0C05B8761E0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5" name="Rectangle 374">
                  <a:extLst>
                    <a:ext uri="{FF2B5EF4-FFF2-40B4-BE49-F238E27FC236}">
                      <a16:creationId xmlns:a16="http://schemas.microsoft.com/office/drawing/2014/main" id="{8BDC0628-A8FC-52DD-BC5A-C831050DC21A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6" name="フローチャート: 和接合 16">
                  <a:extLst>
                    <a:ext uri="{FF2B5EF4-FFF2-40B4-BE49-F238E27FC236}">
                      <a16:creationId xmlns:a16="http://schemas.microsoft.com/office/drawing/2014/main" id="{BDC1E0B9-EA1B-FE5F-F3FD-F56070F7029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01C0D180-8C23-B9E3-0654-5A7A95C230C4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72" name="Group 371">
                <a:extLst>
                  <a:ext uri="{FF2B5EF4-FFF2-40B4-BE49-F238E27FC236}">
                    <a16:creationId xmlns:a16="http://schemas.microsoft.com/office/drawing/2014/main" id="{41DB0AE1-C101-BC8B-E25B-9D82D874DAF8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373" name="楕円 300">
                  <a:extLst>
                    <a:ext uri="{FF2B5EF4-FFF2-40B4-BE49-F238E27FC236}">
                      <a16:creationId xmlns:a16="http://schemas.microsoft.com/office/drawing/2014/main" id="{410972B4-206E-0F31-FCC4-243511EAF5F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4" name="楕円 301">
                  <a:extLst>
                    <a:ext uri="{FF2B5EF4-FFF2-40B4-BE49-F238E27FC236}">
                      <a16:creationId xmlns:a16="http://schemas.microsoft.com/office/drawing/2014/main" id="{BE785A06-AE9D-36CC-1295-AC529BE76FE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A158242-58C7-0CB3-BF50-D51DCF8B70DD}"/>
              </a:ext>
            </a:extLst>
          </p:cNvPr>
          <p:cNvSpPr txBox="1"/>
          <p:nvPr/>
        </p:nvSpPr>
        <p:spPr>
          <a:xfrm>
            <a:off x="3471620" y="41535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07711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4879-5822-C75D-EADE-94ACC2903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9" name="Group 908">
            <a:extLst>
              <a:ext uri="{FF2B5EF4-FFF2-40B4-BE49-F238E27FC236}">
                <a16:creationId xmlns:a16="http://schemas.microsoft.com/office/drawing/2014/main" id="{F889CE09-E50C-4617-9EAC-7C58F2F3A22B}"/>
              </a:ext>
            </a:extLst>
          </p:cNvPr>
          <p:cNvGrpSpPr/>
          <p:nvPr/>
        </p:nvGrpSpPr>
        <p:grpSpPr>
          <a:xfrm>
            <a:off x="635135" y="1595182"/>
            <a:ext cx="2447948" cy="1233452"/>
            <a:chOff x="-640017" y="6252944"/>
            <a:chExt cx="2447948" cy="1233452"/>
          </a:xfrm>
        </p:grpSpPr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26591D2F-B708-B075-2B2B-BB677D94669E}"/>
                </a:ext>
              </a:extLst>
            </p:cNvPr>
            <p:cNvSpPr/>
            <p:nvPr/>
          </p:nvSpPr>
          <p:spPr>
            <a:xfrm>
              <a:off x="-640016" y="6252944"/>
              <a:ext cx="2447947" cy="123345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EC839DD2-FC4C-B208-F56A-E257E9BDE6EC}"/>
                </a:ext>
              </a:extLst>
            </p:cNvPr>
            <p:cNvSpPr/>
            <p:nvPr/>
          </p:nvSpPr>
          <p:spPr>
            <a:xfrm>
              <a:off x="-640017" y="6851607"/>
              <a:ext cx="2447947" cy="3612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908" name="Group 907">
              <a:extLst>
                <a:ext uri="{FF2B5EF4-FFF2-40B4-BE49-F238E27FC236}">
                  <a16:creationId xmlns:a16="http://schemas.microsoft.com/office/drawing/2014/main" id="{B14D49CB-7E05-58C8-65A7-1C7438AFD449}"/>
                </a:ext>
              </a:extLst>
            </p:cNvPr>
            <p:cNvGrpSpPr/>
            <p:nvPr/>
          </p:nvGrpSpPr>
          <p:grpSpPr>
            <a:xfrm>
              <a:off x="-468301" y="6417870"/>
              <a:ext cx="2104517" cy="903600"/>
              <a:chOff x="-464224" y="6412550"/>
              <a:chExt cx="2104517" cy="903600"/>
            </a:xfrm>
          </p:grpSpPr>
          <p:grpSp>
            <p:nvGrpSpPr>
              <p:cNvPr id="878" name="Group 877">
                <a:extLst>
                  <a:ext uri="{FF2B5EF4-FFF2-40B4-BE49-F238E27FC236}">
                    <a16:creationId xmlns:a16="http://schemas.microsoft.com/office/drawing/2014/main" id="{DDB49E3E-5845-E1B8-54BD-0F64C2821016}"/>
                  </a:ext>
                </a:extLst>
              </p:cNvPr>
              <p:cNvGrpSpPr/>
              <p:nvPr/>
            </p:nvGrpSpPr>
            <p:grpSpPr>
              <a:xfrm>
                <a:off x="-464224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851" name="Rectangle 850">
                  <a:extLst>
                    <a:ext uri="{FF2B5EF4-FFF2-40B4-BE49-F238E27FC236}">
                      <a16:creationId xmlns:a16="http://schemas.microsoft.com/office/drawing/2014/main" id="{678D9F18-BC04-FF52-ACA3-7A4BDA434174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2" name="Rectangle 851">
                  <a:extLst>
                    <a:ext uri="{FF2B5EF4-FFF2-40B4-BE49-F238E27FC236}">
                      <a16:creationId xmlns:a16="http://schemas.microsoft.com/office/drawing/2014/main" id="{544F3988-5469-13B0-A2A4-D150E18A125F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3" name="Rectangle 852">
                  <a:extLst>
                    <a:ext uri="{FF2B5EF4-FFF2-40B4-BE49-F238E27FC236}">
                      <a16:creationId xmlns:a16="http://schemas.microsoft.com/office/drawing/2014/main" id="{04218638-35C3-2BB5-C1E0-3B531DBCC0A6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4" name="Rectangle 853">
                  <a:extLst>
                    <a:ext uri="{FF2B5EF4-FFF2-40B4-BE49-F238E27FC236}">
                      <a16:creationId xmlns:a16="http://schemas.microsoft.com/office/drawing/2014/main" id="{D8338563-0E9C-BF8B-B2FE-3D4750AF2B47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5" name="フローチャート: 和接合 16">
                  <a:extLst>
                    <a:ext uri="{FF2B5EF4-FFF2-40B4-BE49-F238E27FC236}">
                      <a16:creationId xmlns:a16="http://schemas.microsoft.com/office/drawing/2014/main" id="{F1BAADE1-F846-D9FE-998C-4E320C0B9D0B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6" name="Rectangle 855">
                  <a:extLst>
                    <a:ext uri="{FF2B5EF4-FFF2-40B4-BE49-F238E27FC236}">
                      <a16:creationId xmlns:a16="http://schemas.microsoft.com/office/drawing/2014/main" id="{94C21A2F-BD5C-AF4E-F6EC-A4F6E90EE45E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57" name="Group 856">
                  <a:extLst>
                    <a:ext uri="{FF2B5EF4-FFF2-40B4-BE49-F238E27FC236}">
                      <a16:creationId xmlns:a16="http://schemas.microsoft.com/office/drawing/2014/main" id="{D62CA8E7-867C-453A-4C61-AD4FF12E2560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58" name="楕円 300">
                    <a:extLst>
                      <a:ext uri="{FF2B5EF4-FFF2-40B4-BE49-F238E27FC236}">
                        <a16:creationId xmlns:a16="http://schemas.microsoft.com/office/drawing/2014/main" id="{4F108278-D684-2472-5991-FB623EE9E43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59" name="楕円 301">
                    <a:extLst>
                      <a:ext uri="{FF2B5EF4-FFF2-40B4-BE49-F238E27FC236}">
                        <a16:creationId xmlns:a16="http://schemas.microsoft.com/office/drawing/2014/main" id="{3DAA5EF2-2CFF-46C6-A784-AE2DF8CFA14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60" name="Rectangle 859">
                  <a:extLst>
                    <a:ext uri="{FF2B5EF4-FFF2-40B4-BE49-F238E27FC236}">
                      <a16:creationId xmlns:a16="http://schemas.microsoft.com/office/drawing/2014/main" id="{4027A6AE-1E75-D7FE-C59C-4BC7841796AD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1" name="フローチャート: 和接合 16">
                  <a:extLst>
                    <a:ext uri="{FF2B5EF4-FFF2-40B4-BE49-F238E27FC236}">
                      <a16:creationId xmlns:a16="http://schemas.microsoft.com/office/drawing/2014/main" id="{31791FE8-D4E7-9655-FDE2-C1CAC62F8C51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2" name="Rectangle 861">
                  <a:extLst>
                    <a:ext uri="{FF2B5EF4-FFF2-40B4-BE49-F238E27FC236}">
                      <a16:creationId xmlns:a16="http://schemas.microsoft.com/office/drawing/2014/main" id="{05577EB7-7BAD-2683-5E7C-BA55B0E78468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63" name="Group 862">
                  <a:extLst>
                    <a:ext uri="{FF2B5EF4-FFF2-40B4-BE49-F238E27FC236}">
                      <a16:creationId xmlns:a16="http://schemas.microsoft.com/office/drawing/2014/main" id="{D08AC5DA-1E1F-3C00-82C6-0098C4C19FA9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64" name="楕円 300">
                    <a:extLst>
                      <a:ext uri="{FF2B5EF4-FFF2-40B4-BE49-F238E27FC236}">
                        <a16:creationId xmlns:a16="http://schemas.microsoft.com/office/drawing/2014/main" id="{9ECD66FA-51B8-1D4F-EBAD-54C36EEEA7E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65" name="楕円 301">
                    <a:extLst>
                      <a:ext uri="{FF2B5EF4-FFF2-40B4-BE49-F238E27FC236}">
                        <a16:creationId xmlns:a16="http://schemas.microsoft.com/office/drawing/2014/main" id="{6F728A40-452A-5FAF-F018-50EA1DA08F0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66" name="Rectangle 865">
                  <a:extLst>
                    <a:ext uri="{FF2B5EF4-FFF2-40B4-BE49-F238E27FC236}">
                      <a16:creationId xmlns:a16="http://schemas.microsoft.com/office/drawing/2014/main" id="{873664EA-3AE0-BADB-2BFF-746476BB021B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7" name="フローチャート: 和接合 16">
                  <a:extLst>
                    <a:ext uri="{FF2B5EF4-FFF2-40B4-BE49-F238E27FC236}">
                      <a16:creationId xmlns:a16="http://schemas.microsoft.com/office/drawing/2014/main" id="{430F13FE-5E7E-1D17-34D8-1C65A1B4C163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8" name="Rectangle 867">
                  <a:extLst>
                    <a:ext uri="{FF2B5EF4-FFF2-40B4-BE49-F238E27FC236}">
                      <a16:creationId xmlns:a16="http://schemas.microsoft.com/office/drawing/2014/main" id="{0585121A-9597-4B8E-DC8A-8072D23269D2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69" name="Group 868">
                  <a:extLst>
                    <a:ext uri="{FF2B5EF4-FFF2-40B4-BE49-F238E27FC236}">
                      <a16:creationId xmlns:a16="http://schemas.microsoft.com/office/drawing/2014/main" id="{C6351B3D-EC32-8BFF-72E3-9E4BF6E09391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70" name="楕円 300">
                    <a:extLst>
                      <a:ext uri="{FF2B5EF4-FFF2-40B4-BE49-F238E27FC236}">
                        <a16:creationId xmlns:a16="http://schemas.microsoft.com/office/drawing/2014/main" id="{779EA1CA-952F-34B7-B6BD-2B3B681D550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71" name="楕円 301">
                    <a:extLst>
                      <a:ext uri="{FF2B5EF4-FFF2-40B4-BE49-F238E27FC236}">
                        <a16:creationId xmlns:a16="http://schemas.microsoft.com/office/drawing/2014/main" id="{808FED53-A3F0-BEC7-3177-843785A716B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72" name="Rectangle 871">
                  <a:extLst>
                    <a:ext uri="{FF2B5EF4-FFF2-40B4-BE49-F238E27FC236}">
                      <a16:creationId xmlns:a16="http://schemas.microsoft.com/office/drawing/2014/main" id="{1EB1161B-05D6-3A7C-3771-3FCA69D70B1F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3" name="フローチャート: 和接合 16">
                  <a:extLst>
                    <a:ext uri="{FF2B5EF4-FFF2-40B4-BE49-F238E27FC236}">
                      <a16:creationId xmlns:a16="http://schemas.microsoft.com/office/drawing/2014/main" id="{E503DD17-057F-5C41-E630-DA5A4DE396B4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4" name="Rectangle 873">
                  <a:extLst>
                    <a:ext uri="{FF2B5EF4-FFF2-40B4-BE49-F238E27FC236}">
                      <a16:creationId xmlns:a16="http://schemas.microsoft.com/office/drawing/2014/main" id="{A819D71D-99D6-FFE8-9B83-35CE5A84C640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75" name="Group 874">
                  <a:extLst>
                    <a:ext uri="{FF2B5EF4-FFF2-40B4-BE49-F238E27FC236}">
                      <a16:creationId xmlns:a16="http://schemas.microsoft.com/office/drawing/2014/main" id="{F3E09159-E3C2-C28B-D134-14A4051EBC8D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76" name="楕円 300">
                    <a:extLst>
                      <a:ext uri="{FF2B5EF4-FFF2-40B4-BE49-F238E27FC236}">
                        <a16:creationId xmlns:a16="http://schemas.microsoft.com/office/drawing/2014/main" id="{388B934A-3340-0049-F2AA-56AECF75ACF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77" name="楕円 301">
                    <a:extLst>
                      <a:ext uri="{FF2B5EF4-FFF2-40B4-BE49-F238E27FC236}">
                        <a16:creationId xmlns:a16="http://schemas.microsoft.com/office/drawing/2014/main" id="{08FC8DD0-4072-448F-3DA1-55EE3A139184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880" name="Group 879">
                <a:extLst>
                  <a:ext uri="{FF2B5EF4-FFF2-40B4-BE49-F238E27FC236}">
                    <a16:creationId xmlns:a16="http://schemas.microsoft.com/office/drawing/2014/main" id="{7B0BC7D1-064B-4553-D874-670CCD4C5446}"/>
                  </a:ext>
                </a:extLst>
              </p:cNvPr>
              <p:cNvGrpSpPr/>
              <p:nvPr/>
            </p:nvGrpSpPr>
            <p:grpSpPr>
              <a:xfrm>
                <a:off x="729493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881" name="Rectangle 880">
                  <a:extLst>
                    <a:ext uri="{FF2B5EF4-FFF2-40B4-BE49-F238E27FC236}">
                      <a16:creationId xmlns:a16="http://schemas.microsoft.com/office/drawing/2014/main" id="{E01F862C-2CB0-D209-52E7-787CABAA6072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2" name="Rectangle 881">
                  <a:extLst>
                    <a:ext uri="{FF2B5EF4-FFF2-40B4-BE49-F238E27FC236}">
                      <a16:creationId xmlns:a16="http://schemas.microsoft.com/office/drawing/2014/main" id="{954C37B0-2C77-AA75-3A86-21A7D05B3E92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3" name="Rectangle 882">
                  <a:extLst>
                    <a:ext uri="{FF2B5EF4-FFF2-40B4-BE49-F238E27FC236}">
                      <a16:creationId xmlns:a16="http://schemas.microsoft.com/office/drawing/2014/main" id="{6887B3D1-6F8F-1382-8B5D-4434BF14E416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4" name="Rectangle 883">
                  <a:extLst>
                    <a:ext uri="{FF2B5EF4-FFF2-40B4-BE49-F238E27FC236}">
                      <a16:creationId xmlns:a16="http://schemas.microsoft.com/office/drawing/2014/main" id="{F7103BCC-D0C4-7883-5ADC-B7C51188C5D7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5" name="フローチャート: 和接合 16">
                  <a:extLst>
                    <a:ext uri="{FF2B5EF4-FFF2-40B4-BE49-F238E27FC236}">
                      <a16:creationId xmlns:a16="http://schemas.microsoft.com/office/drawing/2014/main" id="{3D9B3155-64DD-6F52-4BEC-CCA41CA0410A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6" name="Rectangle 885">
                  <a:extLst>
                    <a:ext uri="{FF2B5EF4-FFF2-40B4-BE49-F238E27FC236}">
                      <a16:creationId xmlns:a16="http://schemas.microsoft.com/office/drawing/2014/main" id="{0966F405-C6E5-DCE9-8696-CE3290DD4E7E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87" name="Group 886">
                  <a:extLst>
                    <a:ext uri="{FF2B5EF4-FFF2-40B4-BE49-F238E27FC236}">
                      <a16:creationId xmlns:a16="http://schemas.microsoft.com/office/drawing/2014/main" id="{56779B60-461B-FD4D-C509-9B68D4F69F55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6" name="楕円 300">
                    <a:extLst>
                      <a:ext uri="{FF2B5EF4-FFF2-40B4-BE49-F238E27FC236}">
                        <a16:creationId xmlns:a16="http://schemas.microsoft.com/office/drawing/2014/main" id="{4BC0E768-F99D-7D4A-D6EF-1DE2C33240A4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7" name="楕円 301">
                    <a:extLst>
                      <a:ext uri="{FF2B5EF4-FFF2-40B4-BE49-F238E27FC236}">
                        <a16:creationId xmlns:a16="http://schemas.microsoft.com/office/drawing/2014/main" id="{F72BBDCB-D064-9275-8340-2786FA46802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88" name="Rectangle 887">
                  <a:extLst>
                    <a:ext uri="{FF2B5EF4-FFF2-40B4-BE49-F238E27FC236}">
                      <a16:creationId xmlns:a16="http://schemas.microsoft.com/office/drawing/2014/main" id="{F05D856F-978D-A1F2-6825-48DCB40486AD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9" name="フローチャート: 和接合 16">
                  <a:extLst>
                    <a:ext uri="{FF2B5EF4-FFF2-40B4-BE49-F238E27FC236}">
                      <a16:creationId xmlns:a16="http://schemas.microsoft.com/office/drawing/2014/main" id="{B1B280CA-DDE2-0E83-7701-277298472624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0" name="Rectangle 889">
                  <a:extLst>
                    <a:ext uri="{FF2B5EF4-FFF2-40B4-BE49-F238E27FC236}">
                      <a16:creationId xmlns:a16="http://schemas.microsoft.com/office/drawing/2014/main" id="{93062DE6-0DFF-6D59-8711-353883E7BED3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91" name="Group 890">
                  <a:extLst>
                    <a:ext uri="{FF2B5EF4-FFF2-40B4-BE49-F238E27FC236}">
                      <a16:creationId xmlns:a16="http://schemas.microsoft.com/office/drawing/2014/main" id="{1903491D-7AFC-5E88-691A-EEF92C7140B4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4" name="楕円 300">
                    <a:extLst>
                      <a:ext uri="{FF2B5EF4-FFF2-40B4-BE49-F238E27FC236}">
                        <a16:creationId xmlns:a16="http://schemas.microsoft.com/office/drawing/2014/main" id="{A016A970-7C4E-1C58-F967-B65D37A89FA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5" name="楕円 301">
                    <a:extLst>
                      <a:ext uri="{FF2B5EF4-FFF2-40B4-BE49-F238E27FC236}">
                        <a16:creationId xmlns:a16="http://schemas.microsoft.com/office/drawing/2014/main" id="{89B71E20-6B46-8413-568C-E408A1AB1A6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92" name="Rectangle 891">
                  <a:extLst>
                    <a:ext uri="{FF2B5EF4-FFF2-40B4-BE49-F238E27FC236}">
                      <a16:creationId xmlns:a16="http://schemas.microsoft.com/office/drawing/2014/main" id="{A7AF5289-4A24-278C-DED9-C35EE488AB79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3" name="フローチャート: 和接合 16">
                  <a:extLst>
                    <a:ext uri="{FF2B5EF4-FFF2-40B4-BE49-F238E27FC236}">
                      <a16:creationId xmlns:a16="http://schemas.microsoft.com/office/drawing/2014/main" id="{58747DAA-712F-6CCB-F955-7EC2EBC034DF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4" name="Rectangle 893">
                  <a:extLst>
                    <a:ext uri="{FF2B5EF4-FFF2-40B4-BE49-F238E27FC236}">
                      <a16:creationId xmlns:a16="http://schemas.microsoft.com/office/drawing/2014/main" id="{064798E9-3F6E-D173-64C6-483D1270F7F2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95" name="Group 894">
                  <a:extLst>
                    <a:ext uri="{FF2B5EF4-FFF2-40B4-BE49-F238E27FC236}">
                      <a16:creationId xmlns:a16="http://schemas.microsoft.com/office/drawing/2014/main" id="{806160A4-05CB-32DF-B737-3134B7603686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2" name="楕円 300">
                    <a:extLst>
                      <a:ext uri="{FF2B5EF4-FFF2-40B4-BE49-F238E27FC236}">
                        <a16:creationId xmlns:a16="http://schemas.microsoft.com/office/drawing/2014/main" id="{7B536135-471C-A87C-7346-9E0D3230E94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3" name="楕円 301">
                    <a:extLst>
                      <a:ext uri="{FF2B5EF4-FFF2-40B4-BE49-F238E27FC236}">
                        <a16:creationId xmlns:a16="http://schemas.microsoft.com/office/drawing/2014/main" id="{9494480C-425A-1707-7086-B994DABD53A4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96" name="Rectangle 895">
                  <a:extLst>
                    <a:ext uri="{FF2B5EF4-FFF2-40B4-BE49-F238E27FC236}">
                      <a16:creationId xmlns:a16="http://schemas.microsoft.com/office/drawing/2014/main" id="{C56DE24C-27A1-771E-303D-3E7E37DCAD74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7" name="フローチャート: 和接合 16">
                  <a:extLst>
                    <a:ext uri="{FF2B5EF4-FFF2-40B4-BE49-F238E27FC236}">
                      <a16:creationId xmlns:a16="http://schemas.microsoft.com/office/drawing/2014/main" id="{621A35E3-3FAA-141C-6CDA-157B1FA9E9B0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8" name="Rectangle 897">
                  <a:extLst>
                    <a:ext uri="{FF2B5EF4-FFF2-40B4-BE49-F238E27FC236}">
                      <a16:creationId xmlns:a16="http://schemas.microsoft.com/office/drawing/2014/main" id="{3800B778-C466-6BAE-B096-9906635F2217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99" name="Group 898">
                  <a:extLst>
                    <a:ext uri="{FF2B5EF4-FFF2-40B4-BE49-F238E27FC236}">
                      <a16:creationId xmlns:a16="http://schemas.microsoft.com/office/drawing/2014/main" id="{95D57692-9A6B-5576-6BE4-5A23BF104123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0" name="楕円 300">
                    <a:extLst>
                      <a:ext uri="{FF2B5EF4-FFF2-40B4-BE49-F238E27FC236}">
                        <a16:creationId xmlns:a16="http://schemas.microsoft.com/office/drawing/2014/main" id="{C55ED231-A19D-5320-23ED-1E03C2A9D74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1" name="楕円 301">
                    <a:extLst>
                      <a:ext uri="{FF2B5EF4-FFF2-40B4-BE49-F238E27FC236}">
                        <a16:creationId xmlns:a16="http://schemas.microsoft.com/office/drawing/2014/main" id="{FC5BF9F2-4597-C661-F700-60BD0561B25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14B7A30B-DFC0-9F90-6D71-9F04D23CC51B}"/>
              </a:ext>
            </a:extLst>
          </p:cNvPr>
          <p:cNvGrpSpPr/>
          <p:nvPr/>
        </p:nvGrpSpPr>
        <p:grpSpPr>
          <a:xfrm>
            <a:off x="641093" y="5540038"/>
            <a:ext cx="2447948" cy="1233452"/>
            <a:chOff x="3747245" y="5034265"/>
            <a:chExt cx="3097925" cy="1560957"/>
          </a:xfrm>
        </p:grpSpPr>
        <p:sp>
          <p:nvSpPr>
            <p:cNvPr id="656" name="Rectangle 655">
              <a:extLst>
                <a:ext uri="{FF2B5EF4-FFF2-40B4-BE49-F238E27FC236}">
                  <a16:creationId xmlns:a16="http://schemas.microsoft.com/office/drawing/2014/main" id="{E75B165D-0AFC-F543-35CB-EBDE3434602B}"/>
                </a:ext>
              </a:extLst>
            </p:cNvPr>
            <p:cNvSpPr/>
            <p:nvPr/>
          </p:nvSpPr>
          <p:spPr>
            <a:xfrm>
              <a:off x="3747246" y="5034265"/>
              <a:ext cx="3097924" cy="156095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906B9FE8-DD8A-1B72-53F9-7567C93220E9}"/>
                </a:ext>
              </a:extLst>
            </p:cNvPr>
            <p:cNvSpPr/>
            <p:nvPr/>
          </p:nvSpPr>
          <p:spPr>
            <a:xfrm>
              <a:off x="3747245" y="5791884"/>
              <a:ext cx="3097924" cy="4571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658" name="Group 657">
              <a:extLst>
                <a:ext uri="{FF2B5EF4-FFF2-40B4-BE49-F238E27FC236}">
                  <a16:creationId xmlns:a16="http://schemas.microsoft.com/office/drawing/2014/main" id="{F15A365F-83C0-ECED-B723-948DE22DA09F}"/>
                </a:ext>
              </a:extLst>
            </p:cNvPr>
            <p:cNvGrpSpPr/>
            <p:nvPr/>
          </p:nvGrpSpPr>
          <p:grpSpPr>
            <a:xfrm flipH="1">
              <a:off x="3969715" y="5239449"/>
              <a:ext cx="1151411" cy="1142317"/>
              <a:chOff x="6978166" y="2617955"/>
              <a:chExt cx="1320364" cy="1319180"/>
            </a:xfrm>
          </p:grpSpPr>
          <p:sp>
            <p:nvSpPr>
              <p:cNvPr id="691" name="Rectangle 690">
                <a:extLst>
                  <a:ext uri="{FF2B5EF4-FFF2-40B4-BE49-F238E27FC236}">
                    <a16:creationId xmlns:a16="http://schemas.microsoft.com/office/drawing/2014/main" id="{0280A1C5-3A2B-BD54-44F8-2C4A2E6B47C8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2" name="Rectangle 691">
                <a:extLst>
                  <a:ext uri="{FF2B5EF4-FFF2-40B4-BE49-F238E27FC236}">
                    <a16:creationId xmlns:a16="http://schemas.microsoft.com/office/drawing/2014/main" id="{AAC33BF7-D990-642C-FD6C-79289022349B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3" name="Rectangle 692">
                <a:extLst>
                  <a:ext uri="{FF2B5EF4-FFF2-40B4-BE49-F238E27FC236}">
                    <a16:creationId xmlns:a16="http://schemas.microsoft.com/office/drawing/2014/main" id="{E6A00EC7-E4E5-CF49-E03E-F6AB109D9605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94" name="Group 693">
                <a:extLst>
                  <a:ext uri="{FF2B5EF4-FFF2-40B4-BE49-F238E27FC236}">
                    <a16:creationId xmlns:a16="http://schemas.microsoft.com/office/drawing/2014/main" id="{CBAE77AF-30C4-0324-0D90-28C66B977C7F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84" name="Rectangle 783">
                  <a:extLst>
                    <a:ext uri="{FF2B5EF4-FFF2-40B4-BE49-F238E27FC236}">
                      <a16:creationId xmlns:a16="http://schemas.microsoft.com/office/drawing/2014/main" id="{28B49ADE-78B5-0A96-DB27-004A7EFE0E98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5" name="フローチャート: 和接合 16">
                  <a:extLst>
                    <a:ext uri="{FF2B5EF4-FFF2-40B4-BE49-F238E27FC236}">
                      <a16:creationId xmlns:a16="http://schemas.microsoft.com/office/drawing/2014/main" id="{191ED67A-0355-70C3-08CB-858E448474D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95" name="Rectangle 694">
                <a:extLst>
                  <a:ext uri="{FF2B5EF4-FFF2-40B4-BE49-F238E27FC236}">
                    <a16:creationId xmlns:a16="http://schemas.microsoft.com/office/drawing/2014/main" id="{ADD83DD0-C5DB-9BBE-97BD-F96DF0AC347A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96" name="Group 695">
                <a:extLst>
                  <a:ext uri="{FF2B5EF4-FFF2-40B4-BE49-F238E27FC236}">
                    <a16:creationId xmlns:a16="http://schemas.microsoft.com/office/drawing/2014/main" id="{D5718328-67E2-12CA-07D0-71DBDA6A2117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82" name="楕円 300">
                  <a:extLst>
                    <a:ext uri="{FF2B5EF4-FFF2-40B4-BE49-F238E27FC236}">
                      <a16:creationId xmlns:a16="http://schemas.microsoft.com/office/drawing/2014/main" id="{DAD7B123-0222-AFD7-468F-46030E154BD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3" name="楕円 301">
                  <a:extLst>
                    <a:ext uri="{FF2B5EF4-FFF2-40B4-BE49-F238E27FC236}">
                      <a16:creationId xmlns:a16="http://schemas.microsoft.com/office/drawing/2014/main" id="{07D73006-2C27-884F-9C6D-D3E27CB23F9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97" name="Group 696">
                <a:extLst>
                  <a:ext uri="{FF2B5EF4-FFF2-40B4-BE49-F238E27FC236}">
                    <a16:creationId xmlns:a16="http://schemas.microsoft.com/office/drawing/2014/main" id="{30ED3D81-1946-999D-875E-FE7CBEBF6C11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80" name="Rectangle 779">
                  <a:extLst>
                    <a:ext uri="{FF2B5EF4-FFF2-40B4-BE49-F238E27FC236}">
                      <a16:creationId xmlns:a16="http://schemas.microsoft.com/office/drawing/2014/main" id="{1930F313-95A8-6FF1-682E-07EDBF3843B8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1" name="フローチャート: 和接合 16">
                  <a:extLst>
                    <a:ext uri="{FF2B5EF4-FFF2-40B4-BE49-F238E27FC236}">
                      <a16:creationId xmlns:a16="http://schemas.microsoft.com/office/drawing/2014/main" id="{45069DE2-A0AA-6544-E0EE-14E91A83F6F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98" name="Rectangle 697">
                <a:extLst>
                  <a:ext uri="{FF2B5EF4-FFF2-40B4-BE49-F238E27FC236}">
                    <a16:creationId xmlns:a16="http://schemas.microsoft.com/office/drawing/2014/main" id="{1729CD3B-2B51-11E1-A3C3-11A33F59A4CA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99" name="Group 698">
                <a:extLst>
                  <a:ext uri="{FF2B5EF4-FFF2-40B4-BE49-F238E27FC236}">
                    <a16:creationId xmlns:a16="http://schemas.microsoft.com/office/drawing/2014/main" id="{09916C44-5A3E-D86A-0104-5C73139EECA9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8" name="楕円 300">
                  <a:extLst>
                    <a:ext uri="{FF2B5EF4-FFF2-40B4-BE49-F238E27FC236}">
                      <a16:creationId xmlns:a16="http://schemas.microsoft.com/office/drawing/2014/main" id="{3C1E6F6F-7CDD-7A3C-2A1B-DE7FB4C2801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9" name="楕円 301">
                  <a:extLst>
                    <a:ext uri="{FF2B5EF4-FFF2-40B4-BE49-F238E27FC236}">
                      <a16:creationId xmlns:a16="http://schemas.microsoft.com/office/drawing/2014/main" id="{37AFBFF7-20AC-BFC4-9081-48561D138E7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00" name="Group 699">
                <a:extLst>
                  <a:ext uri="{FF2B5EF4-FFF2-40B4-BE49-F238E27FC236}">
                    <a16:creationId xmlns:a16="http://schemas.microsoft.com/office/drawing/2014/main" id="{62D60D0F-7F51-C341-467F-91B8A41EF7CB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6" name="Rectangle 775">
                  <a:extLst>
                    <a:ext uri="{FF2B5EF4-FFF2-40B4-BE49-F238E27FC236}">
                      <a16:creationId xmlns:a16="http://schemas.microsoft.com/office/drawing/2014/main" id="{B1AD473E-C667-6712-06CA-1068E5E4460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7" name="フローチャート: 和接合 16">
                  <a:extLst>
                    <a:ext uri="{FF2B5EF4-FFF2-40B4-BE49-F238E27FC236}">
                      <a16:creationId xmlns:a16="http://schemas.microsoft.com/office/drawing/2014/main" id="{4AE41E0B-120C-2C07-76F5-685279F8D44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01" name="Rectangle 700">
                <a:extLst>
                  <a:ext uri="{FF2B5EF4-FFF2-40B4-BE49-F238E27FC236}">
                    <a16:creationId xmlns:a16="http://schemas.microsoft.com/office/drawing/2014/main" id="{25FC0924-D058-355B-DF93-5A5AC38C3F17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02" name="Group 701">
                <a:extLst>
                  <a:ext uri="{FF2B5EF4-FFF2-40B4-BE49-F238E27FC236}">
                    <a16:creationId xmlns:a16="http://schemas.microsoft.com/office/drawing/2014/main" id="{59B3D94E-4262-1965-FBDC-25288713D2A9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4" name="楕円 300">
                  <a:extLst>
                    <a:ext uri="{FF2B5EF4-FFF2-40B4-BE49-F238E27FC236}">
                      <a16:creationId xmlns:a16="http://schemas.microsoft.com/office/drawing/2014/main" id="{C14381CD-B34D-3575-9A85-F822CB33AF3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5" name="楕円 301">
                  <a:extLst>
                    <a:ext uri="{FF2B5EF4-FFF2-40B4-BE49-F238E27FC236}">
                      <a16:creationId xmlns:a16="http://schemas.microsoft.com/office/drawing/2014/main" id="{A9AFA7E7-BE22-357B-B54F-8B35D210134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03" name="Group 702">
                <a:extLst>
                  <a:ext uri="{FF2B5EF4-FFF2-40B4-BE49-F238E27FC236}">
                    <a16:creationId xmlns:a16="http://schemas.microsoft.com/office/drawing/2014/main" id="{34FF995A-B916-1D7D-26F0-7D03FADC30B9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2" name="Rectangle 771">
                  <a:extLst>
                    <a:ext uri="{FF2B5EF4-FFF2-40B4-BE49-F238E27FC236}">
                      <a16:creationId xmlns:a16="http://schemas.microsoft.com/office/drawing/2014/main" id="{24F54217-5DBF-68BF-D3C6-28CC2EF20007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3" name="フローチャート: 和接合 16">
                  <a:extLst>
                    <a:ext uri="{FF2B5EF4-FFF2-40B4-BE49-F238E27FC236}">
                      <a16:creationId xmlns:a16="http://schemas.microsoft.com/office/drawing/2014/main" id="{5838A848-428C-96CD-1D05-68668AD41EE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68" name="Rectangle 767">
                <a:extLst>
                  <a:ext uri="{FF2B5EF4-FFF2-40B4-BE49-F238E27FC236}">
                    <a16:creationId xmlns:a16="http://schemas.microsoft.com/office/drawing/2014/main" id="{DC47F8C5-EFAA-F7B7-6E38-8CA0C63EB14A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69" name="Group 768">
                <a:extLst>
                  <a:ext uri="{FF2B5EF4-FFF2-40B4-BE49-F238E27FC236}">
                    <a16:creationId xmlns:a16="http://schemas.microsoft.com/office/drawing/2014/main" id="{7BE51780-108A-CFF3-2B24-7D2316265747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770" name="楕円 300">
                  <a:extLst>
                    <a:ext uri="{FF2B5EF4-FFF2-40B4-BE49-F238E27FC236}">
                      <a16:creationId xmlns:a16="http://schemas.microsoft.com/office/drawing/2014/main" id="{2A67C0CD-D705-B739-63E1-71EB262705D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1" name="楕円 301">
                  <a:extLst>
                    <a:ext uri="{FF2B5EF4-FFF2-40B4-BE49-F238E27FC236}">
                      <a16:creationId xmlns:a16="http://schemas.microsoft.com/office/drawing/2014/main" id="{20EFA2B2-7487-1C7D-8E6E-421CBFB675A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59" name="Group 658">
              <a:extLst>
                <a:ext uri="{FF2B5EF4-FFF2-40B4-BE49-F238E27FC236}">
                  <a16:creationId xmlns:a16="http://schemas.microsoft.com/office/drawing/2014/main" id="{27E1C607-5C26-8654-9AC8-8E977A0F1C47}"/>
                </a:ext>
              </a:extLst>
            </p:cNvPr>
            <p:cNvGrpSpPr/>
            <p:nvPr/>
          </p:nvGrpSpPr>
          <p:grpSpPr>
            <a:xfrm>
              <a:off x="5480428" y="5239449"/>
              <a:ext cx="1142274" cy="1150592"/>
              <a:chOff x="6978166" y="2617955"/>
              <a:chExt cx="1320364" cy="1319180"/>
            </a:xfrm>
          </p:grpSpPr>
          <p:sp>
            <p:nvSpPr>
              <p:cNvPr id="660" name="Rectangle 659">
                <a:extLst>
                  <a:ext uri="{FF2B5EF4-FFF2-40B4-BE49-F238E27FC236}">
                    <a16:creationId xmlns:a16="http://schemas.microsoft.com/office/drawing/2014/main" id="{337D52C5-BBBC-5E86-BE2A-B85033ECCEFA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1" name="Rectangle 660">
                <a:extLst>
                  <a:ext uri="{FF2B5EF4-FFF2-40B4-BE49-F238E27FC236}">
                    <a16:creationId xmlns:a16="http://schemas.microsoft.com/office/drawing/2014/main" id="{C1FCB044-0BEB-96D2-F436-DC33BA34053F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253DAD46-6CBB-115E-67C9-07D5ECB1E148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63" name="Group 662">
                <a:extLst>
                  <a:ext uri="{FF2B5EF4-FFF2-40B4-BE49-F238E27FC236}">
                    <a16:creationId xmlns:a16="http://schemas.microsoft.com/office/drawing/2014/main" id="{387261DF-F5BD-78AE-BE1A-D5379CF24F33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89" name="Rectangle 688">
                  <a:extLst>
                    <a:ext uri="{FF2B5EF4-FFF2-40B4-BE49-F238E27FC236}">
                      <a16:creationId xmlns:a16="http://schemas.microsoft.com/office/drawing/2014/main" id="{1432B8F9-9898-0321-FB95-7EFFF8FAA6AA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0" name="フローチャート: 和接合 16">
                  <a:extLst>
                    <a:ext uri="{FF2B5EF4-FFF2-40B4-BE49-F238E27FC236}">
                      <a16:creationId xmlns:a16="http://schemas.microsoft.com/office/drawing/2014/main" id="{C5C75315-326F-3252-EF71-C78FBC4B9DE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AB521B3B-7E08-6F3C-3CB8-111D0D3CF569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65" name="Group 664">
                <a:extLst>
                  <a:ext uri="{FF2B5EF4-FFF2-40B4-BE49-F238E27FC236}">
                    <a16:creationId xmlns:a16="http://schemas.microsoft.com/office/drawing/2014/main" id="{DC1D1147-6AA3-40EC-776F-944321F44F7A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87" name="楕円 300">
                  <a:extLst>
                    <a:ext uri="{FF2B5EF4-FFF2-40B4-BE49-F238E27FC236}">
                      <a16:creationId xmlns:a16="http://schemas.microsoft.com/office/drawing/2014/main" id="{C600A333-1A23-8E22-B698-8980720F79F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8" name="楕円 301">
                  <a:extLst>
                    <a:ext uri="{FF2B5EF4-FFF2-40B4-BE49-F238E27FC236}">
                      <a16:creationId xmlns:a16="http://schemas.microsoft.com/office/drawing/2014/main" id="{1712594A-1849-E2AC-5A03-12E3854ED66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66" name="Group 665">
                <a:extLst>
                  <a:ext uri="{FF2B5EF4-FFF2-40B4-BE49-F238E27FC236}">
                    <a16:creationId xmlns:a16="http://schemas.microsoft.com/office/drawing/2014/main" id="{B5102BB9-61B5-E378-623E-1EC7C0421F73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85" name="Rectangle 684">
                  <a:extLst>
                    <a:ext uri="{FF2B5EF4-FFF2-40B4-BE49-F238E27FC236}">
                      <a16:creationId xmlns:a16="http://schemas.microsoft.com/office/drawing/2014/main" id="{139FB8FE-4B36-6CB5-E216-A09FB8BD857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6" name="フローチャート: 和接合 16">
                  <a:extLst>
                    <a:ext uri="{FF2B5EF4-FFF2-40B4-BE49-F238E27FC236}">
                      <a16:creationId xmlns:a16="http://schemas.microsoft.com/office/drawing/2014/main" id="{649E18B0-FA20-43BE-C080-F6059FE2DD9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5957E2E0-D8AB-6013-9C00-BB83F803BB0D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68" name="Group 667">
                <a:extLst>
                  <a:ext uri="{FF2B5EF4-FFF2-40B4-BE49-F238E27FC236}">
                    <a16:creationId xmlns:a16="http://schemas.microsoft.com/office/drawing/2014/main" id="{7D60DEB8-19CA-467B-C3BF-FA8039B73114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83" name="楕円 300">
                  <a:extLst>
                    <a:ext uri="{FF2B5EF4-FFF2-40B4-BE49-F238E27FC236}">
                      <a16:creationId xmlns:a16="http://schemas.microsoft.com/office/drawing/2014/main" id="{D97612A5-274E-17C5-C849-58C7A37CC52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楕円 301">
                  <a:extLst>
                    <a:ext uri="{FF2B5EF4-FFF2-40B4-BE49-F238E27FC236}">
                      <a16:creationId xmlns:a16="http://schemas.microsoft.com/office/drawing/2014/main" id="{A05ADADA-0332-600F-6CC4-2DCCF35B4E0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69" name="Group 668">
                <a:extLst>
                  <a:ext uri="{FF2B5EF4-FFF2-40B4-BE49-F238E27FC236}">
                    <a16:creationId xmlns:a16="http://schemas.microsoft.com/office/drawing/2014/main" id="{53AF37F4-F135-CDE7-3843-9D5DA68D9670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81" name="Rectangle 680">
                  <a:extLst>
                    <a:ext uri="{FF2B5EF4-FFF2-40B4-BE49-F238E27FC236}">
                      <a16:creationId xmlns:a16="http://schemas.microsoft.com/office/drawing/2014/main" id="{6F6FF3BC-4FDA-A863-2BC5-13611E677EA0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2" name="フローチャート: 和接合 16">
                  <a:extLst>
                    <a:ext uri="{FF2B5EF4-FFF2-40B4-BE49-F238E27FC236}">
                      <a16:creationId xmlns:a16="http://schemas.microsoft.com/office/drawing/2014/main" id="{83B3BD1C-AB8F-4E8C-601F-3427EC07EC7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87098042-6283-A8BC-BB30-D68E0B21C5AC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71" name="Group 670">
                <a:extLst>
                  <a:ext uri="{FF2B5EF4-FFF2-40B4-BE49-F238E27FC236}">
                    <a16:creationId xmlns:a16="http://schemas.microsoft.com/office/drawing/2014/main" id="{50B09E26-51E1-04A0-EFFE-50C914E1DE0A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79" name="楕円 300">
                  <a:extLst>
                    <a:ext uri="{FF2B5EF4-FFF2-40B4-BE49-F238E27FC236}">
                      <a16:creationId xmlns:a16="http://schemas.microsoft.com/office/drawing/2014/main" id="{5AF2D1AD-5235-DCE2-0C89-65FD7E67940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0" name="楕円 301">
                  <a:extLst>
                    <a:ext uri="{FF2B5EF4-FFF2-40B4-BE49-F238E27FC236}">
                      <a16:creationId xmlns:a16="http://schemas.microsoft.com/office/drawing/2014/main" id="{7F24B92E-EA94-6F8B-BCA9-EBBBD51805D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72" name="Group 671">
                <a:extLst>
                  <a:ext uri="{FF2B5EF4-FFF2-40B4-BE49-F238E27FC236}">
                    <a16:creationId xmlns:a16="http://schemas.microsoft.com/office/drawing/2014/main" id="{AAB2DF8F-31BE-3C59-4552-FA82D1F97724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77" name="Rectangle 676">
                  <a:extLst>
                    <a:ext uri="{FF2B5EF4-FFF2-40B4-BE49-F238E27FC236}">
                      <a16:creationId xmlns:a16="http://schemas.microsoft.com/office/drawing/2014/main" id="{A64CA1EF-8549-8BD1-FCB0-3A9DF59A20C9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8" name="フローチャート: 和接合 16">
                  <a:extLst>
                    <a:ext uri="{FF2B5EF4-FFF2-40B4-BE49-F238E27FC236}">
                      <a16:creationId xmlns:a16="http://schemas.microsoft.com/office/drawing/2014/main" id="{6D416162-81CA-3674-67DD-E2D8971F6D1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8B944CD9-BF97-BE2B-084A-7C6EEAE6BEED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74" name="Group 673">
                <a:extLst>
                  <a:ext uri="{FF2B5EF4-FFF2-40B4-BE49-F238E27FC236}">
                    <a16:creationId xmlns:a16="http://schemas.microsoft.com/office/drawing/2014/main" id="{A073DF7C-2B90-A376-97AC-94AAC0ED5358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675" name="楕円 300">
                  <a:extLst>
                    <a:ext uri="{FF2B5EF4-FFF2-40B4-BE49-F238E27FC236}">
                      <a16:creationId xmlns:a16="http://schemas.microsoft.com/office/drawing/2014/main" id="{AB57C6BD-7893-0890-CCAA-1B43506AF28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6" name="楕円 301">
                  <a:extLst>
                    <a:ext uri="{FF2B5EF4-FFF2-40B4-BE49-F238E27FC236}">
                      <a16:creationId xmlns:a16="http://schemas.microsoft.com/office/drawing/2014/main" id="{A43C2976-4F14-992F-C7FD-44EA4C7928F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pic>
        <p:nvPicPr>
          <p:cNvPr id="796" name="Graphic 795">
            <a:extLst>
              <a:ext uri="{FF2B5EF4-FFF2-40B4-BE49-F238E27FC236}">
                <a16:creationId xmlns:a16="http://schemas.microsoft.com/office/drawing/2014/main" id="{C3F2173D-4B0B-3135-A915-C1D3AAA51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28200" y="3900233"/>
            <a:ext cx="5677200" cy="3385417"/>
          </a:xfrm>
          <a:prstGeom prst="rect">
            <a:avLst/>
          </a:prstGeom>
        </p:spPr>
      </p:pic>
      <p:grpSp>
        <p:nvGrpSpPr>
          <p:cNvPr id="913" name="Group 912">
            <a:extLst>
              <a:ext uri="{FF2B5EF4-FFF2-40B4-BE49-F238E27FC236}">
                <a16:creationId xmlns:a16="http://schemas.microsoft.com/office/drawing/2014/main" id="{1209E21B-9AD9-9F5A-D49C-CCE85338FCA5}"/>
              </a:ext>
            </a:extLst>
          </p:cNvPr>
          <p:cNvGrpSpPr/>
          <p:nvPr/>
        </p:nvGrpSpPr>
        <p:grpSpPr>
          <a:xfrm>
            <a:off x="4307195" y="5756027"/>
            <a:ext cx="2818256" cy="1008713"/>
            <a:chOff x="4257840" y="4866885"/>
            <a:chExt cx="2818256" cy="1008713"/>
          </a:xfrm>
        </p:grpSpPr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42A50310-8600-26CF-3782-4D60FCEFF8FF}"/>
                </a:ext>
              </a:extLst>
            </p:cNvPr>
            <p:cNvSpPr/>
            <p:nvPr/>
          </p:nvSpPr>
          <p:spPr>
            <a:xfrm>
              <a:off x="4257842" y="5535856"/>
              <a:ext cx="2818254" cy="33974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3FE5DA44-1E87-CEA5-E6E2-464D7EC70691}"/>
                </a:ext>
              </a:extLst>
            </p:cNvPr>
            <p:cNvSpPr/>
            <p:nvPr/>
          </p:nvSpPr>
          <p:spPr>
            <a:xfrm rot="10800000">
              <a:off x="5253937" y="4869500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7E0D3BCE-A7A1-FF87-9CA5-E5E4A12933C4}"/>
                </a:ext>
              </a:extLst>
            </p:cNvPr>
            <p:cNvSpPr/>
            <p:nvPr/>
          </p:nvSpPr>
          <p:spPr>
            <a:xfrm rot="10800000">
              <a:off x="4755889" y="4866885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B4B46D1C-5324-8127-34FC-0F87669E585E}"/>
                </a:ext>
              </a:extLst>
            </p:cNvPr>
            <p:cNvSpPr/>
            <p:nvPr/>
          </p:nvSpPr>
          <p:spPr>
            <a:xfrm rot="10800000">
              <a:off x="4257842" y="4868689"/>
              <a:ext cx="328014" cy="56529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3B5A7107-CD32-7231-465D-AB1BA59254A9}"/>
                </a:ext>
              </a:extLst>
            </p:cNvPr>
            <p:cNvSpPr/>
            <p:nvPr/>
          </p:nvSpPr>
          <p:spPr>
            <a:xfrm rot="5400000">
              <a:off x="5614600" y="4075445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0CBA5D3A-E389-6F56-8D6E-2530041156E4}"/>
                </a:ext>
              </a:extLst>
            </p:cNvPr>
            <p:cNvSpPr/>
            <p:nvPr/>
          </p:nvSpPr>
          <p:spPr>
            <a:xfrm rot="10800000">
              <a:off x="6748080" y="4869500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4C47244F-BDC4-31C6-1B0E-D39A28399BA9}"/>
                </a:ext>
              </a:extLst>
            </p:cNvPr>
            <p:cNvSpPr/>
            <p:nvPr/>
          </p:nvSpPr>
          <p:spPr>
            <a:xfrm rot="10800000">
              <a:off x="6250033" y="4869501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BEB50FE9-0C57-3BB1-D5F7-63CFD5038C0A}"/>
                </a:ext>
              </a:extLst>
            </p:cNvPr>
            <p:cNvSpPr/>
            <p:nvPr/>
          </p:nvSpPr>
          <p:spPr>
            <a:xfrm rot="10800000">
              <a:off x="5740403" y="4867861"/>
              <a:ext cx="328014" cy="56529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2EC528D9-4968-3E50-7045-DCCAB4B401F6}"/>
                </a:ext>
              </a:extLst>
            </p:cNvPr>
            <p:cNvCxnSpPr>
              <a:cxnSpLocks/>
            </p:cNvCxnSpPr>
            <p:nvPr/>
          </p:nvCxnSpPr>
          <p:spPr>
            <a:xfrm>
              <a:off x="4435683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4FFEE2AE-C7D6-E286-81DA-0DBEAB2FC2D3}"/>
                </a:ext>
              </a:extLst>
            </p:cNvPr>
            <p:cNvCxnSpPr>
              <a:cxnSpLocks/>
            </p:cNvCxnSpPr>
            <p:nvPr/>
          </p:nvCxnSpPr>
          <p:spPr>
            <a:xfrm>
              <a:off x="4929897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F3AA9458-6C41-184B-C3B3-A19A695F711D}"/>
                </a:ext>
              </a:extLst>
            </p:cNvPr>
            <p:cNvCxnSpPr>
              <a:cxnSpLocks/>
            </p:cNvCxnSpPr>
            <p:nvPr/>
          </p:nvCxnSpPr>
          <p:spPr>
            <a:xfrm>
              <a:off x="5424112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D18BAAAB-9B4D-70EA-A2F6-34C9B6832671}"/>
                </a:ext>
              </a:extLst>
            </p:cNvPr>
            <p:cNvCxnSpPr>
              <a:cxnSpLocks/>
            </p:cNvCxnSpPr>
            <p:nvPr/>
          </p:nvCxnSpPr>
          <p:spPr>
            <a:xfrm>
              <a:off x="5918326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5840F77E-7B76-B17C-A63D-75EB4878C1E5}"/>
                </a:ext>
              </a:extLst>
            </p:cNvPr>
            <p:cNvCxnSpPr>
              <a:cxnSpLocks/>
            </p:cNvCxnSpPr>
            <p:nvPr/>
          </p:nvCxnSpPr>
          <p:spPr>
            <a:xfrm>
              <a:off x="6412541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01FF3687-CD01-D992-94E9-FE56446081D9}"/>
                </a:ext>
              </a:extLst>
            </p:cNvPr>
            <p:cNvCxnSpPr>
              <a:cxnSpLocks/>
            </p:cNvCxnSpPr>
            <p:nvPr/>
          </p:nvCxnSpPr>
          <p:spPr>
            <a:xfrm>
              <a:off x="6906754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0" name="Picture 379">
              <a:extLst>
                <a:ext uri="{FF2B5EF4-FFF2-40B4-BE49-F238E27FC236}">
                  <a16:creationId xmlns:a16="http://schemas.microsoft.com/office/drawing/2014/main" id="{C99D2862-9091-D982-E5A1-7AE69057A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7425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1" name="Picture 380">
              <a:extLst>
                <a:ext uri="{FF2B5EF4-FFF2-40B4-BE49-F238E27FC236}">
                  <a16:creationId xmlns:a16="http://schemas.microsoft.com/office/drawing/2014/main" id="{B2E319E0-4E58-8137-D5B6-2D1B695E2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55541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2" name="Picture 381">
              <a:extLst>
                <a:ext uri="{FF2B5EF4-FFF2-40B4-BE49-F238E27FC236}">
                  <a16:creationId xmlns:a16="http://schemas.microsoft.com/office/drawing/2014/main" id="{487E5903-FF96-C64E-6D80-F483A7448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760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3" name="Picture 382">
              <a:extLst>
                <a:ext uri="{FF2B5EF4-FFF2-40B4-BE49-F238E27FC236}">
                  <a16:creationId xmlns:a16="http://schemas.microsoft.com/office/drawing/2014/main" id="{EB9B3EFB-49ED-2AA8-D27B-D301A4D91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790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4" name="Picture 383">
              <a:extLst>
                <a:ext uri="{FF2B5EF4-FFF2-40B4-BE49-F238E27FC236}">
                  <a16:creationId xmlns:a16="http://schemas.microsoft.com/office/drawing/2014/main" id="{78C3EED2-E770-3CA2-9E09-D9B334A13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854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5" name="Picture 384">
              <a:extLst>
                <a:ext uri="{FF2B5EF4-FFF2-40B4-BE49-F238E27FC236}">
                  <a16:creationId xmlns:a16="http://schemas.microsoft.com/office/drawing/2014/main" id="{473BA59A-4E79-BFD1-B12D-B385B767A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884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</p:grp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BE20858-CDDA-E86F-73D9-0F0A3B3DCCA8}"/>
              </a:ext>
            </a:extLst>
          </p:cNvPr>
          <p:cNvCxnSpPr>
            <a:cxnSpLocks/>
          </p:cNvCxnSpPr>
          <p:nvPr/>
        </p:nvCxnSpPr>
        <p:spPr>
          <a:xfrm>
            <a:off x="4061460" y="1685850"/>
            <a:ext cx="0" cy="1205511"/>
          </a:xfrm>
          <a:prstGeom prst="straightConnector1">
            <a:avLst/>
          </a:prstGeom>
          <a:ln w="38100">
            <a:solidFill>
              <a:srgbClr val="1F4E7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E9A3C0CC-9C49-577B-8A1A-CD958C885D98}"/>
              </a:ext>
            </a:extLst>
          </p:cNvPr>
          <p:cNvCxnSpPr>
            <a:cxnSpLocks/>
          </p:cNvCxnSpPr>
          <p:nvPr/>
        </p:nvCxnSpPr>
        <p:spPr>
          <a:xfrm>
            <a:off x="3989246" y="5763190"/>
            <a:ext cx="0" cy="1001795"/>
          </a:xfrm>
          <a:prstGeom prst="straightConnector1">
            <a:avLst/>
          </a:prstGeom>
          <a:ln w="38100">
            <a:solidFill>
              <a:srgbClr val="1F4E7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4" name="Group 913">
            <a:extLst>
              <a:ext uri="{FF2B5EF4-FFF2-40B4-BE49-F238E27FC236}">
                <a16:creationId xmlns:a16="http://schemas.microsoft.com/office/drawing/2014/main" id="{568B1A84-C31B-26AF-339C-9691204551D3}"/>
              </a:ext>
            </a:extLst>
          </p:cNvPr>
          <p:cNvGrpSpPr/>
          <p:nvPr/>
        </p:nvGrpSpPr>
        <p:grpSpPr>
          <a:xfrm>
            <a:off x="4304402" y="1365316"/>
            <a:ext cx="2821049" cy="1584047"/>
            <a:chOff x="4304402" y="1365316"/>
            <a:chExt cx="2821049" cy="158404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773E6490-4129-DEA8-7447-967F8E03D4B6}"/>
                </a:ext>
              </a:extLst>
            </p:cNvPr>
            <p:cNvSpPr/>
            <p:nvPr/>
          </p:nvSpPr>
          <p:spPr>
            <a:xfrm>
              <a:off x="4307196" y="2609621"/>
              <a:ext cx="2818254" cy="33974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A045361D-1A58-9A9E-3384-2EFD745B0E3C}"/>
                </a:ext>
              </a:extLst>
            </p:cNvPr>
            <p:cNvSpPr/>
            <p:nvPr/>
          </p:nvSpPr>
          <p:spPr>
            <a:xfrm rot="5400000">
              <a:off x="5552314" y="936934"/>
              <a:ext cx="328015" cy="281825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E7C180D4-8892-AB52-2D19-62DF9498A115}"/>
                </a:ext>
              </a:extLst>
            </p:cNvPr>
            <p:cNvSpPr/>
            <p:nvPr/>
          </p:nvSpPr>
          <p:spPr>
            <a:xfrm rot="5400000">
              <a:off x="5663954" y="1149210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E8DB0CA8-1F67-0005-EE96-5B5414EB8B49}"/>
                </a:ext>
              </a:extLst>
            </p:cNvPr>
            <p:cNvSpPr/>
            <p:nvPr/>
          </p:nvSpPr>
          <p:spPr>
            <a:xfrm rot="5400000">
              <a:off x="5552315" y="529233"/>
              <a:ext cx="328015" cy="2818257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F4B5A242-2316-E239-77E9-336887875E31}"/>
                </a:ext>
              </a:extLst>
            </p:cNvPr>
            <p:cNvSpPr/>
            <p:nvPr/>
          </p:nvSpPr>
          <p:spPr>
            <a:xfrm rot="5400000">
              <a:off x="5549523" y="120195"/>
              <a:ext cx="328015" cy="281825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pic>
          <p:nvPicPr>
            <p:cNvPr id="378" name="Picture 377">
              <a:extLst>
                <a:ext uri="{FF2B5EF4-FFF2-40B4-BE49-F238E27FC236}">
                  <a16:creationId xmlns:a16="http://schemas.microsoft.com/office/drawing/2014/main" id="{50E14EEF-BF68-F8B8-C15A-BC01758C0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1943522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pic>
          <p:nvPicPr>
            <p:cNvPr id="379" name="Picture 378">
              <a:extLst>
                <a:ext uri="{FF2B5EF4-FFF2-40B4-BE49-F238E27FC236}">
                  <a16:creationId xmlns:a16="http://schemas.microsoft.com/office/drawing/2014/main" id="{3FA54D1B-D671-26A0-93CC-3222AF38C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8637" y="151090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0E64ACA0-586C-FD18-4CD5-47C9F41A9C2E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1624565"/>
              <a:ext cx="0" cy="533036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CB76A67A-0AB1-969C-826C-E26AB11F9A98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2196275"/>
              <a:ext cx="0" cy="530994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90" name="Picture 389">
              <a:extLst>
                <a:ext uri="{FF2B5EF4-FFF2-40B4-BE49-F238E27FC236}">
                  <a16:creationId xmlns:a16="http://schemas.microsoft.com/office/drawing/2014/main" id="{F9DD43BF-1F33-B17F-746B-4758FFF44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237613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</p:grpSp>
      <p:sp>
        <p:nvSpPr>
          <p:cNvPr id="391" name="テキスト プレースホルダー 2">
            <a:extLst>
              <a:ext uri="{FF2B5EF4-FFF2-40B4-BE49-F238E27FC236}">
                <a16:creationId xmlns:a16="http://schemas.microsoft.com/office/drawing/2014/main" id="{7D8AC469-A2DD-1D1A-971D-1287DA0E6212}"/>
              </a:ext>
            </a:extLst>
          </p:cNvPr>
          <p:cNvSpPr txBox="1">
            <a:spLocks/>
          </p:cNvSpPr>
          <p:nvPr/>
        </p:nvSpPr>
        <p:spPr>
          <a:xfrm rot="5400000">
            <a:off x="3089705" y="1974444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High </a:t>
            </a:r>
            <a:r>
              <a:rPr kumimoji="1" lang="en-US" altLang="ja-JP" sz="16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600" b="1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6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2" name="テキスト プレースホルダー 2">
            <a:extLst>
              <a:ext uri="{FF2B5EF4-FFF2-40B4-BE49-F238E27FC236}">
                <a16:creationId xmlns:a16="http://schemas.microsoft.com/office/drawing/2014/main" id="{C79668A4-5ED2-278C-46C7-415353EDAB06}"/>
              </a:ext>
            </a:extLst>
          </p:cNvPr>
          <p:cNvSpPr txBox="1">
            <a:spLocks/>
          </p:cNvSpPr>
          <p:nvPr/>
        </p:nvSpPr>
        <p:spPr>
          <a:xfrm rot="5400000">
            <a:off x="3040351" y="6122737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Low </a:t>
            </a:r>
            <a:r>
              <a:rPr kumimoji="1" lang="en-US" altLang="ja-JP" sz="16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600" b="1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6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A83198C2-D3E2-1574-157C-24B7B2A00571}"/>
              </a:ext>
            </a:extLst>
          </p:cNvPr>
          <p:cNvSpPr txBox="1"/>
          <p:nvPr/>
        </p:nvSpPr>
        <p:spPr>
          <a:xfrm>
            <a:off x="0" y="557517"/>
            <a:ext cx="3570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Edgewise-wound Transformer</a:t>
            </a: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B7938B26-CF29-5535-8C54-82F80CB5B5BB}"/>
              </a:ext>
            </a:extLst>
          </p:cNvPr>
          <p:cNvSpPr txBox="1"/>
          <p:nvPr/>
        </p:nvSpPr>
        <p:spPr>
          <a:xfrm>
            <a:off x="-37699" y="4466061"/>
            <a:ext cx="3607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Flatwise-wound Transformer (proposed)</a:t>
            </a:r>
          </a:p>
        </p:txBody>
      </p:sp>
      <p:sp>
        <p:nvSpPr>
          <p:cNvPr id="396" name="テキスト プレースホルダー 2">
            <a:extLst>
              <a:ext uri="{FF2B5EF4-FFF2-40B4-BE49-F238E27FC236}">
                <a16:creationId xmlns:a16="http://schemas.microsoft.com/office/drawing/2014/main" id="{A8B303FE-2418-5086-6DAD-B9D96464BC57}"/>
              </a:ext>
            </a:extLst>
          </p:cNvPr>
          <p:cNvSpPr txBox="1">
            <a:spLocks/>
          </p:cNvSpPr>
          <p:nvPr/>
        </p:nvSpPr>
        <p:spPr>
          <a:xfrm>
            <a:off x="3351671" y="1413865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inside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7" name="テキスト プレースホルダー 2">
            <a:extLst>
              <a:ext uri="{FF2B5EF4-FFF2-40B4-BE49-F238E27FC236}">
                <a16:creationId xmlns:a16="http://schemas.microsoft.com/office/drawing/2014/main" id="{AB0E9AAB-39DA-89ED-C999-82864FBBBAB0}"/>
              </a:ext>
            </a:extLst>
          </p:cNvPr>
          <p:cNvSpPr txBox="1">
            <a:spLocks/>
          </p:cNvSpPr>
          <p:nvPr/>
        </p:nvSpPr>
        <p:spPr>
          <a:xfrm>
            <a:off x="3323021" y="2943809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ambient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8" name="テキスト プレースホルダー 2">
            <a:extLst>
              <a:ext uri="{FF2B5EF4-FFF2-40B4-BE49-F238E27FC236}">
                <a16:creationId xmlns:a16="http://schemas.microsoft.com/office/drawing/2014/main" id="{DA7CC7F5-77F9-F2DA-B841-6C1993C6A7C5}"/>
              </a:ext>
            </a:extLst>
          </p:cNvPr>
          <p:cNvSpPr txBox="1">
            <a:spLocks/>
          </p:cNvSpPr>
          <p:nvPr/>
        </p:nvSpPr>
        <p:spPr>
          <a:xfrm>
            <a:off x="3285269" y="5494602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inside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9" name="テキスト プレースホルダー 2">
            <a:extLst>
              <a:ext uri="{FF2B5EF4-FFF2-40B4-BE49-F238E27FC236}">
                <a16:creationId xmlns:a16="http://schemas.microsoft.com/office/drawing/2014/main" id="{80879E59-E5F0-502F-F7EA-59D9EF3C1D42}"/>
              </a:ext>
            </a:extLst>
          </p:cNvPr>
          <p:cNvSpPr txBox="1">
            <a:spLocks/>
          </p:cNvSpPr>
          <p:nvPr/>
        </p:nvSpPr>
        <p:spPr>
          <a:xfrm>
            <a:off x="3256619" y="6773489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ambient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406" name="Picture 405">
            <a:extLst>
              <a:ext uri="{FF2B5EF4-FFF2-40B4-BE49-F238E27FC236}">
                <a16:creationId xmlns:a16="http://schemas.microsoft.com/office/drawing/2014/main" id="{A925A1DD-2D2B-37F3-4962-B987116C9B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3959" t="-15406" r="13959" b="15406"/>
          <a:stretch/>
        </p:blipFill>
        <p:spPr>
          <a:xfrm rot="14400000">
            <a:off x="2864003" y="912211"/>
            <a:ext cx="683609" cy="686543"/>
          </a:xfrm>
          <a:prstGeom prst="ellipse">
            <a:avLst/>
          </a:prstGeom>
          <a:ln w="50800" cap="rnd">
            <a:solidFill>
              <a:srgbClr val="C8C6BD"/>
            </a:solidFill>
            <a:prstDash val="solid"/>
          </a:ln>
          <a:effectLst/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</p:spPr>
      </p:pic>
      <p:pic>
        <p:nvPicPr>
          <p:cNvPr id="408" name="Picture 407">
            <a:extLst>
              <a:ext uri="{FF2B5EF4-FFF2-40B4-BE49-F238E27FC236}">
                <a16:creationId xmlns:a16="http://schemas.microsoft.com/office/drawing/2014/main" id="{DCD21A45-B8A2-B6DD-737B-E82A9F178E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1448" t="-10593" r="26764" b="25909"/>
          <a:stretch/>
        </p:blipFill>
        <p:spPr>
          <a:xfrm rot="14400000">
            <a:off x="2852396" y="4845724"/>
            <a:ext cx="633267" cy="630672"/>
          </a:xfrm>
          <a:prstGeom prst="ellipse">
            <a:avLst/>
          </a:prstGeom>
          <a:ln w="50800" cap="rnd">
            <a:solidFill>
              <a:srgbClr val="C8C6BD"/>
            </a:solidFill>
            <a:prstDash val="solid"/>
          </a:ln>
          <a:effectLst/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CE5F4B-BC09-9AA3-B924-8C19C1A0874C}"/>
              </a:ext>
            </a:extLst>
          </p:cNvPr>
          <p:cNvSpPr/>
          <p:nvPr/>
        </p:nvSpPr>
        <p:spPr>
          <a:xfrm rot="5400000">
            <a:off x="916104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447EA-577D-905E-5BC8-8B9A78820951}"/>
              </a:ext>
            </a:extLst>
          </p:cNvPr>
          <p:cNvSpPr/>
          <p:nvPr/>
        </p:nvSpPr>
        <p:spPr>
          <a:xfrm rot="5400000">
            <a:off x="1454094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904814-8587-6D20-3D5B-199B13DE6C9D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235840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17AF7A-ECEF-4300-CB8F-5B1D2724E030}"/>
              </a:ext>
            </a:extLst>
          </p:cNvPr>
          <p:cNvCxnSpPr/>
          <p:nvPr/>
        </p:nvCxnSpPr>
        <p:spPr>
          <a:xfrm>
            <a:off x="1768370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5AE9BE-12B3-303A-D1E7-DDC0E298F759}"/>
              </a:ext>
            </a:extLst>
          </p:cNvPr>
          <p:cNvCxnSpPr>
            <a:cxnSpLocks/>
          </p:cNvCxnSpPr>
          <p:nvPr/>
        </p:nvCxnSpPr>
        <p:spPr>
          <a:xfrm>
            <a:off x="1235840" y="-1925381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3DCA6D97-3DDB-C92D-F5C9-246763E5938F}"/>
              </a:ext>
            </a:extLst>
          </p:cNvPr>
          <p:cNvCxnSpPr>
            <a:cxnSpLocks/>
          </p:cNvCxnSpPr>
          <p:nvPr/>
        </p:nvCxnSpPr>
        <p:spPr>
          <a:xfrm>
            <a:off x="1502105" y="-192538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1E323C70-5DC0-FE1E-950D-327A8955006E}"/>
              </a:ext>
            </a:extLst>
          </p:cNvPr>
          <p:cNvCxnSpPr>
            <a:cxnSpLocks/>
          </p:cNvCxnSpPr>
          <p:nvPr/>
        </p:nvCxnSpPr>
        <p:spPr>
          <a:xfrm>
            <a:off x="1266942" y="-1596761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2DC11CCB-3361-A564-BBA1-3459D4F50DCE}"/>
              </a:ext>
            </a:extLst>
          </p:cNvPr>
          <p:cNvCxnSpPr>
            <a:cxnSpLocks/>
          </p:cNvCxnSpPr>
          <p:nvPr/>
        </p:nvCxnSpPr>
        <p:spPr>
          <a:xfrm>
            <a:off x="1341621" y="-1460369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D15632B-0F78-4BA2-F138-63547232BD0D}"/>
              </a:ext>
            </a:extLst>
          </p:cNvPr>
          <p:cNvCxnSpPr>
            <a:cxnSpLocks/>
          </p:cNvCxnSpPr>
          <p:nvPr/>
        </p:nvCxnSpPr>
        <p:spPr>
          <a:xfrm>
            <a:off x="1392251" y="-1131749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B3285899-5DC7-C1BD-5045-59565D8E1DD8}"/>
              </a:ext>
            </a:extLst>
          </p:cNvPr>
          <p:cNvCxnSpPr/>
          <p:nvPr/>
        </p:nvCxnSpPr>
        <p:spPr>
          <a:xfrm>
            <a:off x="1502105" y="-146036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D07DABCA-B08A-C8C2-A052-0573AA351853}"/>
              </a:ext>
            </a:extLst>
          </p:cNvPr>
          <p:cNvCxnSpPr>
            <a:cxnSpLocks/>
          </p:cNvCxnSpPr>
          <p:nvPr/>
        </p:nvCxnSpPr>
        <p:spPr>
          <a:xfrm>
            <a:off x="1449972" y="-109424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30723E76-50E4-25E3-FB59-95AB26C7E0BB}"/>
              </a:ext>
            </a:extLst>
          </p:cNvPr>
          <p:cNvCxnSpPr>
            <a:cxnSpLocks/>
          </p:cNvCxnSpPr>
          <p:nvPr/>
        </p:nvCxnSpPr>
        <p:spPr>
          <a:xfrm>
            <a:off x="1474483" y="-105673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762CD4A6-B20A-F222-71D3-0C934B62FDB4}"/>
              </a:ext>
            </a:extLst>
          </p:cNvPr>
          <p:cNvCxnSpPr/>
          <p:nvPr/>
        </p:nvCxnSpPr>
        <p:spPr>
          <a:xfrm>
            <a:off x="1235840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4C04EE14-BD6E-FEE1-41DA-4F65390C4078}"/>
              </a:ext>
            </a:extLst>
          </p:cNvPr>
          <p:cNvCxnSpPr/>
          <p:nvPr/>
        </p:nvCxnSpPr>
        <p:spPr>
          <a:xfrm>
            <a:off x="1768370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8C48624-B6B9-4BEA-6A29-83B3D71FFBD3}"/>
              </a:ext>
            </a:extLst>
          </p:cNvPr>
          <p:cNvCxnSpPr>
            <a:cxnSpLocks/>
          </p:cNvCxnSpPr>
          <p:nvPr/>
        </p:nvCxnSpPr>
        <p:spPr>
          <a:xfrm>
            <a:off x="1235840" y="-3210455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952A5DA1-A9B9-9E28-D7D0-CACC8D85CD10}"/>
              </a:ext>
            </a:extLst>
          </p:cNvPr>
          <p:cNvCxnSpPr>
            <a:cxnSpLocks/>
          </p:cNvCxnSpPr>
          <p:nvPr/>
        </p:nvCxnSpPr>
        <p:spPr>
          <a:xfrm>
            <a:off x="1502105" y="-355071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Rectangle 222">
            <a:extLst>
              <a:ext uri="{FF2B5EF4-FFF2-40B4-BE49-F238E27FC236}">
                <a16:creationId xmlns:a16="http://schemas.microsoft.com/office/drawing/2014/main" id="{BFA2B825-8012-50A9-1142-42D1F9AE9581}"/>
              </a:ext>
            </a:extLst>
          </p:cNvPr>
          <p:cNvSpPr/>
          <p:nvPr/>
        </p:nvSpPr>
        <p:spPr>
          <a:xfrm rot="10800000">
            <a:off x="1768370" y="-3690863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C395E370-EE46-9117-50C3-272665FB18E1}"/>
              </a:ext>
            </a:extLst>
          </p:cNvPr>
          <p:cNvCxnSpPr>
            <a:cxnSpLocks/>
          </p:cNvCxnSpPr>
          <p:nvPr/>
        </p:nvCxnSpPr>
        <p:spPr>
          <a:xfrm>
            <a:off x="1502105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F08F91FB-5EF4-1522-CE77-B727EF5AEFE2}"/>
              </a:ext>
            </a:extLst>
          </p:cNvPr>
          <p:cNvCxnSpPr>
            <a:cxnSpLocks/>
          </p:cNvCxnSpPr>
          <p:nvPr/>
        </p:nvCxnSpPr>
        <p:spPr>
          <a:xfrm>
            <a:off x="2407842" y="-353383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Oval 225">
            <a:extLst>
              <a:ext uri="{FF2B5EF4-FFF2-40B4-BE49-F238E27FC236}">
                <a16:creationId xmlns:a16="http://schemas.microsoft.com/office/drawing/2014/main" id="{914F38FC-D3E2-0879-758E-7AF83ADC151D}"/>
              </a:ext>
            </a:extLst>
          </p:cNvPr>
          <p:cNvSpPr/>
          <p:nvPr/>
        </p:nvSpPr>
        <p:spPr>
          <a:xfrm>
            <a:off x="2650830" y="-3580541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5929ACF8-44F5-F89A-4555-67C25589FC8D}"/>
              </a:ext>
            </a:extLst>
          </p:cNvPr>
          <p:cNvCxnSpPr>
            <a:cxnSpLocks/>
          </p:cNvCxnSpPr>
          <p:nvPr/>
        </p:nvCxnSpPr>
        <p:spPr>
          <a:xfrm>
            <a:off x="2720654" y="-35326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4D639A24-0C61-26F7-B425-B3B2F98E31AC}"/>
              </a:ext>
            </a:extLst>
          </p:cNvPr>
          <p:cNvSpPr/>
          <p:nvPr/>
        </p:nvSpPr>
        <p:spPr>
          <a:xfrm rot="10800000">
            <a:off x="2986919" y="-3707125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43515B9B-4205-5C00-B345-E1A07C864CAB}"/>
              </a:ext>
            </a:extLst>
          </p:cNvPr>
          <p:cNvCxnSpPr>
            <a:cxnSpLocks/>
          </p:cNvCxnSpPr>
          <p:nvPr/>
        </p:nvCxnSpPr>
        <p:spPr>
          <a:xfrm>
            <a:off x="3626391" y="-35431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01BDEB07-04A5-5961-7174-63061EBDDE9B}"/>
              </a:ext>
            </a:extLst>
          </p:cNvPr>
          <p:cNvSpPr/>
          <p:nvPr/>
        </p:nvSpPr>
        <p:spPr>
          <a:xfrm rot="10800000">
            <a:off x="3885731" y="-3699513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9A2B809F-4B6C-B705-911D-F19AE2B7DA24}"/>
              </a:ext>
            </a:extLst>
          </p:cNvPr>
          <p:cNvCxnSpPr>
            <a:cxnSpLocks/>
          </p:cNvCxnSpPr>
          <p:nvPr/>
        </p:nvCxnSpPr>
        <p:spPr>
          <a:xfrm>
            <a:off x="4521266" y="-354310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30CD5FB0-DF71-7A41-A6C7-9492499D6C2A}"/>
              </a:ext>
            </a:extLst>
          </p:cNvPr>
          <p:cNvSpPr/>
          <p:nvPr/>
        </p:nvSpPr>
        <p:spPr>
          <a:xfrm rot="10800000">
            <a:off x="4780606" y="-3699512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996CB011-85F6-B037-E75B-199A522E8BF3}"/>
              </a:ext>
            </a:extLst>
          </p:cNvPr>
          <p:cNvCxnSpPr>
            <a:cxnSpLocks/>
          </p:cNvCxnSpPr>
          <p:nvPr/>
        </p:nvCxnSpPr>
        <p:spPr>
          <a:xfrm>
            <a:off x="5413153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Oval 233">
            <a:extLst>
              <a:ext uri="{FF2B5EF4-FFF2-40B4-BE49-F238E27FC236}">
                <a16:creationId xmlns:a16="http://schemas.microsoft.com/office/drawing/2014/main" id="{C4BEBED4-AE48-3941-30AB-93470A12525A}"/>
              </a:ext>
            </a:extLst>
          </p:cNvPr>
          <p:cNvSpPr/>
          <p:nvPr/>
        </p:nvSpPr>
        <p:spPr>
          <a:xfrm>
            <a:off x="5656141" y="-3580694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2BA2959F-46A5-951F-A048-91AEA8984A6F}"/>
              </a:ext>
            </a:extLst>
          </p:cNvPr>
          <p:cNvCxnSpPr>
            <a:cxnSpLocks/>
          </p:cNvCxnSpPr>
          <p:nvPr/>
        </p:nvCxnSpPr>
        <p:spPr>
          <a:xfrm>
            <a:off x="5725965" y="-353282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Rectangle 235">
            <a:extLst>
              <a:ext uri="{FF2B5EF4-FFF2-40B4-BE49-F238E27FC236}">
                <a16:creationId xmlns:a16="http://schemas.microsoft.com/office/drawing/2014/main" id="{8A3EDF6D-3061-6825-42AE-0D587969E42D}"/>
              </a:ext>
            </a:extLst>
          </p:cNvPr>
          <p:cNvSpPr/>
          <p:nvPr/>
        </p:nvSpPr>
        <p:spPr>
          <a:xfrm rot="10800000">
            <a:off x="5992230" y="-3704428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7374C665-2732-67CF-E153-87901F56C485}"/>
              </a:ext>
            </a:extLst>
          </p:cNvPr>
          <p:cNvCxnSpPr>
            <a:cxnSpLocks/>
          </p:cNvCxnSpPr>
          <p:nvPr/>
        </p:nvCxnSpPr>
        <p:spPr>
          <a:xfrm>
            <a:off x="6631702" y="-353445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857B4533-D6A3-066E-978C-8411B9A6E5B9}"/>
              </a:ext>
            </a:extLst>
          </p:cNvPr>
          <p:cNvSpPr/>
          <p:nvPr/>
        </p:nvSpPr>
        <p:spPr>
          <a:xfrm rot="10800000">
            <a:off x="6891042" y="-3689308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103D4FC3-4E32-5992-3EF1-6EAF0D8CF5DA}"/>
              </a:ext>
            </a:extLst>
          </p:cNvPr>
          <p:cNvCxnSpPr>
            <a:cxnSpLocks/>
          </p:cNvCxnSpPr>
          <p:nvPr/>
        </p:nvCxnSpPr>
        <p:spPr>
          <a:xfrm>
            <a:off x="7530514" y="-353818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テキスト プレースホルダー 2">
            <a:extLst>
              <a:ext uri="{FF2B5EF4-FFF2-40B4-BE49-F238E27FC236}">
                <a16:creationId xmlns:a16="http://schemas.microsoft.com/office/drawing/2014/main" id="{BA509FD5-C3C2-F949-2F18-3A7E106E0238}"/>
              </a:ext>
            </a:extLst>
          </p:cNvPr>
          <p:cNvSpPr txBox="1">
            <a:spLocks/>
          </p:cNvSpPr>
          <p:nvPr/>
        </p:nvSpPr>
        <p:spPr>
          <a:xfrm>
            <a:off x="1877037" y="-1749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1" name="テキスト プレースホルダー 2">
            <a:extLst>
              <a:ext uri="{FF2B5EF4-FFF2-40B4-BE49-F238E27FC236}">
                <a16:creationId xmlns:a16="http://schemas.microsoft.com/office/drawing/2014/main" id="{B60B4BF1-B220-D7A7-A814-FD7FBD2C9AFD}"/>
              </a:ext>
            </a:extLst>
          </p:cNvPr>
          <p:cNvSpPr txBox="1">
            <a:spLocks/>
          </p:cNvSpPr>
          <p:nvPr/>
        </p:nvSpPr>
        <p:spPr>
          <a:xfrm>
            <a:off x="1768368" y="-2325246"/>
            <a:ext cx="121854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2" name="テキスト プレースホルダー 2">
            <a:extLst>
              <a:ext uri="{FF2B5EF4-FFF2-40B4-BE49-F238E27FC236}">
                <a16:creationId xmlns:a16="http://schemas.microsoft.com/office/drawing/2014/main" id="{10A41426-D3F0-80D8-CFD9-3DB90A44D118}"/>
              </a:ext>
            </a:extLst>
          </p:cNvPr>
          <p:cNvSpPr txBox="1">
            <a:spLocks/>
          </p:cNvSpPr>
          <p:nvPr/>
        </p:nvSpPr>
        <p:spPr>
          <a:xfrm>
            <a:off x="392418" y="-2343247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3" name="テキスト プレースホルダー 2">
            <a:extLst>
              <a:ext uri="{FF2B5EF4-FFF2-40B4-BE49-F238E27FC236}">
                <a16:creationId xmlns:a16="http://schemas.microsoft.com/office/drawing/2014/main" id="{C979939A-ED38-7BB5-F0CB-1E811F3E5E84}"/>
              </a:ext>
            </a:extLst>
          </p:cNvPr>
          <p:cNvSpPr txBox="1">
            <a:spLocks/>
          </p:cNvSpPr>
          <p:nvPr/>
        </p:nvSpPr>
        <p:spPr>
          <a:xfrm>
            <a:off x="1617288" y="-422835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4" name="テキスト プレースホルダー 2">
            <a:extLst>
              <a:ext uri="{FF2B5EF4-FFF2-40B4-BE49-F238E27FC236}">
                <a16:creationId xmlns:a16="http://schemas.microsoft.com/office/drawing/2014/main" id="{DB3A9BED-007F-0EB0-DEFE-8BA7B62BB167}"/>
              </a:ext>
            </a:extLst>
          </p:cNvPr>
          <p:cNvSpPr txBox="1">
            <a:spLocks/>
          </p:cNvSpPr>
          <p:nvPr/>
        </p:nvSpPr>
        <p:spPr>
          <a:xfrm>
            <a:off x="2870634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5" name="テキスト プレースホルダー 2">
            <a:extLst>
              <a:ext uri="{FF2B5EF4-FFF2-40B4-BE49-F238E27FC236}">
                <a16:creationId xmlns:a16="http://schemas.microsoft.com/office/drawing/2014/main" id="{F0BD66DF-5F7A-F226-1D85-A02F93A715D7}"/>
              </a:ext>
            </a:extLst>
          </p:cNvPr>
          <p:cNvSpPr txBox="1">
            <a:spLocks/>
          </p:cNvSpPr>
          <p:nvPr/>
        </p:nvSpPr>
        <p:spPr>
          <a:xfrm>
            <a:off x="3778421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246" name="テキスト プレースホルダー 2">
            <a:extLst>
              <a:ext uri="{FF2B5EF4-FFF2-40B4-BE49-F238E27FC236}">
                <a16:creationId xmlns:a16="http://schemas.microsoft.com/office/drawing/2014/main" id="{644E4EBE-12FD-B36A-E1E2-DEE2C69F5420}"/>
              </a:ext>
            </a:extLst>
          </p:cNvPr>
          <p:cNvSpPr txBox="1">
            <a:spLocks/>
          </p:cNvSpPr>
          <p:nvPr/>
        </p:nvSpPr>
        <p:spPr>
          <a:xfrm>
            <a:off x="4702107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247" name="テキスト プレースホルダー 2">
            <a:extLst>
              <a:ext uri="{FF2B5EF4-FFF2-40B4-BE49-F238E27FC236}">
                <a16:creationId xmlns:a16="http://schemas.microsoft.com/office/drawing/2014/main" id="{71F951BB-AACC-F3B6-7F4A-E20AE9EF55E5}"/>
              </a:ext>
            </a:extLst>
          </p:cNvPr>
          <p:cNvSpPr txBox="1">
            <a:spLocks/>
          </p:cNvSpPr>
          <p:nvPr/>
        </p:nvSpPr>
        <p:spPr>
          <a:xfrm>
            <a:off x="5899432" y="-424241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50E28584-8104-1C5B-B9B1-9F066B95DE65}"/>
              </a:ext>
            </a:extLst>
          </p:cNvPr>
          <p:cNvSpPr/>
          <p:nvPr/>
        </p:nvSpPr>
        <p:spPr>
          <a:xfrm>
            <a:off x="2407842" y="-3057213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DDEC8EB8-6C37-8BAD-CB50-A54EF1145D8B}"/>
              </a:ext>
            </a:extLst>
          </p:cNvPr>
          <p:cNvCxnSpPr>
            <a:cxnSpLocks/>
          </p:cNvCxnSpPr>
          <p:nvPr/>
        </p:nvCxnSpPr>
        <p:spPr>
          <a:xfrm flipH="1" flipV="1">
            <a:off x="2692055" y="-2972873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3E3DD8C4-AF0C-9B0A-1026-69532B1481E6}"/>
              </a:ext>
            </a:extLst>
          </p:cNvPr>
          <p:cNvCxnSpPr>
            <a:cxnSpLocks/>
          </p:cNvCxnSpPr>
          <p:nvPr/>
        </p:nvCxnSpPr>
        <p:spPr>
          <a:xfrm>
            <a:off x="2700947" y="-3487595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DCF8F342-02EF-FDFE-7389-3EF5EB0CEC0D}"/>
              </a:ext>
            </a:extLst>
          </p:cNvPr>
          <p:cNvCxnSpPr>
            <a:cxnSpLocks/>
          </p:cNvCxnSpPr>
          <p:nvPr/>
        </p:nvCxnSpPr>
        <p:spPr>
          <a:xfrm>
            <a:off x="2592460" y="-2141143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D799A9CD-50F8-C78D-86F4-7F5326D0BE8D}"/>
              </a:ext>
            </a:extLst>
          </p:cNvPr>
          <p:cNvCxnSpPr/>
          <p:nvPr/>
        </p:nvCxnSpPr>
        <p:spPr>
          <a:xfrm>
            <a:off x="2702314" y="-246976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AF214A83-56F8-7AC2-1BFC-D92A84B63405}"/>
              </a:ext>
            </a:extLst>
          </p:cNvPr>
          <p:cNvCxnSpPr>
            <a:cxnSpLocks/>
          </p:cNvCxnSpPr>
          <p:nvPr/>
        </p:nvCxnSpPr>
        <p:spPr>
          <a:xfrm>
            <a:off x="2650181" y="-2103635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3CA00BDB-D482-2809-A48C-B84326E198B4}"/>
              </a:ext>
            </a:extLst>
          </p:cNvPr>
          <p:cNvCxnSpPr>
            <a:cxnSpLocks/>
          </p:cNvCxnSpPr>
          <p:nvPr/>
        </p:nvCxnSpPr>
        <p:spPr>
          <a:xfrm>
            <a:off x="2674692" y="-206612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Oval 254">
            <a:extLst>
              <a:ext uri="{FF2B5EF4-FFF2-40B4-BE49-F238E27FC236}">
                <a16:creationId xmlns:a16="http://schemas.microsoft.com/office/drawing/2014/main" id="{2500BDAD-75EA-C8B1-4481-8DB65F653404}"/>
              </a:ext>
            </a:extLst>
          </p:cNvPr>
          <p:cNvSpPr/>
          <p:nvPr/>
        </p:nvSpPr>
        <p:spPr>
          <a:xfrm>
            <a:off x="5413153" y="-3057784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7DA48620-E26B-89AE-8CC5-CA21408A9DC5}"/>
              </a:ext>
            </a:extLst>
          </p:cNvPr>
          <p:cNvCxnSpPr>
            <a:cxnSpLocks/>
          </p:cNvCxnSpPr>
          <p:nvPr/>
        </p:nvCxnSpPr>
        <p:spPr>
          <a:xfrm flipH="1" flipV="1">
            <a:off x="5697366" y="-2973444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0A8A3E22-B2D4-D015-8B3D-8567CFCC358B}"/>
              </a:ext>
            </a:extLst>
          </p:cNvPr>
          <p:cNvCxnSpPr>
            <a:cxnSpLocks/>
          </p:cNvCxnSpPr>
          <p:nvPr/>
        </p:nvCxnSpPr>
        <p:spPr>
          <a:xfrm>
            <a:off x="5706258" y="-3488166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BEE5B9CB-0EC2-AB3A-0568-DEF74950969A}"/>
              </a:ext>
            </a:extLst>
          </p:cNvPr>
          <p:cNvCxnSpPr>
            <a:cxnSpLocks/>
          </p:cNvCxnSpPr>
          <p:nvPr/>
        </p:nvCxnSpPr>
        <p:spPr>
          <a:xfrm>
            <a:off x="5587512" y="-214171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AD59C5C6-B494-0363-919F-C4FBB0993B1B}"/>
              </a:ext>
            </a:extLst>
          </p:cNvPr>
          <p:cNvCxnSpPr/>
          <p:nvPr/>
        </p:nvCxnSpPr>
        <p:spPr>
          <a:xfrm>
            <a:off x="5697366" y="-247033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E5FD38A1-5751-0B06-5F6C-CBBB161DC25A}"/>
              </a:ext>
            </a:extLst>
          </p:cNvPr>
          <p:cNvCxnSpPr>
            <a:cxnSpLocks/>
          </p:cNvCxnSpPr>
          <p:nvPr/>
        </p:nvCxnSpPr>
        <p:spPr>
          <a:xfrm>
            <a:off x="5645233" y="-210420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7912321C-D2AC-0772-0A59-B33553D643B2}"/>
              </a:ext>
            </a:extLst>
          </p:cNvPr>
          <p:cNvCxnSpPr>
            <a:cxnSpLocks/>
          </p:cNvCxnSpPr>
          <p:nvPr/>
        </p:nvCxnSpPr>
        <p:spPr>
          <a:xfrm>
            <a:off x="5669744" y="-206669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テキスト プレースホルダー 2">
            <a:extLst>
              <a:ext uri="{FF2B5EF4-FFF2-40B4-BE49-F238E27FC236}">
                <a16:creationId xmlns:a16="http://schemas.microsoft.com/office/drawing/2014/main" id="{A4BD28C2-9027-73C3-441E-EB4C6E883208}"/>
              </a:ext>
            </a:extLst>
          </p:cNvPr>
          <p:cNvSpPr txBox="1">
            <a:spLocks/>
          </p:cNvSpPr>
          <p:nvPr/>
        </p:nvSpPr>
        <p:spPr>
          <a:xfrm>
            <a:off x="6823118" y="-42486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502B758C-8486-AA28-DA34-E770186E863D}"/>
              </a:ext>
            </a:extLst>
          </p:cNvPr>
          <p:cNvSpPr/>
          <p:nvPr/>
        </p:nvSpPr>
        <p:spPr>
          <a:xfrm rot="10800000">
            <a:off x="7820368" y="-3690034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5ACAC18C-0504-6DEF-5CC5-060E74081700}"/>
              </a:ext>
            </a:extLst>
          </p:cNvPr>
          <p:cNvCxnSpPr>
            <a:cxnSpLocks/>
          </p:cNvCxnSpPr>
          <p:nvPr/>
        </p:nvCxnSpPr>
        <p:spPr>
          <a:xfrm>
            <a:off x="8452915" y="-35245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Oval 328">
            <a:extLst>
              <a:ext uri="{FF2B5EF4-FFF2-40B4-BE49-F238E27FC236}">
                <a16:creationId xmlns:a16="http://schemas.microsoft.com/office/drawing/2014/main" id="{663E9A66-8CA6-CFB0-A817-B49120B8CD32}"/>
              </a:ext>
            </a:extLst>
          </p:cNvPr>
          <p:cNvSpPr/>
          <p:nvPr/>
        </p:nvSpPr>
        <p:spPr>
          <a:xfrm>
            <a:off x="8695903" y="-357121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665DBC14-A5B7-E67B-9B28-63358361E9FA}"/>
              </a:ext>
            </a:extLst>
          </p:cNvPr>
          <p:cNvCxnSpPr>
            <a:cxnSpLocks/>
          </p:cNvCxnSpPr>
          <p:nvPr/>
        </p:nvCxnSpPr>
        <p:spPr>
          <a:xfrm>
            <a:off x="8765727" y="-352335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6A6941D-9F86-45F0-B7BA-9EF8F7FE40D3}"/>
              </a:ext>
            </a:extLst>
          </p:cNvPr>
          <p:cNvSpPr/>
          <p:nvPr/>
        </p:nvSpPr>
        <p:spPr>
          <a:xfrm rot="10800000">
            <a:off x="9031992" y="-3694950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E3A7CE6C-38D6-8771-22AD-B2E08C2A4E1D}"/>
              </a:ext>
            </a:extLst>
          </p:cNvPr>
          <p:cNvCxnSpPr>
            <a:cxnSpLocks/>
          </p:cNvCxnSpPr>
          <p:nvPr/>
        </p:nvCxnSpPr>
        <p:spPr>
          <a:xfrm>
            <a:off x="9671464" y="-35249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Rectangle 332">
            <a:extLst>
              <a:ext uri="{FF2B5EF4-FFF2-40B4-BE49-F238E27FC236}">
                <a16:creationId xmlns:a16="http://schemas.microsoft.com/office/drawing/2014/main" id="{EE565C5F-47E6-25CC-7229-DF9FBA2B61AF}"/>
              </a:ext>
            </a:extLst>
          </p:cNvPr>
          <p:cNvSpPr/>
          <p:nvPr/>
        </p:nvSpPr>
        <p:spPr>
          <a:xfrm rot="10800000">
            <a:off x="9930804" y="-367983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AD005473-E4E1-951F-2B46-63597D7285E4}"/>
              </a:ext>
            </a:extLst>
          </p:cNvPr>
          <p:cNvCxnSpPr>
            <a:cxnSpLocks/>
          </p:cNvCxnSpPr>
          <p:nvPr/>
        </p:nvCxnSpPr>
        <p:spPr>
          <a:xfrm>
            <a:off x="10570276" y="-352870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テキスト プレースホルダー 2">
            <a:extLst>
              <a:ext uri="{FF2B5EF4-FFF2-40B4-BE49-F238E27FC236}">
                <a16:creationId xmlns:a16="http://schemas.microsoft.com/office/drawing/2014/main" id="{08BC8865-982D-70CA-68BE-7E8506C92B21}"/>
              </a:ext>
            </a:extLst>
          </p:cNvPr>
          <p:cNvSpPr txBox="1">
            <a:spLocks/>
          </p:cNvSpPr>
          <p:nvPr/>
        </p:nvSpPr>
        <p:spPr>
          <a:xfrm>
            <a:off x="7741869" y="-421398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336" name="テキスト プレースホルダー 2">
            <a:extLst>
              <a:ext uri="{FF2B5EF4-FFF2-40B4-BE49-F238E27FC236}">
                <a16:creationId xmlns:a16="http://schemas.microsoft.com/office/drawing/2014/main" id="{E5C0AEFF-21AC-2440-7CBE-83C887A7732E}"/>
              </a:ext>
            </a:extLst>
          </p:cNvPr>
          <p:cNvSpPr txBox="1">
            <a:spLocks/>
          </p:cNvSpPr>
          <p:nvPr/>
        </p:nvSpPr>
        <p:spPr>
          <a:xfrm>
            <a:off x="8939194" y="-423293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1DDB3E1F-D6B1-1678-EFF0-10CBC727449A}"/>
              </a:ext>
            </a:extLst>
          </p:cNvPr>
          <p:cNvSpPr/>
          <p:nvPr/>
        </p:nvSpPr>
        <p:spPr>
          <a:xfrm>
            <a:off x="8452915" y="-3048306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1714E9E1-A64B-3A0C-D524-F61210385AFA}"/>
              </a:ext>
            </a:extLst>
          </p:cNvPr>
          <p:cNvCxnSpPr>
            <a:cxnSpLocks/>
          </p:cNvCxnSpPr>
          <p:nvPr/>
        </p:nvCxnSpPr>
        <p:spPr>
          <a:xfrm flipH="1" flipV="1">
            <a:off x="8737128" y="-2963966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C02C0257-46F4-BDCD-8E2C-1CD9D29C546C}"/>
              </a:ext>
            </a:extLst>
          </p:cNvPr>
          <p:cNvCxnSpPr>
            <a:cxnSpLocks/>
          </p:cNvCxnSpPr>
          <p:nvPr/>
        </p:nvCxnSpPr>
        <p:spPr>
          <a:xfrm>
            <a:off x="8746020" y="-347868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6E8216F1-790C-D850-FD54-E9D3915DE0D5}"/>
              </a:ext>
            </a:extLst>
          </p:cNvPr>
          <p:cNvCxnSpPr>
            <a:cxnSpLocks/>
          </p:cNvCxnSpPr>
          <p:nvPr/>
        </p:nvCxnSpPr>
        <p:spPr>
          <a:xfrm>
            <a:off x="8627274" y="-213223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2BBC00C9-7588-04B1-4ACB-FC46BCBCEABD}"/>
              </a:ext>
            </a:extLst>
          </p:cNvPr>
          <p:cNvCxnSpPr/>
          <p:nvPr/>
        </p:nvCxnSpPr>
        <p:spPr>
          <a:xfrm>
            <a:off x="8737128" y="-24608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9BB9090A-5E18-7A23-67CF-D51883FB3DF4}"/>
              </a:ext>
            </a:extLst>
          </p:cNvPr>
          <p:cNvCxnSpPr>
            <a:cxnSpLocks/>
          </p:cNvCxnSpPr>
          <p:nvPr/>
        </p:nvCxnSpPr>
        <p:spPr>
          <a:xfrm>
            <a:off x="8684995" y="-209472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4593E07D-42C2-4EAE-00F0-FF98CE604A92}"/>
              </a:ext>
            </a:extLst>
          </p:cNvPr>
          <p:cNvCxnSpPr>
            <a:cxnSpLocks/>
          </p:cNvCxnSpPr>
          <p:nvPr/>
        </p:nvCxnSpPr>
        <p:spPr>
          <a:xfrm>
            <a:off x="8709506" y="-205722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テキスト プレースホルダー 2">
            <a:extLst>
              <a:ext uri="{FF2B5EF4-FFF2-40B4-BE49-F238E27FC236}">
                <a16:creationId xmlns:a16="http://schemas.microsoft.com/office/drawing/2014/main" id="{177767F7-B65A-FF14-1F08-87D80F364BF5}"/>
              </a:ext>
            </a:extLst>
          </p:cNvPr>
          <p:cNvSpPr txBox="1">
            <a:spLocks/>
          </p:cNvSpPr>
          <p:nvPr/>
        </p:nvSpPr>
        <p:spPr>
          <a:xfrm>
            <a:off x="9862880" y="-423914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665D34D9-3D19-B4D2-3A5A-AF56F37FE8B5}"/>
              </a:ext>
            </a:extLst>
          </p:cNvPr>
          <p:cNvSpPr/>
          <p:nvPr/>
        </p:nvSpPr>
        <p:spPr>
          <a:xfrm rot="16200000" flipH="1">
            <a:off x="21223717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D5C321D0-566A-9C97-53AE-0F0587AEDF0F}"/>
              </a:ext>
            </a:extLst>
          </p:cNvPr>
          <p:cNvSpPr/>
          <p:nvPr/>
        </p:nvSpPr>
        <p:spPr>
          <a:xfrm rot="16200000" flipH="1">
            <a:off x="20685727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75CF5334-6E49-E8B8-E4DA-69500D8E7305}"/>
              </a:ext>
            </a:extLst>
          </p:cNvPr>
          <p:cNvCxnSpPr>
            <a:cxnSpLocks/>
            <a:stCxn id="404" idx="3"/>
          </p:cNvCxnSpPr>
          <p:nvPr/>
        </p:nvCxnSpPr>
        <p:spPr>
          <a:xfrm flipH="1">
            <a:off x="21543453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3DFF8474-6C7A-6B27-F16D-3FF4B98253C3}"/>
              </a:ext>
            </a:extLst>
          </p:cNvPr>
          <p:cNvCxnSpPr/>
          <p:nvPr/>
        </p:nvCxnSpPr>
        <p:spPr>
          <a:xfrm flipH="1">
            <a:off x="21010923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E164051B-5DE8-A729-60F5-617B717C9852}"/>
              </a:ext>
            </a:extLst>
          </p:cNvPr>
          <p:cNvCxnSpPr>
            <a:cxnSpLocks/>
          </p:cNvCxnSpPr>
          <p:nvPr/>
        </p:nvCxnSpPr>
        <p:spPr>
          <a:xfrm flipH="1">
            <a:off x="21010923" y="-1925381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C58EC602-CFD1-642E-97DF-2C7182218ACE}"/>
              </a:ext>
            </a:extLst>
          </p:cNvPr>
          <p:cNvCxnSpPr>
            <a:cxnSpLocks/>
          </p:cNvCxnSpPr>
          <p:nvPr/>
        </p:nvCxnSpPr>
        <p:spPr>
          <a:xfrm flipH="1">
            <a:off x="21277188" y="-192538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D4A1321F-ECB7-B928-993E-077EAF3F246B}"/>
              </a:ext>
            </a:extLst>
          </p:cNvPr>
          <p:cNvCxnSpPr>
            <a:cxnSpLocks/>
          </p:cNvCxnSpPr>
          <p:nvPr/>
        </p:nvCxnSpPr>
        <p:spPr>
          <a:xfrm flipH="1">
            <a:off x="21038983" y="-1596761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5C65BDD8-5496-C12C-94FD-B93D53A1C624}"/>
              </a:ext>
            </a:extLst>
          </p:cNvPr>
          <p:cNvCxnSpPr>
            <a:cxnSpLocks/>
          </p:cNvCxnSpPr>
          <p:nvPr/>
        </p:nvCxnSpPr>
        <p:spPr>
          <a:xfrm flipH="1">
            <a:off x="21116704" y="-1460369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643D783E-C42F-594E-701C-A43361F456B2}"/>
              </a:ext>
            </a:extLst>
          </p:cNvPr>
          <p:cNvCxnSpPr>
            <a:cxnSpLocks/>
          </p:cNvCxnSpPr>
          <p:nvPr/>
        </p:nvCxnSpPr>
        <p:spPr>
          <a:xfrm flipH="1">
            <a:off x="21161874" y="-1131749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B54D3E12-2EE5-6751-412C-BB21177A21B3}"/>
              </a:ext>
            </a:extLst>
          </p:cNvPr>
          <p:cNvCxnSpPr/>
          <p:nvPr/>
        </p:nvCxnSpPr>
        <p:spPr>
          <a:xfrm flipH="1">
            <a:off x="21277188" y="-146036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8D6E08CA-F160-DC1E-D397-E428F33CCC3C}"/>
              </a:ext>
            </a:extLst>
          </p:cNvPr>
          <p:cNvCxnSpPr>
            <a:cxnSpLocks/>
          </p:cNvCxnSpPr>
          <p:nvPr/>
        </p:nvCxnSpPr>
        <p:spPr>
          <a:xfrm flipH="1">
            <a:off x="21211383" y="-109424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CACB3A21-FDDC-95F1-9CDE-AF9585A41204}"/>
              </a:ext>
            </a:extLst>
          </p:cNvPr>
          <p:cNvCxnSpPr>
            <a:cxnSpLocks/>
          </p:cNvCxnSpPr>
          <p:nvPr/>
        </p:nvCxnSpPr>
        <p:spPr>
          <a:xfrm flipH="1">
            <a:off x="21245841" y="-105673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14C81317-9900-E715-0D38-CF2BAB0D048F}"/>
              </a:ext>
            </a:extLst>
          </p:cNvPr>
          <p:cNvCxnSpPr/>
          <p:nvPr/>
        </p:nvCxnSpPr>
        <p:spPr>
          <a:xfrm flipH="1">
            <a:off x="21543453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6F01F238-A9AC-4634-666B-0ACDE3E50CA5}"/>
              </a:ext>
            </a:extLst>
          </p:cNvPr>
          <p:cNvCxnSpPr/>
          <p:nvPr/>
        </p:nvCxnSpPr>
        <p:spPr>
          <a:xfrm flipH="1">
            <a:off x="21010923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2AFAFC8F-784F-5A84-AE6E-6885B55FB6E8}"/>
              </a:ext>
            </a:extLst>
          </p:cNvPr>
          <p:cNvCxnSpPr>
            <a:cxnSpLocks/>
          </p:cNvCxnSpPr>
          <p:nvPr/>
        </p:nvCxnSpPr>
        <p:spPr>
          <a:xfrm flipH="1">
            <a:off x="21010923" y="-3210455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DBF9DA67-CB06-9748-438D-0673BD9370B3}"/>
              </a:ext>
            </a:extLst>
          </p:cNvPr>
          <p:cNvCxnSpPr>
            <a:cxnSpLocks/>
          </p:cNvCxnSpPr>
          <p:nvPr/>
        </p:nvCxnSpPr>
        <p:spPr>
          <a:xfrm flipH="1">
            <a:off x="21277188" y="-355071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Rectangle 423">
            <a:extLst>
              <a:ext uri="{FF2B5EF4-FFF2-40B4-BE49-F238E27FC236}">
                <a16:creationId xmlns:a16="http://schemas.microsoft.com/office/drawing/2014/main" id="{CB587D71-40FA-3F40-B473-E60E5FDAF54C}"/>
              </a:ext>
            </a:extLst>
          </p:cNvPr>
          <p:cNvSpPr/>
          <p:nvPr/>
        </p:nvSpPr>
        <p:spPr>
          <a:xfrm rot="10800000" flipH="1">
            <a:off x="20371451" y="-3690863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89D2A04E-077A-5361-5751-37EE960E33C6}"/>
              </a:ext>
            </a:extLst>
          </p:cNvPr>
          <p:cNvCxnSpPr>
            <a:cxnSpLocks/>
          </p:cNvCxnSpPr>
          <p:nvPr/>
        </p:nvCxnSpPr>
        <p:spPr>
          <a:xfrm flipH="1">
            <a:off x="21010923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A3BD8E1A-DD26-00D4-3991-D777C54A29B2}"/>
              </a:ext>
            </a:extLst>
          </p:cNvPr>
          <p:cNvCxnSpPr>
            <a:cxnSpLocks/>
          </p:cNvCxnSpPr>
          <p:nvPr/>
        </p:nvCxnSpPr>
        <p:spPr>
          <a:xfrm flipH="1">
            <a:off x="20105186" y="-353383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Oval 426">
            <a:extLst>
              <a:ext uri="{FF2B5EF4-FFF2-40B4-BE49-F238E27FC236}">
                <a16:creationId xmlns:a16="http://schemas.microsoft.com/office/drawing/2014/main" id="{97AD4F04-F7E4-3924-D5A9-CB8B13FAE8BF}"/>
              </a:ext>
            </a:extLst>
          </p:cNvPr>
          <p:cNvSpPr/>
          <p:nvPr/>
        </p:nvSpPr>
        <p:spPr>
          <a:xfrm flipH="1">
            <a:off x="20035364" y="-3580541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ADBDB734-8D1A-CECF-9D40-F9D341A266AB}"/>
              </a:ext>
            </a:extLst>
          </p:cNvPr>
          <p:cNvCxnSpPr>
            <a:cxnSpLocks/>
          </p:cNvCxnSpPr>
          <p:nvPr/>
        </p:nvCxnSpPr>
        <p:spPr>
          <a:xfrm flipH="1">
            <a:off x="19792374" y="-35326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Rectangle 428">
            <a:extLst>
              <a:ext uri="{FF2B5EF4-FFF2-40B4-BE49-F238E27FC236}">
                <a16:creationId xmlns:a16="http://schemas.microsoft.com/office/drawing/2014/main" id="{9C51A9EB-A83B-2731-B13A-94BFAD08E58D}"/>
              </a:ext>
            </a:extLst>
          </p:cNvPr>
          <p:cNvSpPr/>
          <p:nvPr/>
        </p:nvSpPr>
        <p:spPr>
          <a:xfrm rot="10800000" flipH="1">
            <a:off x="19152902" y="-3707125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0ABDC03E-AB21-C321-0CEC-C02B071AF3CF}"/>
              </a:ext>
            </a:extLst>
          </p:cNvPr>
          <p:cNvCxnSpPr>
            <a:cxnSpLocks/>
          </p:cNvCxnSpPr>
          <p:nvPr/>
        </p:nvCxnSpPr>
        <p:spPr>
          <a:xfrm flipH="1">
            <a:off x="18886637" y="-35431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Rectangle 430">
            <a:extLst>
              <a:ext uri="{FF2B5EF4-FFF2-40B4-BE49-F238E27FC236}">
                <a16:creationId xmlns:a16="http://schemas.microsoft.com/office/drawing/2014/main" id="{B41A6C21-F7F8-969A-F61B-B9370F757B0F}"/>
              </a:ext>
            </a:extLst>
          </p:cNvPr>
          <p:cNvSpPr/>
          <p:nvPr/>
        </p:nvSpPr>
        <p:spPr>
          <a:xfrm rot="10800000" flipH="1">
            <a:off x="18254090" y="-3699513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B3562B75-B9F2-6535-5EB0-F74FFD3BA128}"/>
              </a:ext>
            </a:extLst>
          </p:cNvPr>
          <p:cNvCxnSpPr>
            <a:cxnSpLocks/>
          </p:cNvCxnSpPr>
          <p:nvPr/>
        </p:nvCxnSpPr>
        <p:spPr>
          <a:xfrm flipH="1">
            <a:off x="17991762" y="-354310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Rectangle 432">
            <a:extLst>
              <a:ext uri="{FF2B5EF4-FFF2-40B4-BE49-F238E27FC236}">
                <a16:creationId xmlns:a16="http://schemas.microsoft.com/office/drawing/2014/main" id="{6EA9E7CA-D7A5-720F-1D1D-79F46C89829D}"/>
              </a:ext>
            </a:extLst>
          </p:cNvPr>
          <p:cNvSpPr/>
          <p:nvPr/>
        </p:nvSpPr>
        <p:spPr>
          <a:xfrm rot="10800000" flipH="1">
            <a:off x="17359215" y="-3699512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1B74E88F-F3AA-0020-1D98-F5587B0EDDCF}"/>
              </a:ext>
            </a:extLst>
          </p:cNvPr>
          <p:cNvCxnSpPr>
            <a:cxnSpLocks/>
          </p:cNvCxnSpPr>
          <p:nvPr/>
        </p:nvCxnSpPr>
        <p:spPr>
          <a:xfrm flipH="1">
            <a:off x="17099875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CEC23A1B-798E-AFC7-07D1-769141A550EB}"/>
              </a:ext>
            </a:extLst>
          </p:cNvPr>
          <p:cNvSpPr/>
          <p:nvPr/>
        </p:nvSpPr>
        <p:spPr>
          <a:xfrm flipH="1">
            <a:off x="17030053" y="-3580694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6" name="Straight Connector 435">
            <a:extLst>
              <a:ext uri="{FF2B5EF4-FFF2-40B4-BE49-F238E27FC236}">
                <a16:creationId xmlns:a16="http://schemas.microsoft.com/office/drawing/2014/main" id="{29BA9E56-8576-A554-A66A-E4A237E082A0}"/>
              </a:ext>
            </a:extLst>
          </p:cNvPr>
          <p:cNvCxnSpPr>
            <a:cxnSpLocks/>
          </p:cNvCxnSpPr>
          <p:nvPr/>
        </p:nvCxnSpPr>
        <p:spPr>
          <a:xfrm flipH="1">
            <a:off x="16787063" y="-353282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Rectangle 436">
            <a:extLst>
              <a:ext uri="{FF2B5EF4-FFF2-40B4-BE49-F238E27FC236}">
                <a16:creationId xmlns:a16="http://schemas.microsoft.com/office/drawing/2014/main" id="{1777ABDA-8799-DB96-BF31-EC80FE66D5CF}"/>
              </a:ext>
            </a:extLst>
          </p:cNvPr>
          <p:cNvSpPr/>
          <p:nvPr/>
        </p:nvSpPr>
        <p:spPr>
          <a:xfrm rot="10800000" flipH="1">
            <a:off x="16147591" y="-3704428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984E3CEE-7334-157F-9BAA-84A173B70903}"/>
              </a:ext>
            </a:extLst>
          </p:cNvPr>
          <p:cNvCxnSpPr>
            <a:cxnSpLocks/>
          </p:cNvCxnSpPr>
          <p:nvPr/>
        </p:nvCxnSpPr>
        <p:spPr>
          <a:xfrm flipH="1">
            <a:off x="15881326" y="-353445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7A994CA-58B8-68E1-208B-AF69F8679826}"/>
              </a:ext>
            </a:extLst>
          </p:cNvPr>
          <p:cNvSpPr/>
          <p:nvPr/>
        </p:nvSpPr>
        <p:spPr>
          <a:xfrm rot="10800000" flipH="1">
            <a:off x="15248779" y="-3689308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11D7FEB9-0576-C14E-716E-68496BC9BE64}"/>
              </a:ext>
            </a:extLst>
          </p:cNvPr>
          <p:cNvCxnSpPr>
            <a:cxnSpLocks/>
          </p:cNvCxnSpPr>
          <p:nvPr/>
        </p:nvCxnSpPr>
        <p:spPr>
          <a:xfrm flipH="1">
            <a:off x="14982514" y="-353818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" name="テキスト プレースホルダー 2">
            <a:extLst>
              <a:ext uri="{FF2B5EF4-FFF2-40B4-BE49-F238E27FC236}">
                <a16:creationId xmlns:a16="http://schemas.microsoft.com/office/drawing/2014/main" id="{47321B53-1383-B1D4-5BD8-48CAB59F0BC2}"/>
              </a:ext>
            </a:extLst>
          </p:cNvPr>
          <p:cNvSpPr txBox="1">
            <a:spLocks/>
          </p:cNvSpPr>
          <p:nvPr/>
        </p:nvSpPr>
        <p:spPr>
          <a:xfrm flipH="1">
            <a:off x="19978570" y="-1749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2" name="テキスト プレースホルダー 2">
            <a:extLst>
              <a:ext uri="{FF2B5EF4-FFF2-40B4-BE49-F238E27FC236}">
                <a16:creationId xmlns:a16="http://schemas.microsoft.com/office/drawing/2014/main" id="{1285EC7D-8C4C-45B2-F864-71E5BF940D78}"/>
              </a:ext>
            </a:extLst>
          </p:cNvPr>
          <p:cNvSpPr txBox="1">
            <a:spLocks/>
          </p:cNvSpPr>
          <p:nvPr/>
        </p:nvSpPr>
        <p:spPr>
          <a:xfrm flipH="1">
            <a:off x="20087237" y="-2325246"/>
            <a:ext cx="1058259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3" name="テキスト プレースホルダー 2">
            <a:extLst>
              <a:ext uri="{FF2B5EF4-FFF2-40B4-BE49-F238E27FC236}">
                <a16:creationId xmlns:a16="http://schemas.microsoft.com/office/drawing/2014/main" id="{DDF0E843-F5EC-2A15-2A0A-EF4337326B95}"/>
              </a:ext>
            </a:extLst>
          </p:cNvPr>
          <p:cNvSpPr txBox="1">
            <a:spLocks/>
          </p:cNvSpPr>
          <p:nvPr/>
        </p:nvSpPr>
        <p:spPr>
          <a:xfrm flipH="1">
            <a:off x="21522183" y="-2225259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4" name="テキスト プレースホルダー 2">
            <a:extLst>
              <a:ext uri="{FF2B5EF4-FFF2-40B4-BE49-F238E27FC236}">
                <a16:creationId xmlns:a16="http://schemas.microsoft.com/office/drawing/2014/main" id="{C9EAC1B2-A00A-E719-13E5-DB9243117873}"/>
              </a:ext>
            </a:extLst>
          </p:cNvPr>
          <p:cNvSpPr txBox="1">
            <a:spLocks/>
          </p:cNvSpPr>
          <p:nvPr/>
        </p:nvSpPr>
        <p:spPr>
          <a:xfrm flipH="1">
            <a:off x="20238319" y="-422835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5" name="テキスト プレースホルダー 2">
            <a:extLst>
              <a:ext uri="{FF2B5EF4-FFF2-40B4-BE49-F238E27FC236}">
                <a16:creationId xmlns:a16="http://schemas.microsoft.com/office/drawing/2014/main" id="{43D4A14C-046C-3A7C-8484-2C1DB8932B41}"/>
              </a:ext>
            </a:extLst>
          </p:cNvPr>
          <p:cNvSpPr txBox="1">
            <a:spLocks/>
          </p:cNvSpPr>
          <p:nvPr/>
        </p:nvSpPr>
        <p:spPr>
          <a:xfrm flipH="1">
            <a:off x="18984973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6" name="テキスト プレースホルダー 2">
            <a:extLst>
              <a:ext uri="{FF2B5EF4-FFF2-40B4-BE49-F238E27FC236}">
                <a16:creationId xmlns:a16="http://schemas.microsoft.com/office/drawing/2014/main" id="{B197530F-75F5-1BA0-2B6C-F0D720EC3B7B}"/>
              </a:ext>
            </a:extLst>
          </p:cNvPr>
          <p:cNvSpPr txBox="1">
            <a:spLocks/>
          </p:cNvSpPr>
          <p:nvPr/>
        </p:nvSpPr>
        <p:spPr>
          <a:xfrm flipH="1">
            <a:off x="18077186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447" name="テキスト プレースホルダー 2">
            <a:extLst>
              <a:ext uri="{FF2B5EF4-FFF2-40B4-BE49-F238E27FC236}">
                <a16:creationId xmlns:a16="http://schemas.microsoft.com/office/drawing/2014/main" id="{113FBCAA-916F-E762-F556-0B9164DC022E}"/>
              </a:ext>
            </a:extLst>
          </p:cNvPr>
          <p:cNvSpPr txBox="1">
            <a:spLocks/>
          </p:cNvSpPr>
          <p:nvPr/>
        </p:nvSpPr>
        <p:spPr>
          <a:xfrm flipH="1">
            <a:off x="17153500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8" name="テキスト プレースホルダー 2">
            <a:extLst>
              <a:ext uri="{FF2B5EF4-FFF2-40B4-BE49-F238E27FC236}">
                <a16:creationId xmlns:a16="http://schemas.microsoft.com/office/drawing/2014/main" id="{CBA4554E-CD7D-3F4C-AFDD-E7028550E143}"/>
              </a:ext>
            </a:extLst>
          </p:cNvPr>
          <p:cNvSpPr txBox="1">
            <a:spLocks/>
          </p:cNvSpPr>
          <p:nvPr/>
        </p:nvSpPr>
        <p:spPr>
          <a:xfrm flipH="1">
            <a:off x="15956175" y="-424241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C41CF965-B542-DA4C-DD20-ACBFBB06A0A6}"/>
              </a:ext>
            </a:extLst>
          </p:cNvPr>
          <p:cNvSpPr/>
          <p:nvPr/>
        </p:nvSpPr>
        <p:spPr>
          <a:xfrm flipH="1">
            <a:off x="19792375" y="-3057213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408D4AA6-6EA9-7DDB-E3D1-5F97B730339C}"/>
              </a:ext>
            </a:extLst>
          </p:cNvPr>
          <p:cNvCxnSpPr>
            <a:cxnSpLocks/>
          </p:cNvCxnSpPr>
          <p:nvPr/>
        </p:nvCxnSpPr>
        <p:spPr>
          <a:xfrm flipV="1">
            <a:off x="20081913" y="-2972873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C09C16AA-C100-6830-5A20-3C01E0C29FB2}"/>
              </a:ext>
            </a:extLst>
          </p:cNvPr>
          <p:cNvCxnSpPr>
            <a:cxnSpLocks/>
          </p:cNvCxnSpPr>
          <p:nvPr/>
        </p:nvCxnSpPr>
        <p:spPr>
          <a:xfrm flipH="1">
            <a:off x="20078346" y="-3487595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A51D22F9-D96B-CCC7-F879-5F4A923BE3CC}"/>
              </a:ext>
            </a:extLst>
          </p:cNvPr>
          <p:cNvCxnSpPr>
            <a:cxnSpLocks/>
          </p:cNvCxnSpPr>
          <p:nvPr/>
        </p:nvCxnSpPr>
        <p:spPr>
          <a:xfrm flipH="1">
            <a:off x="19961665" y="-2141143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7345B6C3-74C5-ECB8-B19F-66A18CF59BF9}"/>
              </a:ext>
            </a:extLst>
          </p:cNvPr>
          <p:cNvCxnSpPr/>
          <p:nvPr/>
        </p:nvCxnSpPr>
        <p:spPr>
          <a:xfrm flipH="1">
            <a:off x="20076979" y="-246976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D5FBC73A-B18D-9364-E1D2-45E91255A71D}"/>
              </a:ext>
            </a:extLst>
          </p:cNvPr>
          <p:cNvCxnSpPr>
            <a:cxnSpLocks/>
          </p:cNvCxnSpPr>
          <p:nvPr/>
        </p:nvCxnSpPr>
        <p:spPr>
          <a:xfrm flipH="1">
            <a:off x="20011174" y="-2103635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8E25A0DF-AFAF-A79C-183C-AF7627137986}"/>
              </a:ext>
            </a:extLst>
          </p:cNvPr>
          <p:cNvCxnSpPr>
            <a:cxnSpLocks/>
          </p:cNvCxnSpPr>
          <p:nvPr/>
        </p:nvCxnSpPr>
        <p:spPr>
          <a:xfrm flipH="1">
            <a:off x="20045632" y="-206612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FC911035-97B7-2A18-3217-4CBB528F7EB6}"/>
              </a:ext>
            </a:extLst>
          </p:cNvPr>
          <p:cNvSpPr/>
          <p:nvPr/>
        </p:nvSpPr>
        <p:spPr>
          <a:xfrm flipH="1">
            <a:off x="16787064" y="-3057784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Straight Arrow Connector 456">
            <a:extLst>
              <a:ext uri="{FF2B5EF4-FFF2-40B4-BE49-F238E27FC236}">
                <a16:creationId xmlns:a16="http://schemas.microsoft.com/office/drawing/2014/main" id="{83B3EF63-3E3F-BA1F-A326-275E9B360449}"/>
              </a:ext>
            </a:extLst>
          </p:cNvPr>
          <p:cNvCxnSpPr>
            <a:cxnSpLocks/>
          </p:cNvCxnSpPr>
          <p:nvPr/>
        </p:nvCxnSpPr>
        <p:spPr>
          <a:xfrm flipV="1">
            <a:off x="17076602" y="-2973444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D1A106B9-1840-71E1-F69F-CA95033F4F25}"/>
              </a:ext>
            </a:extLst>
          </p:cNvPr>
          <p:cNvCxnSpPr>
            <a:cxnSpLocks/>
          </p:cNvCxnSpPr>
          <p:nvPr/>
        </p:nvCxnSpPr>
        <p:spPr>
          <a:xfrm flipH="1">
            <a:off x="17073035" y="-3488166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BA793A94-F10F-555A-6B85-B3D8797E606E}"/>
              </a:ext>
            </a:extLst>
          </p:cNvPr>
          <p:cNvCxnSpPr>
            <a:cxnSpLocks/>
          </p:cNvCxnSpPr>
          <p:nvPr/>
        </p:nvCxnSpPr>
        <p:spPr>
          <a:xfrm flipH="1">
            <a:off x="16966613" y="-214171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ACE62C2F-2C7D-8FE6-8EEA-6A0B5B062392}"/>
              </a:ext>
            </a:extLst>
          </p:cNvPr>
          <p:cNvCxnSpPr/>
          <p:nvPr/>
        </p:nvCxnSpPr>
        <p:spPr>
          <a:xfrm flipH="1">
            <a:off x="17081927" y="-247033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8C81879A-EBDA-166F-85DD-1088297B3A05}"/>
              </a:ext>
            </a:extLst>
          </p:cNvPr>
          <p:cNvCxnSpPr>
            <a:cxnSpLocks/>
          </p:cNvCxnSpPr>
          <p:nvPr/>
        </p:nvCxnSpPr>
        <p:spPr>
          <a:xfrm flipH="1">
            <a:off x="17016122" y="-210420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C53782AF-B661-76FE-B9B0-A0423A9B8288}"/>
              </a:ext>
            </a:extLst>
          </p:cNvPr>
          <p:cNvCxnSpPr>
            <a:cxnSpLocks/>
          </p:cNvCxnSpPr>
          <p:nvPr/>
        </p:nvCxnSpPr>
        <p:spPr>
          <a:xfrm flipH="1">
            <a:off x="17050580" y="-206669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3" name="テキスト プレースホルダー 2">
            <a:extLst>
              <a:ext uri="{FF2B5EF4-FFF2-40B4-BE49-F238E27FC236}">
                <a16:creationId xmlns:a16="http://schemas.microsoft.com/office/drawing/2014/main" id="{68E1D9FC-F321-03A6-ADEB-B3679D6A849F}"/>
              </a:ext>
            </a:extLst>
          </p:cNvPr>
          <p:cNvSpPr txBox="1">
            <a:spLocks/>
          </p:cNvSpPr>
          <p:nvPr/>
        </p:nvSpPr>
        <p:spPr>
          <a:xfrm flipH="1">
            <a:off x="15032489" y="-42486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DF8E01E3-103B-33FF-ED8A-174DF108BE63}"/>
              </a:ext>
            </a:extLst>
          </p:cNvPr>
          <p:cNvSpPr/>
          <p:nvPr/>
        </p:nvSpPr>
        <p:spPr>
          <a:xfrm rot="10800000" flipH="1">
            <a:off x="14319453" y="-3690034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2EF08189-ADC4-2794-835A-0025C848F2D2}"/>
              </a:ext>
            </a:extLst>
          </p:cNvPr>
          <p:cNvCxnSpPr>
            <a:cxnSpLocks/>
          </p:cNvCxnSpPr>
          <p:nvPr/>
        </p:nvCxnSpPr>
        <p:spPr>
          <a:xfrm flipH="1">
            <a:off x="14060113" y="-35245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Oval 465">
            <a:extLst>
              <a:ext uri="{FF2B5EF4-FFF2-40B4-BE49-F238E27FC236}">
                <a16:creationId xmlns:a16="http://schemas.microsoft.com/office/drawing/2014/main" id="{B11D11FD-25AC-2E7C-B99D-A4ACC60262DC}"/>
              </a:ext>
            </a:extLst>
          </p:cNvPr>
          <p:cNvSpPr/>
          <p:nvPr/>
        </p:nvSpPr>
        <p:spPr>
          <a:xfrm flipH="1">
            <a:off x="13990291" y="-357121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9EB731F9-FF13-F67D-9A3E-AD4DFC53A824}"/>
              </a:ext>
            </a:extLst>
          </p:cNvPr>
          <p:cNvCxnSpPr>
            <a:cxnSpLocks/>
          </p:cNvCxnSpPr>
          <p:nvPr/>
        </p:nvCxnSpPr>
        <p:spPr>
          <a:xfrm flipH="1">
            <a:off x="13747301" y="-352335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8" name="Rectangle 467">
            <a:extLst>
              <a:ext uri="{FF2B5EF4-FFF2-40B4-BE49-F238E27FC236}">
                <a16:creationId xmlns:a16="http://schemas.microsoft.com/office/drawing/2014/main" id="{B61F1971-5688-04F0-2E16-37336B3A4715}"/>
              </a:ext>
            </a:extLst>
          </p:cNvPr>
          <p:cNvSpPr/>
          <p:nvPr/>
        </p:nvSpPr>
        <p:spPr>
          <a:xfrm rot="10800000" flipH="1">
            <a:off x="13107829" y="-3694950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2A4DEB90-E10E-F8C5-EE2E-F5EB9CD8DF66}"/>
              </a:ext>
            </a:extLst>
          </p:cNvPr>
          <p:cNvCxnSpPr>
            <a:cxnSpLocks/>
          </p:cNvCxnSpPr>
          <p:nvPr/>
        </p:nvCxnSpPr>
        <p:spPr>
          <a:xfrm flipH="1">
            <a:off x="12841564" y="-35249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0" name="Rectangle 469">
            <a:extLst>
              <a:ext uri="{FF2B5EF4-FFF2-40B4-BE49-F238E27FC236}">
                <a16:creationId xmlns:a16="http://schemas.microsoft.com/office/drawing/2014/main" id="{B9066600-377D-1251-EBD2-0BDB9A7FDCAA}"/>
              </a:ext>
            </a:extLst>
          </p:cNvPr>
          <p:cNvSpPr/>
          <p:nvPr/>
        </p:nvSpPr>
        <p:spPr>
          <a:xfrm rot="10800000" flipH="1">
            <a:off x="12209017" y="-367983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1D1650AF-1857-8FBF-E741-0A893E117266}"/>
              </a:ext>
            </a:extLst>
          </p:cNvPr>
          <p:cNvCxnSpPr>
            <a:cxnSpLocks/>
          </p:cNvCxnSpPr>
          <p:nvPr/>
        </p:nvCxnSpPr>
        <p:spPr>
          <a:xfrm flipH="1">
            <a:off x="11942752" y="-352870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テキスト プレースホルダー 2">
            <a:extLst>
              <a:ext uri="{FF2B5EF4-FFF2-40B4-BE49-F238E27FC236}">
                <a16:creationId xmlns:a16="http://schemas.microsoft.com/office/drawing/2014/main" id="{420E4AF0-91AF-8F4E-929B-C72CF2A6DDDD}"/>
              </a:ext>
            </a:extLst>
          </p:cNvPr>
          <p:cNvSpPr txBox="1">
            <a:spLocks/>
          </p:cNvSpPr>
          <p:nvPr/>
        </p:nvSpPr>
        <p:spPr>
          <a:xfrm flipH="1">
            <a:off x="14113738" y="-421398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73" name="テキスト プレースホルダー 2">
            <a:extLst>
              <a:ext uri="{FF2B5EF4-FFF2-40B4-BE49-F238E27FC236}">
                <a16:creationId xmlns:a16="http://schemas.microsoft.com/office/drawing/2014/main" id="{33CB2131-79EF-7755-6044-52C32571BD9E}"/>
              </a:ext>
            </a:extLst>
          </p:cNvPr>
          <p:cNvSpPr txBox="1">
            <a:spLocks/>
          </p:cNvSpPr>
          <p:nvPr/>
        </p:nvSpPr>
        <p:spPr>
          <a:xfrm flipH="1">
            <a:off x="12916413" y="-423293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74" name="Oval 473">
            <a:extLst>
              <a:ext uri="{FF2B5EF4-FFF2-40B4-BE49-F238E27FC236}">
                <a16:creationId xmlns:a16="http://schemas.microsoft.com/office/drawing/2014/main" id="{9F176DC8-6003-F724-B032-9012DB211E95}"/>
              </a:ext>
            </a:extLst>
          </p:cNvPr>
          <p:cNvSpPr/>
          <p:nvPr/>
        </p:nvSpPr>
        <p:spPr>
          <a:xfrm flipH="1">
            <a:off x="13747302" y="-3048306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5C533888-5B41-2F4A-606E-C07A5D2077A3}"/>
              </a:ext>
            </a:extLst>
          </p:cNvPr>
          <p:cNvCxnSpPr>
            <a:cxnSpLocks/>
          </p:cNvCxnSpPr>
          <p:nvPr/>
        </p:nvCxnSpPr>
        <p:spPr>
          <a:xfrm flipV="1">
            <a:off x="14036840" y="-2963966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231DBECA-8EBA-672C-783D-64A9660E6B5C}"/>
              </a:ext>
            </a:extLst>
          </p:cNvPr>
          <p:cNvCxnSpPr>
            <a:cxnSpLocks/>
          </p:cNvCxnSpPr>
          <p:nvPr/>
        </p:nvCxnSpPr>
        <p:spPr>
          <a:xfrm flipH="1">
            <a:off x="14033273" y="-347868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E600AEA7-D481-13F0-BCE1-AD250E5C8252}"/>
              </a:ext>
            </a:extLst>
          </p:cNvPr>
          <p:cNvCxnSpPr>
            <a:cxnSpLocks/>
          </p:cNvCxnSpPr>
          <p:nvPr/>
        </p:nvCxnSpPr>
        <p:spPr>
          <a:xfrm flipH="1">
            <a:off x="13926851" y="-213223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24195166-1EC5-A2B5-DBD3-C589C63C6864}"/>
              </a:ext>
            </a:extLst>
          </p:cNvPr>
          <p:cNvCxnSpPr/>
          <p:nvPr/>
        </p:nvCxnSpPr>
        <p:spPr>
          <a:xfrm flipH="1">
            <a:off x="14042165" y="-24608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9CCCD234-83ED-30DE-F52A-F4B3E57F0508}"/>
              </a:ext>
            </a:extLst>
          </p:cNvPr>
          <p:cNvCxnSpPr>
            <a:cxnSpLocks/>
          </p:cNvCxnSpPr>
          <p:nvPr/>
        </p:nvCxnSpPr>
        <p:spPr>
          <a:xfrm flipH="1">
            <a:off x="13976360" y="-209472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43C263E9-8219-906A-B2FA-47623F785D16}"/>
              </a:ext>
            </a:extLst>
          </p:cNvPr>
          <p:cNvCxnSpPr>
            <a:cxnSpLocks/>
          </p:cNvCxnSpPr>
          <p:nvPr/>
        </p:nvCxnSpPr>
        <p:spPr>
          <a:xfrm flipH="1">
            <a:off x="14010818" y="-205722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テキスト プレースホルダー 2">
            <a:extLst>
              <a:ext uri="{FF2B5EF4-FFF2-40B4-BE49-F238E27FC236}">
                <a16:creationId xmlns:a16="http://schemas.microsoft.com/office/drawing/2014/main" id="{379F8004-6007-709C-9157-F69E568DACE0}"/>
              </a:ext>
            </a:extLst>
          </p:cNvPr>
          <p:cNvSpPr txBox="1">
            <a:spLocks/>
          </p:cNvSpPr>
          <p:nvPr/>
        </p:nvSpPr>
        <p:spPr>
          <a:xfrm flipH="1">
            <a:off x="11992727" y="-423914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52EE7EA6-930F-98C4-3FBA-FBF8F5163059}"/>
              </a:ext>
            </a:extLst>
          </p:cNvPr>
          <p:cNvSpPr/>
          <p:nvPr/>
        </p:nvSpPr>
        <p:spPr>
          <a:xfrm>
            <a:off x="10953983" y="-3626523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C27D8CDF-CA37-13AE-7DE0-F59AA1898E64}"/>
              </a:ext>
            </a:extLst>
          </p:cNvPr>
          <p:cNvSpPr/>
          <p:nvPr/>
        </p:nvSpPr>
        <p:spPr>
          <a:xfrm>
            <a:off x="11260929" y="-3628670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7A626485-EFE1-8F0F-90DF-909CB728F42F}"/>
              </a:ext>
            </a:extLst>
          </p:cNvPr>
          <p:cNvSpPr/>
          <p:nvPr/>
        </p:nvSpPr>
        <p:spPr>
          <a:xfrm>
            <a:off x="11567875" y="-3628670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5" name="テキスト プレースホルダー 2">
            <a:extLst>
              <a:ext uri="{FF2B5EF4-FFF2-40B4-BE49-F238E27FC236}">
                <a16:creationId xmlns:a16="http://schemas.microsoft.com/office/drawing/2014/main" id="{DD7D23D4-7803-84B4-D083-67162E1927B7}"/>
              </a:ext>
            </a:extLst>
          </p:cNvPr>
          <p:cNvSpPr txBox="1">
            <a:spLocks/>
          </p:cNvSpPr>
          <p:nvPr/>
        </p:nvSpPr>
        <p:spPr>
          <a:xfrm>
            <a:off x="4464543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486" name="テキスト プレースホルダー 2">
            <a:extLst>
              <a:ext uri="{FF2B5EF4-FFF2-40B4-BE49-F238E27FC236}">
                <a16:creationId xmlns:a16="http://schemas.microsoft.com/office/drawing/2014/main" id="{51911359-F624-F9B4-A760-97890E71BDF3}"/>
              </a:ext>
            </a:extLst>
          </p:cNvPr>
          <p:cNvSpPr txBox="1">
            <a:spLocks/>
          </p:cNvSpPr>
          <p:nvPr/>
        </p:nvSpPr>
        <p:spPr>
          <a:xfrm>
            <a:off x="7534955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sp>
        <p:nvSpPr>
          <p:cNvPr id="487" name="テキスト プレースホルダー 2">
            <a:extLst>
              <a:ext uri="{FF2B5EF4-FFF2-40B4-BE49-F238E27FC236}">
                <a16:creationId xmlns:a16="http://schemas.microsoft.com/office/drawing/2014/main" id="{8C7A766B-F08A-8F31-771B-AA0EC3C6A600}"/>
              </a:ext>
            </a:extLst>
          </p:cNvPr>
          <p:cNvSpPr txBox="1">
            <a:spLocks/>
          </p:cNvSpPr>
          <p:nvPr/>
        </p:nvSpPr>
        <p:spPr>
          <a:xfrm>
            <a:off x="12811373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8" name="テキスト プレースホルダー 2">
            <a:extLst>
              <a:ext uri="{FF2B5EF4-FFF2-40B4-BE49-F238E27FC236}">
                <a16:creationId xmlns:a16="http://schemas.microsoft.com/office/drawing/2014/main" id="{1123CF06-06FC-2E3B-4105-62F95EBDDAFA}"/>
              </a:ext>
            </a:extLst>
          </p:cNvPr>
          <p:cNvSpPr txBox="1">
            <a:spLocks/>
          </p:cNvSpPr>
          <p:nvPr/>
        </p:nvSpPr>
        <p:spPr>
          <a:xfrm>
            <a:off x="15881785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9" name="テキスト プレースホルダー 2">
            <a:extLst>
              <a:ext uri="{FF2B5EF4-FFF2-40B4-BE49-F238E27FC236}">
                <a16:creationId xmlns:a16="http://schemas.microsoft.com/office/drawing/2014/main" id="{5E92E5C0-59FC-7DD1-E3CF-57454053BE9E}"/>
              </a:ext>
            </a:extLst>
          </p:cNvPr>
          <p:cNvSpPr txBox="1">
            <a:spLocks/>
          </p:cNvSpPr>
          <p:nvPr/>
        </p:nvSpPr>
        <p:spPr>
          <a:xfrm>
            <a:off x="3006909" y="-3024457"/>
            <a:ext cx="1222591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90" name="テキスト プレースホルダー 2">
            <a:extLst>
              <a:ext uri="{FF2B5EF4-FFF2-40B4-BE49-F238E27FC236}">
                <a16:creationId xmlns:a16="http://schemas.microsoft.com/office/drawing/2014/main" id="{BD76F69B-2E35-E206-8CE8-B4DDA7B8B3A1}"/>
              </a:ext>
            </a:extLst>
          </p:cNvPr>
          <p:cNvSpPr txBox="1">
            <a:spLocks/>
          </p:cNvSpPr>
          <p:nvPr/>
        </p:nvSpPr>
        <p:spPr>
          <a:xfrm>
            <a:off x="18849251" y="-3039680"/>
            <a:ext cx="1222591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491" name="Picture 490">
            <a:extLst>
              <a:ext uri="{FF2B5EF4-FFF2-40B4-BE49-F238E27FC236}">
                <a16:creationId xmlns:a16="http://schemas.microsoft.com/office/drawing/2014/main" id="{DEC826FA-36A2-C6C3-CCAC-7733A2F565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965299" y="7914216"/>
            <a:ext cx="12192000" cy="1918510"/>
          </a:xfrm>
          <a:prstGeom prst="rect">
            <a:avLst/>
          </a:prstGeom>
        </p:spPr>
      </p:pic>
      <p:sp>
        <p:nvSpPr>
          <p:cNvPr id="493" name="Rectangle 492">
            <a:extLst>
              <a:ext uri="{FF2B5EF4-FFF2-40B4-BE49-F238E27FC236}">
                <a16:creationId xmlns:a16="http://schemas.microsoft.com/office/drawing/2014/main" id="{27F57263-1B9A-4AFF-122A-38C2E2CE8EDE}"/>
              </a:ext>
            </a:extLst>
          </p:cNvPr>
          <p:cNvSpPr/>
          <p:nvPr/>
        </p:nvSpPr>
        <p:spPr>
          <a:xfrm rot="5400000">
            <a:off x="8921304" y="12108102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D1EAF58D-D8CB-8339-7542-44DFC9B2EF90}"/>
              </a:ext>
            </a:extLst>
          </p:cNvPr>
          <p:cNvSpPr/>
          <p:nvPr/>
        </p:nvSpPr>
        <p:spPr>
          <a:xfrm rot="5400000">
            <a:off x="9459294" y="12108102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D9445D35-5F49-C742-3519-B8923569102E}"/>
              </a:ext>
            </a:extLst>
          </p:cNvPr>
          <p:cNvCxnSpPr>
            <a:cxnSpLocks/>
            <a:stCxn id="493" idx="3"/>
          </p:cNvCxnSpPr>
          <p:nvPr/>
        </p:nvCxnSpPr>
        <p:spPr>
          <a:xfrm>
            <a:off x="9241040" y="1258424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F3D55562-3D12-6905-A10C-3B38D8283658}"/>
              </a:ext>
            </a:extLst>
          </p:cNvPr>
          <p:cNvCxnSpPr/>
          <p:nvPr/>
        </p:nvCxnSpPr>
        <p:spPr>
          <a:xfrm>
            <a:off x="9773570" y="1258424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368F8A31-27E7-243F-15BC-C217E62D076F}"/>
              </a:ext>
            </a:extLst>
          </p:cNvPr>
          <p:cNvCxnSpPr>
            <a:cxnSpLocks/>
          </p:cNvCxnSpPr>
          <p:nvPr/>
        </p:nvCxnSpPr>
        <p:spPr>
          <a:xfrm>
            <a:off x="9241040" y="12912869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88E6F979-5D05-052C-7B74-E44B4697CE67}"/>
              </a:ext>
            </a:extLst>
          </p:cNvPr>
          <p:cNvCxnSpPr>
            <a:cxnSpLocks/>
          </p:cNvCxnSpPr>
          <p:nvPr/>
        </p:nvCxnSpPr>
        <p:spPr>
          <a:xfrm>
            <a:off x="9507305" y="1291286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98">
            <a:extLst>
              <a:ext uri="{FF2B5EF4-FFF2-40B4-BE49-F238E27FC236}">
                <a16:creationId xmlns:a16="http://schemas.microsoft.com/office/drawing/2014/main" id="{5F6B8851-C17B-9B87-D69A-D59167341EF8}"/>
              </a:ext>
            </a:extLst>
          </p:cNvPr>
          <p:cNvCxnSpPr>
            <a:cxnSpLocks/>
          </p:cNvCxnSpPr>
          <p:nvPr/>
        </p:nvCxnSpPr>
        <p:spPr>
          <a:xfrm>
            <a:off x="9272142" y="13241489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EEB41ADC-8DB7-D165-04A5-57FC572E113C}"/>
              </a:ext>
            </a:extLst>
          </p:cNvPr>
          <p:cNvCxnSpPr>
            <a:cxnSpLocks/>
          </p:cNvCxnSpPr>
          <p:nvPr/>
        </p:nvCxnSpPr>
        <p:spPr>
          <a:xfrm>
            <a:off x="9346821" y="13377881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Connector 500">
            <a:extLst>
              <a:ext uri="{FF2B5EF4-FFF2-40B4-BE49-F238E27FC236}">
                <a16:creationId xmlns:a16="http://schemas.microsoft.com/office/drawing/2014/main" id="{2BAABB63-5B26-8BE3-BABA-D15419823B51}"/>
              </a:ext>
            </a:extLst>
          </p:cNvPr>
          <p:cNvCxnSpPr>
            <a:cxnSpLocks/>
          </p:cNvCxnSpPr>
          <p:nvPr/>
        </p:nvCxnSpPr>
        <p:spPr>
          <a:xfrm>
            <a:off x="9397451" y="13706501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5522A6E9-EA41-3154-2F20-E7F6FE8BFE90}"/>
              </a:ext>
            </a:extLst>
          </p:cNvPr>
          <p:cNvCxnSpPr/>
          <p:nvPr/>
        </p:nvCxnSpPr>
        <p:spPr>
          <a:xfrm>
            <a:off x="9507305" y="1337788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93C28DC8-FEDE-A075-577B-2AA957D86E70}"/>
              </a:ext>
            </a:extLst>
          </p:cNvPr>
          <p:cNvCxnSpPr>
            <a:cxnSpLocks/>
          </p:cNvCxnSpPr>
          <p:nvPr/>
        </p:nvCxnSpPr>
        <p:spPr>
          <a:xfrm>
            <a:off x="9455172" y="13744009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1B541FDD-A686-1CC7-5E28-00DF5EA2CB22}"/>
              </a:ext>
            </a:extLst>
          </p:cNvPr>
          <p:cNvCxnSpPr>
            <a:cxnSpLocks/>
          </p:cNvCxnSpPr>
          <p:nvPr/>
        </p:nvCxnSpPr>
        <p:spPr>
          <a:xfrm>
            <a:off x="9479683" y="1378151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>
            <a:extLst>
              <a:ext uri="{FF2B5EF4-FFF2-40B4-BE49-F238E27FC236}">
                <a16:creationId xmlns:a16="http://schemas.microsoft.com/office/drawing/2014/main" id="{10B07CDA-8D08-EB3B-69DD-0F20B0A52704}"/>
              </a:ext>
            </a:extLst>
          </p:cNvPr>
          <p:cNvCxnSpPr/>
          <p:nvPr/>
        </p:nvCxnSpPr>
        <p:spPr>
          <a:xfrm>
            <a:off x="9241040" y="116161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3C6260D4-8D43-EEC2-F74D-1150569C5773}"/>
              </a:ext>
            </a:extLst>
          </p:cNvPr>
          <p:cNvCxnSpPr/>
          <p:nvPr/>
        </p:nvCxnSpPr>
        <p:spPr>
          <a:xfrm>
            <a:off x="9773570" y="116161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8A94B151-8F48-AB2D-233D-82FE70E16E11}"/>
              </a:ext>
            </a:extLst>
          </p:cNvPr>
          <p:cNvCxnSpPr>
            <a:cxnSpLocks/>
          </p:cNvCxnSpPr>
          <p:nvPr/>
        </p:nvCxnSpPr>
        <p:spPr>
          <a:xfrm>
            <a:off x="9241040" y="11627795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C0F445F1-C006-1C28-672B-263AD3E44946}"/>
              </a:ext>
            </a:extLst>
          </p:cNvPr>
          <p:cNvCxnSpPr>
            <a:cxnSpLocks/>
          </p:cNvCxnSpPr>
          <p:nvPr/>
        </p:nvCxnSpPr>
        <p:spPr>
          <a:xfrm>
            <a:off x="9507305" y="1128753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Rectangle 508">
            <a:extLst>
              <a:ext uri="{FF2B5EF4-FFF2-40B4-BE49-F238E27FC236}">
                <a16:creationId xmlns:a16="http://schemas.microsoft.com/office/drawing/2014/main" id="{757A19D0-FC27-6C68-AD31-61E12A4945C1}"/>
              </a:ext>
            </a:extLst>
          </p:cNvPr>
          <p:cNvSpPr/>
          <p:nvPr/>
        </p:nvSpPr>
        <p:spPr>
          <a:xfrm rot="10800000">
            <a:off x="9773570" y="11147387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ACDCC28C-C034-97FC-ED9F-307AC370DBB8}"/>
              </a:ext>
            </a:extLst>
          </p:cNvPr>
          <p:cNvCxnSpPr>
            <a:cxnSpLocks/>
          </p:cNvCxnSpPr>
          <p:nvPr/>
        </p:nvCxnSpPr>
        <p:spPr>
          <a:xfrm>
            <a:off x="9507305" y="1130425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7F8ADE8D-6AD3-5B74-65FB-28719BEACDC5}"/>
              </a:ext>
            </a:extLst>
          </p:cNvPr>
          <p:cNvCxnSpPr>
            <a:cxnSpLocks/>
          </p:cNvCxnSpPr>
          <p:nvPr/>
        </p:nvCxnSpPr>
        <p:spPr>
          <a:xfrm>
            <a:off x="10413042" y="1130441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Oval 511">
            <a:extLst>
              <a:ext uri="{FF2B5EF4-FFF2-40B4-BE49-F238E27FC236}">
                <a16:creationId xmlns:a16="http://schemas.microsoft.com/office/drawing/2014/main" id="{415F9DF4-5B43-758F-0567-6C66C06852C6}"/>
              </a:ext>
            </a:extLst>
          </p:cNvPr>
          <p:cNvSpPr/>
          <p:nvPr/>
        </p:nvSpPr>
        <p:spPr>
          <a:xfrm>
            <a:off x="10656030" y="11257709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BF8AE03F-6D90-65EF-8C94-A88FEF067F63}"/>
              </a:ext>
            </a:extLst>
          </p:cNvPr>
          <p:cNvCxnSpPr>
            <a:cxnSpLocks/>
          </p:cNvCxnSpPr>
          <p:nvPr/>
        </p:nvCxnSpPr>
        <p:spPr>
          <a:xfrm>
            <a:off x="10725854" y="113055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Rectangle 513">
            <a:extLst>
              <a:ext uri="{FF2B5EF4-FFF2-40B4-BE49-F238E27FC236}">
                <a16:creationId xmlns:a16="http://schemas.microsoft.com/office/drawing/2014/main" id="{BD7C17A6-4DA1-70DA-7A75-6D4AB0C314C3}"/>
              </a:ext>
            </a:extLst>
          </p:cNvPr>
          <p:cNvSpPr/>
          <p:nvPr/>
        </p:nvSpPr>
        <p:spPr>
          <a:xfrm rot="10800000">
            <a:off x="10992119" y="11131125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61ADC7C1-D4CD-6E99-3F12-A4D5D9309670}"/>
              </a:ext>
            </a:extLst>
          </p:cNvPr>
          <p:cNvCxnSpPr>
            <a:cxnSpLocks/>
          </p:cNvCxnSpPr>
          <p:nvPr/>
        </p:nvCxnSpPr>
        <p:spPr>
          <a:xfrm>
            <a:off x="11631591" y="1129514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" name="Rectangle 515">
            <a:extLst>
              <a:ext uri="{FF2B5EF4-FFF2-40B4-BE49-F238E27FC236}">
                <a16:creationId xmlns:a16="http://schemas.microsoft.com/office/drawing/2014/main" id="{C239466E-69A2-1E82-787F-FB51728A2C8C}"/>
              </a:ext>
            </a:extLst>
          </p:cNvPr>
          <p:cNvSpPr/>
          <p:nvPr/>
        </p:nvSpPr>
        <p:spPr>
          <a:xfrm rot="10800000">
            <a:off x="11890931" y="11138737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7" name="Straight Connector 516">
            <a:extLst>
              <a:ext uri="{FF2B5EF4-FFF2-40B4-BE49-F238E27FC236}">
                <a16:creationId xmlns:a16="http://schemas.microsoft.com/office/drawing/2014/main" id="{565FDDC7-FBAE-1220-E037-FA29DE44350A}"/>
              </a:ext>
            </a:extLst>
          </p:cNvPr>
          <p:cNvCxnSpPr>
            <a:cxnSpLocks/>
          </p:cNvCxnSpPr>
          <p:nvPr/>
        </p:nvCxnSpPr>
        <p:spPr>
          <a:xfrm>
            <a:off x="12526466" y="11295149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テキスト プレースホルダー 2">
            <a:extLst>
              <a:ext uri="{FF2B5EF4-FFF2-40B4-BE49-F238E27FC236}">
                <a16:creationId xmlns:a16="http://schemas.microsoft.com/office/drawing/2014/main" id="{9BDC9F8A-8D1D-BA48-8E58-3C3DE2B4D208}"/>
              </a:ext>
            </a:extLst>
          </p:cNvPr>
          <p:cNvSpPr txBox="1">
            <a:spLocks/>
          </p:cNvSpPr>
          <p:nvPr/>
        </p:nvSpPr>
        <p:spPr>
          <a:xfrm>
            <a:off x="9882237" y="13088948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19" name="テキスト プレースホルダー 2">
            <a:extLst>
              <a:ext uri="{FF2B5EF4-FFF2-40B4-BE49-F238E27FC236}">
                <a16:creationId xmlns:a16="http://schemas.microsoft.com/office/drawing/2014/main" id="{D82C5C12-6D7C-1B47-4C10-753C574109CF}"/>
              </a:ext>
            </a:extLst>
          </p:cNvPr>
          <p:cNvSpPr txBox="1">
            <a:spLocks/>
          </p:cNvSpPr>
          <p:nvPr/>
        </p:nvSpPr>
        <p:spPr>
          <a:xfrm>
            <a:off x="9773568" y="12513004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520" name="テキスト プレースホルダー 2">
            <a:extLst>
              <a:ext uri="{FF2B5EF4-FFF2-40B4-BE49-F238E27FC236}">
                <a16:creationId xmlns:a16="http://schemas.microsoft.com/office/drawing/2014/main" id="{07AF3FA5-729A-AD27-D3E4-F921443ADE79}"/>
              </a:ext>
            </a:extLst>
          </p:cNvPr>
          <p:cNvSpPr txBox="1">
            <a:spLocks/>
          </p:cNvSpPr>
          <p:nvPr/>
        </p:nvSpPr>
        <p:spPr>
          <a:xfrm>
            <a:off x="8397618" y="12495003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1" name="テキスト プレースホルダー 2">
            <a:extLst>
              <a:ext uri="{FF2B5EF4-FFF2-40B4-BE49-F238E27FC236}">
                <a16:creationId xmlns:a16="http://schemas.microsoft.com/office/drawing/2014/main" id="{B3531A61-D13D-F5C1-55C4-86FE820B9FE7}"/>
              </a:ext>
            </a:extLst>
          </p:cNvPr>
          <p:cNvSpPr txBox="1">
            <a:spLocks/>
          </p:cNvSpPr>
          <p:nvPr/>
        </p:nvSpPr>
        <p:spPr>
          <a:xfrm>
            <a:off x="9622488" y="1060989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2" name="テキスト プレースホルダー 2">
            <a:extLst>
              <a:ext uri="{FF2B5EF4-FFF2-40B4-BE49-F238E27FC236}">
                <a16:creationId xmlns:a16="http://schemas.microsoft.com/office/drawing/2014/main" id="{F4845F0C-0B16-05C4-8D23-FD01C0EDEA04}"/>
              </a:ext>
            </a:extLst>
          </p:cNvPr>
          <p:cNvSpPr txBox="1">
            <a:spLocks/>
          </p:cNvSpPr>
          <p:nvPr/>
        </p:nvSpPr>
        <p:spPr>
          <a:xfrm>
            <a:off x="10875834" y="1061479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3" name="テキスト プレースホルダー 2">
            <a:extLst>
              <a:ext uri="{FF2B5EF4-FFF2-40B4-BE49-F238E27FC236}">
                <a16:creationId xmlns:a16="http://schemas.microsoft.com/office/drawing/2014/main" id="{35C91272-352E-F68D-7D1A-F801AA38664A}"/>
              </a:ext>
            </a:extLst>
          </p:cNvPr>
          <p:cNvSpPr txBox="1">
            <a:spLocks/>
          </p:cNvSpPr>
          <p:nvPr/>
        </p:nvSpPr>
        <p:spPr>
          <a:xfrm>
            <a:off x="11783621" y="10614790"/>
            <a:ext cx="96497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524" name="Oval 523">
            <a:extLst>
              <a:ext uri="{FF2B5EF4-FFF2-40B4-BE49-F238E27FC236}">
                <a16:creationId xmlns:a16="http://schemas.microsoft.com/office/drawing/2014/main" id="{34739C03-C056-AA64-B0A5-DEDBC701C60E}"/>
              </a:ext>
            </a:extLst>
          </p:cNvPr>
          <p:cNvSpPr/>
          <p:nvPr/>
        </p:nvSpPr>
        <p:spPr>
          <a:xfrm>
            <a:off x="10413042" y="11781037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88BA77A2-E58A-EEAA-F568-EA8A3D78F831}"/>
              </a:ext>
            </a:extLst>
          </p:cNvPr>
          <p:cNvCxnSpPr>
            <a:cxnSpLocks/>
          </p:cNvCxnSpPr>
          <p:nvPr/>
        </p:nvCxnSpPr>
        <p:spPr>
          <a:xfrm flipH="1" flipV="1">
            <a:off x="10697255" y="11865377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25FCAD81-D85B-52F8-44FE-CA368B3BED77}"/>
              </a:ext>
            </a:extLst>
          </p:cNvPr>
          <p:cNvCxnSpPr>
            <a:cxnSpLocks/>
          </p:cNvCxnSpPr>
          <p:nvPr/>
        </p:nvCxnSpPr>
        <p:spPr>
          <a:xfrm>
            <a:off x="10706147" y="11350655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C295B161-8652-9225-BD69-DF25571C70A6}"/>
              </a:ext>
            </a:extLst>
          </p:cNvPr>
          <p:cNvCxnSpPr>
            <a:cxnSpLocks/>
          </p:cNvCxnSpPr>
          <p:nvPr/>
        </p:nvCxnSpPr>
        <p:spPr>
          <a:xfrm>
            <a:off x="10597660" y="12697107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8EB0CBAF-D95A-DAF8-E569-C25693359DE3}"/>
              </a:ext>
            </a:extLst>
          </p:cNvPr>
          <p:cNvCxnSpPr/>
          <p:nvPr/>
        </p:nvCxnSpPr>
        <p:spPr>
          <a:xfrm>
            <a:off x="10707514" y="1236848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528">
            <a:extLst>
              <a:ext uri="{FF2B5EF4-FFF2-40B4-BE49-F238E27FC236}">
                <a16:creationId xmlns:a16="http://schemas.microsoft.com/office/drawing/2014/main" id="{99A326ED-276F-BA4F-1840-59DECD4DABA9}"/>
              </a:ext>
            </a:extLst>
          </p:cNvPr>
          <p:cNvCxnSpPr>
            <a:cxnSpLocks/>
          </p:cNvCxnSpPr>
          <p:nvPr/>
        </p:nvCxnSpPr>
        <p:spPr>
          <a:xfrm>
            <a:off x="10655381" y="12734615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89E1C3F3-F4D9-5192-3E27-C212C13C45CC}"/>
              </a:ext>
            </a:extLst>
          </p:cNvPr>
          <p:cNvCxnSpPr>
            <a:cxnSpLocks/>
          </p:cNvCxnSpPr>
          <p:nvPr/>
        </p:nvCxnSpPr>
        <p:spPr>
          <a:xfrm>
            <a:off x="10679892" y="1277212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2BA068A4-202B-763D-34B1-980C7BD98875}"/>
              </a:ext>
            </a:extLst>
          </p:cNvPr>
          <p:cNvCxnSpPr>
            <a:cxnSpLocks/>
          </p:cNvCxnSpPr>
          <p:nvPr/>
        </p:nvCxnSpPr>
        <p:spPr>
          <a:xfrm>
            <a:off x="13110028" y="8909451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F72D8F-BFC0-3373-5739-FF9469D47CCD}"/>
              </a:ext>
            </a:extLst>
          </p:cNvPr>
          <p:cNvSpPr/>
          <p:nvPr/>
        </p:nvSpPr>
        <p:spPr>
          <a:xfrm rot="10800000">
            <a:off x="13709492" y="13426715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987DEF61-C9C9-CCE7-195E-7263DF9C700A}"/>
              </a:ext>
            </a:extLst>
          </p:cNvPr>
          <p:cNvCxnSpPr>
            <a:cxnSpLocks/>
          </p:cNvCxnSpPr>
          <p:nvPr/>
        </p:nvCxnSpPr>
        <p:spPr>
          <a:xfrm>
            <a:off x="14342039" y="1359223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4" name="Oval 533">
            <a:extLst>
              <a:ext uri="{FF2B5EF4-FFF2-40B4-BE49-F238E27FC236}">
                <a16:creationId xmlns:a16="http://schemas.microsoft.com/office/drawing/2014/main" id="{31448F77-D57F-6F29-09FB-350FC44BA6C5}"/>
              </a:ext>
            </a:extLst>
          </p:cNvPr>
          <p:cNvSpPr/>
          <p:nvPr/>
        </p:nvSpPr>
        <p:spPr>
          <a:xfrm>
            <a:off x="14585027" y="1354553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5" name="Straight Connector 534">
            <a:extLst>
              <a:ext uri="{FF2B5EF4-FFF2-40B4-BE49-F238E27FC236}">
                <a16:creationId xmlns:a16="http://schemas.microsoft.com/office/drawing/2014/main" id="{B2A49C20-8A2E-0541-BE21-A96928F2F4EB}"/>
              </a:ext>
            </a:extLst>
          </p:cNvPr>
          <p:cNvCxnSpPr>
            <a:cxnSpLocks/>
          </p:cNvCxnSpPr>
          <p:nvPr/>
        </p:nvCxnSpPr>
        <p:spPr>
          <a:xfrm>
            <a:off x="14654851" y="1359339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6" name="Rectangle 535">
            <a:extLst>
              <a:ext uri="{FF2B5EF4-FFF2-40B4-BE49-F238E27FC236}">
                <a16:creationId xmlns:a16="http://schemas.microsoft.com/office/drawing/2014/main" id="{0D06F57D-023F-CCF3-C347-2A092FF6388E}"/>
              </a:ext>
            </a:extLst>
          </p:cNvPr>
          <p:cNvSpPr/>
          <p:nvPr/>
        </p:nvSpPr>
        <p:spPr>
          <a:xfrm rot="10800000">
            <a:off x="14921116" y="13421799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7" name="Straight Connector 536">
            <a:extLst>
              <a:ext uri="{FF2B5EF4-FFF2-40B4-BE49-F238E27FC236}">
                <a16:creationId xmlns:a16="http://schemas.microsoft.com/office/drawing/2014/main" id="{5F4D19C0-C527-0003-5DEF-D6F17952296C}"/>
              </a:ext>
            </a:extLst>
          </p:cNvPr>
          <p:cNvCxnSpPr>
            <a:cxnSpLocks/>
          </p:cNvCxnSpPr>
          <p:nvPr/>
        </p:nvCxnSpPr>
        <p:spPr>
          <a:xfrm>
            <a:off x="15560588" y="13591774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8" name="Rectangle 537">
            <a:extLst>
              <a:ext uri="{FF2B5EF4-FFF2-40B4-BE49-F238E27FC236}">
                <a16:creationId xmlns:a16="http://schemas.microsoft.com/office/drawing/2014/main" id="{C449A538-3B89-123A-0253-FC7121E4B02D}"/>
              </a:ext>
            </a:extLst>
          </p:cNvPr>
          <p:cNvSpPr/>
          <p:nvPr/>
        </p:nvSpPr>
        <p:spPr>
          <a:xfrm rot="5400000">
            <a:off x="14313351" y="12682451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FEE46101-6F34-D7C4-698D-FE725DEA86A6}"/>
              </a:ext>
            </a:extLst>
          </p:cNvPr>
          <p:cNvCxnSpPr>
            <a:cxnSpLocks/>
          </p:cNvCxnSpPr>
          <p:nvPr/>
        </p:nvCxnSpPr>
        <p:spPr>
          <a:xfrm>
            <a:off x="13101918" y="11906577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テキスト プレースホルダー 2">
            <a:extLst>
              <a:ext uri="{FF2B5EF4-FFF2-40B4-BE49-F238E27FC236}">
                <a16:creationId xmlns:a16="http://schemas.microsoft.com/office/drawing/2014/main" id="{9F655395-1527-0F6E-8583-6F13AF79AB8C}"/>
              </a:ext>
            </a:extLst>
          </p:cNvPr>
          <p:cNvSpPr txBox="1">
            <a:spLocks/>
          </p:cNvSpPr>
          <p:nvPr/>
        </p:nvSpPr>
        <p:spPr>
          <a:xfrm>
            <a:off x="13630993" y="129027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41" name="テキスト プレースホルダー 2">
            <a:extLst>
              <a:ext uri="{FF2B5EF4-FFF2-40B4-BE49-F238E27FC236}">
                <a16:creationId xmlns:a16="http://schemas.microsoft.com/office/drawing/2014/main" id="{2072DCC3-793B-2500-F242-44C71610EF7B}"/>
              </a:ext>
            </a:extLst>
          </p:cNvPr>
          <p:cNvSpPr txBox="1">
            <a:spLocks/>
          </p:cNvSpPr>
          <p:nvPr/>
        </p:nvSpPr>
        <p:spPr>
          <a:xfrm>
            <a:off x="14828318" y="1288381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A77502C7-B786-5F38-19F0-741CA9F660B5}"/>
              </a:ext>
            </a:extLst>
          </p:cNvPr>
          <p:cNvSpPr/>
          <p:nvPr/>
        </p:nvSpPr>
        <p:spPr>
          <a:xfrm>
            <a:off x="14342039" y="14068443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3" name="Straight Arrow Connector 542">
            <a:extLst>
              <a:ext uri="{FF2B5EF4-FFF2-40B4-BE49-F238E27FC236}">
                <a16:creationId xmlns:a16="http://schemas.microsoft.com/office/drawing/2014/main" id="{E71CA41A-178F-E2FD-285B-185988E5D278}"/>
              </a:ext>
            </a:extLst>
          </p:cNvPr>
          <p:cNvCxnSpPr>
            <a:cxnSpLocks/>
          </p:cNvCxnSpPr>
          <p:nvPr/>
        </p:nvCxnSpPr>
        <p:spPr>
          <a:xfrm flipH="1" flipV="1">
            <a:off x="14626252" y="14152783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543">
            <a:extLst>
              <a:ext uri="{FF2B5EF4-FFF2-40B4-BE49-F238E27FC236}">
                <a16:creationId xmlns:a16="http://schemas.microsoft.com/office/drawing/2014/main" id="{9DE2ACF1-F8F9-3867-11D1-67A4613337B7}"/>
              </a:ext>
            </a:extLst>
          </p:cNvPr>
          <p:cNvCxnSpPr>
            <a:cxnSpLocks/>
          </p:cNvCxnSpPr>
          <p:nvPr/>
        </p:nvCxnSpPr>
        <p:spPr>
          <a:xfrm>
            <a:off x="14635144" y="13638061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544">
            <a:extLst>
              <a:ext uri="{FF2B5EF4-FFF2-40B4-BE49-F238E27FC236}">
                <a16:creationId xmlns:a16="http://schemas.microsoft.com/office/drawing/2014/main" id="{CC814B45-8CC4-B8C8-A6ED-6C22BD44841B}"/>
              </a:ext>
            </a:extLst>
          </p:cNvPr>
          <p:cNvCxnSpPr>
            <a:cxnSpLocks/>
          </p:cNvCxnSpPr>
          <p:nvPr/>
        </p:nvCxnSpPr>
        <p:spPr>
          <a:xfrm>
            <a:off x="14516398" y="14984513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67602E28-A526-6767-5DB3-E28C9F9E8853}"/>
              </a:ext>
            </a:extLst>
          </p:cNvPr>
          <p:cNvCxnSpPr/>
          <p:nvPr/>
        </p:nvCxnSpPr>
        <p:spPr>
          <a:xfrm>
            <a:off x="14626252" y="1465589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546">
            <a:extLst>
              <a:ext uri="{FF2B5EF4-FFF2-40B4-BE49-F238E27FC236}">
                <a16:creationId xmlns:a16="http://schemas.microsoft.com/office/drawing/2014/main" id="{4DF69521-8848-3424-8182-D61D9160417B}"/>
              </a:ext>
            </a:extLst>
          </p:cNvPr>
          <p:cNvCxnSpPr>
            <a:cxnSpLocks/>
          </p:cNvCxnSpPr>
          <p:nvPr/>
        </p:nvCxnSpPr>
        <p:spPr>
          <a:xfrm>
            <a:off x="14574119" y="1502202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7C7464D9-6CA8-C90F-7CEC-50C2681EC1BE}"/>
              </a:ext>
            </a:extLst>
          </p:cNvPr>
          <p:cNvCxnSpPr>
            <a:cxnSpLocks/>
          </p:cNvCxnSpPr>
          <p:nvPr/>
        </p:nvCxnSpPr>
        <p:spPr>
          <a:xfrm>
            <a:off x="14598630" y="15059529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テキスト プレースホルダー 2">
            <a:extLst>
              <a:ext uri="{FF2B5EF4-FFF2-40B4-BE49-F238E27FC236}">
                <a16:creationId xmlns:a16="http://schemas.microsoft.com/office/drawing/2014/main" id="{DF5FA680-6794-571F-C22A-5460B1BC1B8A}"/>
              </a:ext>
            </a:extLst>
          </p:cNvPr>
          <p:cNvSpPr txBox="1">
            <a:spLocks/>
          </p:cNvSpPr>
          <p:nvPr/>
        </p:nvSpPr>
        <p:spPr>
          <a:xfrm>
            <a:off x="14749338" y="1242620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EE507564-DE79-3F01-FE94-75ECFDB877BE}"/>
              </a:ext>
            </a:extLst>
          </p:cNvPr>
          <p:cNvSpPr/>
          <p:nvPr/>
        </p:nvSpPr>
        <p:spPr>
          <a:xfrm rot="10800000">
            <a:off x="13739840" y="11754729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Connector 550">
            <a:extLst>
              <a:ext uri="{FF2B5EF4-FFF2-40B4-BE49-F238E27FC236}">
                <a16:creationId xmlns:a16="http://schemas.microsoft.com/office/drawing/2014/main" id="{756A9054-8F47-232B-CB28-A8D3E1827FBE}"/>
              </a:ext>
            </a:extLst>
          </p:cNvPr>
          <p:cNvCxnSpPr>
            <a:cxnSpLocks/>
          </p:cNvCxnSpPr>
          <p:nvPr/>
        </p:nvCxnSpPr>
        <p:spPr>
          <a:xfrm>
            <a:off x="14372387" y="1192025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Oval 551">
            <a:extLst>
              <a:ext uri="{FF2B5EF4-FFF2-40B4-BE49-F238E27FC236}">
                <a16:creationId xmlns:a16="http://schemas.microsoft.com/office/drawing/2014/main" id="{0E5D793F-E90D-C03A-D1B5-0D733BD0ABF4}"/>
              </a:ext>
            </a:extLst>
          </p:cNvPr>
          <p:cNvSpPr/>
          <p:nvPr/>
        </p:nvSpPr>
        <p:spPr>
          <a:xfrm>
            <a:off x="14589975" y="11873547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CC5AA033-BDA1-95F4-DB23-D1B5BEBE768E}"/>
              </a:ext>
            </a:extLst>
          </p:cNvPr>
          <p:cNvCxnSpPr>
            <a:cxnSpLocks/>
          </p:cNvCxnSpPr>
          <p:nvPr/>
        </p:nvCxnSpPr>
        <p:spPr>
          <a:xfrm>
            <a:off x="14685199" y="119214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Rectangle 553">
            <a:extLst>
              <a:ext uri="{FF2B5EF4-FFF2-40B4-BE49-F238E27FC236}">
                <a16:creationId xmlns:a16="http://schemas.microsoft.com/office/drawing/2014/main" id="{9B6E25B8-2275-452A-3DB4-19B297FB4A6D}"/>
              </a:ext>
            </a:extLst>
          </p:cNvPr>
          <p:cNvSpPr/>
          <p:nvPr/>
        </p:nvSpPr>
        <p:spPr>
          <a:xfrm rot="10800000">
            <a:off x="14951464" y="11749813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5" name="テキスト プレースホルダー 2">
            <a:extLst>
              <a:ext uri="{FF2B5EF4-FFF2-40B4-BE49-F238E27FC236}">
                <a16:creationId xmlns:a16="http://schemas.microsoft.com/office/drawing/2014/main" id="{8CF3C21A-10F3-6942-2315-0B10703895CA}"/>
              </a:ext>
            </a:extLst>
          </p:cNvPr>
          <p:cNvSpPr txBox="1">
            <a:spLocks/>
          </p:cNvSpPr>
          <p:nvPr/>
        </p:nvSpPr>
        <p:spPr>
          <a:xfrm>
            <a:off x="13661341" y="1123078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556" name="テキスト プレースホルダー 2">
            <a:extLst>
              <a:ext uri="{FF2B5EF4-FFF2-40B4-BE49-F238E27FC236}">
                <a16:creationId xmlns:a16="http://schemas.microsoft.com/office/drawing/2014/main" id="{E58F270E-E77A-9E64-F7AA-87A3E0125A52}"/>
              </a:ext>
            </a:extLst>
          </p:cNvPr>
          <p:cNvSpPr txBox="1">
            <a:spLocks/>
          </p:cNvSpPr>
          <p:nvPr/>
        </p:nvSpPr>
        <p:spPr>
          <a:xfrm>
            <a:off x="14858666" y="11211829"/>
            <a:ext cx="923686" cy="5487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C8343718-9E1A-47C8-747C-BAF4D88B2681}"/>
              </a:ext>
            </a:extLst>
          </p:cNvPr>
          <p:cNvSpPr/>
          <p:nvPr/>
        </p:nvSpPr>
        <p:spPr>
          <a:xfrm>
            <a:off x="13747391" y="12250576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8" name="Straight Arrow Connector 557">
            <a:extLst>
              <a:ext uri="{FF2B5EF4-FFF2-40B4-BE49-F238E27FC236}">
                <a16:creationId xmlns:a16="http://schemas.microsoft.com/office/drawing/2014/main" id="{D5CE90FC-976E-4D26-BB03-999CB11CB7D0}"/>
              </a:ext>
            </a:extLst>
          </p:cNvPr>
          <p:cNvCxnSpPr>
            <a:cxnSpLocks/>
          </p:cNvCxnSpPr>
          <p:nvPr/>
        </p:nvCxnSpPr>
        <p:spPr>
          <a:xfrm flipV="1">
            <a:off x="13905884" y="12378307"/>
            <a:ext cx="248168" cy="31476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0442DA7B-8B39-701D-CAD9-B24CC1F77A1B}"/>
              </a:ext>
            </a:extLst>
          </p:cNvPr>
          <p:cNvCxnSpPr>
            <a:cxnSpLocks/>
            <a:stCxn id="552" idx="7"/>
            <a:endCxn id="557" idx="7"/>
          </p:cNvCxnSpPr>
          <p:nvPr/>
        </p:nvCxnSpPr>
        <p:spPr>
          <a:xfrm flipH="1">
            <a:off x="14241663" y="11887181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0" name="テキスト プレースホルダー 2">
            <a:extLst>
              <a:ext uri="{FF2B5EF4-FFF2-40B4-BE49-F238E27FC236}">
                <a16:creationId xmlns:a16="http://schemas.microsoft.com/office/drawing/2014/main" id="{DE4D540B-594C-B4C3-BD50-43A314B8FFAF}"/>
              </a:ext>
            </a:extLst>
          </p:cNvPr>
          <p:cNvSpPr txBox="1">
            <a:spLocks/>
          </p:cNvSpPr>
          <p:nvPr/>
        </p:nvSpPr>
        <p:spPr>
          <a:xfrm>
            <a:off x="13393429" y="140368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61" name="テキスト プレースホルダー 2">
            <a:extLst>
              <a:ext uri="{FF2B5EF4-FFF2-40B4-BE49-F238E27FC236}">
                <a16:creationId xmlns:a16="http://schemas.microsoft.com/office/drawing/2014/main" id="{62583DD3-F725-E3C4-9C37-CE8F613EF9AD}"/>
              </a:ext>
            </a:extLst>
          </p:cNvPr>
          <p:cNvSpPr txBox="1">
            <a:spLocks/>
          </p:cNvSpPr>
          <p:nvPr/>
        </p:nvSpPr>
        <p:spPr>
          <a:xfrm>
            <a:off x="13064481" y="1184230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6C6DF784-4FD6-295C-A5CC-739E563626A8}"/>
              </a:ext>
            </a:extLst>
          </p:cNvPr>
          <p:cNvCxnSpPr>
            <a:cxnSpLocks/>
          </p:cNvCxnSpPr>
          <p:nvPr/>
        </p:nvCxnSpPr>
        <p:spPr>
          <a:xfrm>
            <a:off x="13127114" y="13591385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51B623C0-1188-7956-0223-1183AC0E5D38}"/>
              </a:ext>
            </a:extLst>
          </p:cNvPr>
          <p:cNvGrpSpPr/>
          <p:nvPr/>
        </p:nvGrpSpPr>
        <p:grpSpPr>
          <a:xfrm rot="5400000">
            <a:off x="13546342" y="12585137"/>
            <a:ext cx="225168" cy="403636"/>
            <a:chOff x="5124498" y="3780453"/>
            <a:chExt cx="225168" cy="403636"/>
          </a:xfrm>
        </p:grpSpPr>
        <p:cxnSp>
          <p:nvCxnSpPr>
            <p:cNvPr id="564" name="Straight Connector 563">
              <a:extLst>
                <a:ext uri="{FF2B5EF4-FFF2-40B4-BE49-F238E27FC236}">
                  <a16:creationId xmlns:a16="http://schemas.microsoft.com/office/drawing/2014/main" id="{AFF02C99-6E2B-E646-55F0-07224360F03C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564">
              <a:extLst>
                <a:ext uri="{FF2B5EF4-FFF2-40B4-BE49-F238E27FC236}">
                  <a16:creationId xmlns:a16="http://schemas.microsoft.com/office/drawing/2014/main" id="{AA905F95-4604-1F14-EF3C-DE8D33956323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565">
              <a:extLst>
                <a:ext uri="{FF2B5EF4-FFF2-40B4-BE49-F238E27FC236}">
                  <a16:creationId xmlns:a16="http://schemas.microsoft.com/office/drawing/2014/main" id="{779CC081-4601-8E20-FA1B-D8F1228E96DB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566">
              <a:extLst>
                <a:ext uri="{FF2B5EF4-FFF2-40B4-BE49-F238E27FC236}">
                  <a16:creationId xmlns:a16="http://schemas.microsoft.com/office/drawing/2014/main" id="{372B524A-2E31-1424-15AC-97B5B65CC3F1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72F358E8-4450-083A-44C3-C8A53BC52957}"/>
              </a:ext>
            </a:extLst>
          </p:cNvPr>
          <p:cNvCxnSpPr>
            <a:cxnSpLocks/>
          </p:cNvCxnSpPr>
          <p:nvPr/>
        </p:nvCxnSpPr>
        <p:spPr>
          <a:xfrm>
            <a:off x="14636551" y="13170910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79DE9DE8-6646-0958-4D20-7519FBCB6507}"/>
              </a:ext>
            </a:extLst>
          </p:cNvPr>
          <p:cNvCxnSpPr>
            <a:cxnSpLocks/>
          </p:cNvCxnSpPr>
          <p:nvPr/>
        </p:nvCxnSpPr>
        <p:spPr>
          <a:xfrm>
            <a:off x="14620776" y="11865751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20F47130-3384-0EFB-63A0-447849532955}"/>
              </a:ext>
            </a:extLst>
          </p:cNvPr>
          <p:cNvGrpSpPr/>
          <p:nvPr/>
        </p:nvGrpSpPr>
        <p:grpSpPr>
          <a:xfrm rot="16200000">
            <a:off x="14229154" y="11072082"/>
            <a:ext cx="794196" cy="182451"/>
            <a:chOff x="5478663" y="1384702"/>
            <a:chExt cx="794196" cy="182451"/>
          </a:xfrm>
        </p:grpSpPr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50AFD627-9EDB-E163-7C16-A0B2DCE9D9D1}"/>
                </a:ext>
              </a:extLst>
            </p:cNvPr>
            <p:cNvSpPr/>
            <p:nvPr/>
          </p:nvSpPr>
          <p:spPr>
            <a:xfrm>
              <a:off x="5478663" y="1386849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8E44B5D2-30AD-2863-4DF7-03E1D366E307}"/>
                </a:ext>
              </a:extLst>
            </p:cNvPr>
            <p:cNvSpPr/>
            <p:nvPr/>
          </p:nvSpPr>
          <p:spPr>
            <a:xfrm>
              <a:off x="5785609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3" name="Oval 572">
              <a:extLst>
                <a:ext uri="{FF2B5EF4-FFF2-40B4-BE49-F238E27FC236}">
                  <a16:creationId xmlns:a16="http://schemas.microsoft.com/office/drawing/2014/main" id="{245580B9-17E5-2A7D-0704-C9F0624248CB}"/>
                </a:ext>
              </a:extLst>
            </p:cNvPr>
            <p:cNvSpPr/>
            <p:nvPr/>
          </p:nvSpPr>
          <p:spPr>
            <a:xfrm>
              <a:off x="6092555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4" name="Rectangle 573">
            <a:extLst>
              <a:ext uri="{FF2B5EF4-FFF2-40B4-BE49-F238E27FC236}">
                <a16:creationId xmlns:a16="http://schemas.microsoft.com/office/drawing/2014/main" id="{A36382E9-48E9-D24F-DEDF-AE05E490D526}"/>
              </a:ext>
            </a:extLst>
          </p:cNvPr>
          <p:cNvSpPr/>
          <p:nvPr/>
        </p:nvSpPr>
        <p:spPr>
          <a:xfrm rot="10800000" flipV="1">
            <a:off x="13733677" y="8742216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5" name="Straight Connector 574">
            <a:extLst>
              <a:ext uri="{FF2B5EF4-FFF2-40B4-BE49-F238E27FC236}">
                <a16:creationId xmlns:a16="http://schemas.microsoft.com/office/drawing/2014/main" id="{1AF46422-EE88-3B54-3B59-52CC691B0598}"/>
              </a:ext>
            </a:extLst>
          </p:cNvPr>
          <p:cNvCxnSpPr>
            <a:cxnSpLocks/>
          </p:cNvCxnSpPr>
          <p:nvPr/>
        </p:nvCxnSpPr>
        <p:spPr>
          <a:xfrm flipV="1">
            <a:off x="14366224" y="888951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Oval 575">
            <a:extLst>
              <a:ext uri="{FF2B5EF4-FFF2-40B4-BE49-F238E27FC236}">
                <a16:creationId xmlns:a16="http://schemas.microsoft.com/office/drawing/2014/main" id="{A90CA207-5DEE-BECA-41F7-57D4633F5E7A}"/>
              </a:ext>
            </a:extLst>
          </p:cNvPr>
          <p:cNvSpPr/>
          <p:nvPr/>
        </p:nvSpPr>
        <p:spPr>
          <a:xfrm flipV="1">
            <a:off x="14609212" y="884312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B8E1A996-9C92-9B28-E997-556FF2B45C98}"/>
              </a:ext>
            </a:extLst>
          </p:cNvPr>
          <p:cNvCxnSpPr>
            <a:cxnSpLocks/>
          </p:cNvCxnSpPr>
          <p:nvPr/>
        </p:nvCxnSpPr>
        <p:spPr>
          <a:xfrm flipV="1">
            <a:off x="14679036" y="888835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Rectangle 577">
            <a:extLst>
              <a:ext uri="{FF2B5EF4-FFF2-40B4-BE49-F238E27FC236}">
                <a16:creationId xmlns:a16="http://schemas.microsoft.com/office/drawing/2014/main" id="{47360E38-D015-990C-C9BD-3C14EC742987}"/>
              </a:ext>
            </a:extLst>
          </p:cNvPr>
          <p:cNvSpPr/>
          <p:nvPr/>
        </p:nvSpPr>
        <p:spPr>
          <a:xfrm rot="10800000" flipV="1">
            <a:off x="14945301" y="8747132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BB3FE2CE-6E9A-894F-CFEE-D386940210FC}"/>
              </a:ext>
            </a:extLst>
          </p:cNvPr>
          <p:cNvCxnSpPr>
            <a:cxnSpLocks/>
          </p:cNvCxnSpPr>
          <p:nvPr/>
        </p:nvCxnSpPr>
        <p:spPr>
          <a:xfrm flipV="1">
            <a:off x="15584773" y="888997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0" name="Rectangle 579">
            <a:extLst>
              <a:ext uri="{FF2B5EF4-FFF2-40B4-BE49-F238E27FC236}">
                <a16:creationId xmlns:a16="http://schemas.microsoft.com/office/drawing/2014/main" id="{712F336D-79C1-7744-B27E-45003258228F}"/>
              </a:ext>
            </a:extLst>
          </p:cNvPr>
          <p:cNvSpPr/>
          <p:nvPr/>
        </p:nvSpPr>
        <p:spPr>
          <a:xfrm rot="16200000" flipV="1">
            <a:off x="14337536" y="948648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D780495E-ECFA-84C5-FA1B-138FF273D346}"/>
              </a:ext>
            </a:extLst>
          </p:cNvPr>
          <p:cNvCxnSpPr>
            <a:cxnSpLocks/>
          </p:cNvCxnSpPr>
          <p:nvPr/>
        </p:nvCxnSpPr>
        <p:spPr>
          <a:xfrm flipV="1">
            <a:off x="13126103" y="10575175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2" name="テキスト プレースホルダー 2">
            <a:extLst>
              <a:ext uri="{FF2B5EF4-FFF2-40B4-BE49-F238E27FC236}">
                <a16:creationId xmlns:a16="http://schemas.microsoft.com/office/drawing/2014/main" id="{AE5FB78A-CE87-F672-7663-9DFEC0C9964B}"/>
              </a:ext>
            </a:extLst>
          </p:cNvPr>
          <p:cNvSpPr txBox="1">
            <a:spLocks/>
          </p:cNvSpPr>
          <p:nvPr/>
        </p:nvSpPr>
        <p:spPr>
          <a:xfrm>
            <a:off x="13655178" y="903024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83" name="テキスト プレースホルダー 2">
            <a:extLst>
              <a:ext uri="{FF2B5EF4-FFF2-40B4-BE49-F238E27FC236}">
                <a16:creationId xmlns:a16="http://schemas.microsoft.com/office/drawing/2014/main" id="{BA445EE2-BDB5-4602-214C-9311E343E7DE}"/>
              </a:ext>
            </a:extLst>
          </p:cNvPr>
          <p:cNvSpPr txBox="1">
            <a:spLocks/>
          </p:cNvSpPr>
          <p:nvPr/>
        </p:nvSpPr>
        <p:spPr>
          <a:xfrm>
            <a:off x="14852503" y="9049196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84" name="Oval 583">
            <a:extLst>
              <a:ext uri="{FF2B5EF4-FFF2-40B4-BE49-F238E27FC236}">
                <a16:creationId xmlns:a16="http://schemas.microsoft.com/office/drawing/2014/main" id="{C20702E9-CDCC-3696-34D1-97730D524BB4}"/>
              </a:ext>
            </a:extLst>
          </p:cNvPr>
          <p:cNvSpPr/>
          <p:nvPr/>
        </p:nvSpPr>
        <p:spPr>
          <a:xfrm flipV="1">
            <a:off x="14366224" y="7834233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5" name="Straight Arrow Connector 584">
            <a:extLst>
              <a:ext uri="{FF2B5EF4-FFF2-40B4-BE49-F238E27FC236}">
                <a16:creationId xmlns:a16="http://schemas.microsoft.com/office/drawing/2014/main" id="{972EFF5E-475A-2C0A-5C07-937C7E4C589B}"/>
              </a:ext>
            </a:extLst>
          </p:cNvPr>
          <p:cNvCxnSpPr>
            <a:cxnSpLocks/>
          </p:cNvCxnSpPr>
          <p:nvPr/>
        </p:nvCxnSpPr>
        <p:spPr>
          <a:xfrm flipH="1">
            <a:off x="14650437" y="7918573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CF7D2BCC-F178-7813-B37E-ABEC74E52A07}"/>
              </a:ext>
            </a:extLst>
          </p:cNvPr>
          <p:cNvCxnSpPr>
            <a:cxnSpLocks/>
          </p:cNvCxnSpPr>
          <p:nvPr/>
        </p:nvCxnSpPr>
        <p:spPr>
          <a:xfrm flipV="1">
            <a:off x="14659329" y="8413880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2F075E57-D8C5-BB02-B603-0E0D0EA65CBD}"/>
              </a:ext>
            </a:extLst>
          </p:cNvPr>
          <p:cNvCxnSpPr>
            <a:cxnSpLocks/>
          </p:cNvCxnSpPr>
          <p:nvPr/>
        </p:nvCxnSpPr>
        <p:spPr>
          <a:xfrm flipV="1">
            <a:off x="14540583" y="7497239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5705DA5F-68AE-57F9-88EB-6A94AABADF28}"/>
              </a:ext>
            </a:extLst>
          </p:cNvPr>
          <p:cNvCxnSpPr/>
          <p:nvPr/>
        </p:nvCxnSpPr>
        <p:spPr>
          <a:xfrm flipV="1">
            <a:off x="14650437" y="749723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97F41F54-60A3-A93A-2A47-A2BF9949C252}"/>
              </a:ext>
            </a:extLst>
          </p:cNvPr>
          <p:cNvCxnSpPr>
            <a:cxnSpLocks/>
          </p:cNvCxnSpPr>
          <p:nvPr/>
        </p:nvCxnSpPr>
        <p:spPr>
          <a:xfrm flipV="1">
            <a:off x="14598304" y="745973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33BB546E-77B9-E199-A5A8-B69238141113}"/>
              </a:ext>
            </a:extLst>
          </p:cNvPr>
          <p:cNvCxnSpPr>
            <a:cxnSpLocks/>
          </p:cNvCxnSpPr>
          <p:nvPr/>
        </p:nvCxnSpPr>
        <p:spPr>
          <a:xfrm flipV="1">
            <a:off x="14622815" y="742222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1" name="テキスト プレースホルダー 2">
            <a:extLst>
              <a:ext uri="{FF2B5EF4-FFF2-40B4-BE49-F238E27FC236}">
                <a16:creationId xmlns:a16="http://schemas.microsoft.com/office/drawing/2014/main" id="{FB258766-723F-F55F-91EE-3CEE979733ED}"/>
              </a:ext>
            </a:extLst>
          </p:cNvPr>
          <p:cNvSpPr txBox="1">
            <a:spLocks/>
          </p:cNvSpPr>
          <p:nvPr/>
        </p:nvSpPr>
        <p:spPr>
          <a:xfrm>
            <a:off x="14773523" y="950681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78F95206-0F0C-FF82-D7C6-BB33FF000D87}"/>
              </a:ext>
            </a:extLst>
          </p:cNvPr>
          <p:cNvSpPr/>
          <p:nvPr/>
        </p:nvSpPr>
        <p:spPr>
          <a:xfrm rot="10800000" flipV="1">
            <a:off x="13764025" y="10414202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4A59E6D4-6FC4-833B-3C97-D415C986FC8C}"/>
              </a:ext>
            </a:extLst>
          </p:cNvPr>
          <p:cNvCxnSpPr>
            <a:cxnSpLocks/>
          </p:cNvCxnSpPr>
          <p:nvPr/>
        </p:nvCxnSpPr>
        <p:spPr>
          <a:xfrm flipV="1">
            <a:off x="14396572" y="105615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" name="Oval 593">
            <a:extLst>
              <a:ext uri="{FF2B5EF4-FFF2-40B4-BE49-F238E27FC236}">
                <a16:creationId xmlns:a16="http://schemas.microsoft.com/office/drawing/2014/main" id="{885BD6AE-0334-5776-9297-A2FA25029263}"/>
              </a:ext>
            </a:extLst>
          </p:cNvPr>
          <p:cNvSpPr/>
          <p:nvPr/>
        </p:nvSpPr>
        <p:spPr>
          <a:xfrm flipV="1">
            <a:off x="14614160" y="1051510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4736238E-9275-E241-74AD-618BFAC997FA}"/>
              </a:ext>
            </a:extLst>
          </p:cNvPr>
          <p:cNvCxnSpPr>
            <a:cxnSpLocks/>
          </p:cNvCxnSpPr>
          <p:nvPr/>
        </p:nvCxnSpPr>
        <p:spPr>
          <a:xfrm flipV="1">
            <a:off x="14709384" y="1056033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6" name="Rectangle 595">
            <a:extLst>
              <a:ext uri="{FF2B5EF4-FFF2-40B4-BE49-F238E27FC236}">
                <a16:creationId xmlns:a16="http://schemas.microsoft.com/office/drawing/2014/main" id="{837E4A97-920C-8C4F-4E70-CC27192199D4}"/>
              </a:ext>
            </a:extLst>
          </p:cNvPr>
          <p:cNvSpPr/>
          <p:nvPr/>
        </p:nvSpPr>
        <p:spPr>
          <a:xfrm rot="10800000" flipV="1">
            <a:off x="14975649" y="10419118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7" name="テキスト プレースホルダー 2">
            <a:extLst>
              <a:ext uri="{FF2B5EF4-FFF2-40B4-BE49-F238E27FC236}">
                <a16:creationId xmlns:a16="http://schemas.microsoft.com/office/drawing/2014/main" id="{FAEF7D53-3448-D749-F602-1E608DBDD0A6}"/>
              </a:ext>
            </a:extLst>
          </p:cNvPr>
          <p:cNvSpPr txBox="1">
            <a:spLocks/>
          </p:cNvSpPr>
          <p:nvPr/>
        </p:nvSpPr>
        <p:spPr>
          <a:xfrm>
            <a:off x="13685526" y="1070223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98" name="テキスト プレースホルダー 2">
            <a:extLst>
              <a:ext uri="{FF2B5EF4-FFF2-40B4-BE49-F238E27FC236}">
                <a16:creationId xmlns:a16="http://schemas.microsoft.com/office/drawing/2014/main" id="{9742C058-C09C-4340-F906-090960220E83}"/>
              </a:ext>
            </a:extLst>
          </p:cNvPr>
          <p:cNvSpPr txBox="1">
            <a:spLocks/>
          </p:cNvSpPr>
          <p:nvPr/>
        </p:nvSpPr>
        <p:spPr>
          <a:xfrm>
            <a:off x="14882851" y="1072118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99" name="Oval 598">
            <a:extLst>
              <a:ext uri="{FF2B5EF4-FFF2-40B4-BE49-F238E27FC236}">
                <a16:creationId xmlns:a16="http://schemas.microsoft.com/office/drawing/2014/main" id="{5BA58823-DFD6-6F90-875D-796D529DCB5C}"/>
              </a:ext>
            </a:extLst>
          </p:cNvPr>
          <p:cNvSpPr/>
          <p:nvPr/>
        </p:nvSpPr>
        <p:spPr>
          <a:xfrm flipV="1">
            <a:off x="13771576" y="9652100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0" name="Straight Arrow Connector 599">
            <a:extLst>
              <a:ext uri="{FF2B5EF4-FFF2-40B4-BE49-F238E27FC236}">
                <a16:creationId xmlns:a16="http://schemas.microsoft.com/office/drawing/2014/main" id="{30A89F92-5A0E-3F07-6CC2-B03DF12C7948}"/>
              </a:ext>
            </a:extLst>
          </p:cNvPr>
          <p:cNvCxnSpPr>
            <a:cxnSpLocks/>
          </p:cNvCxnSpPr>
          <p:nvPr/>
        </p:nvCxnSpPr>
        <p:spPr>
          <a:xfrm>
            <a:off x="13930069" y="9788678"/>
            <a:ext cx="248168" cy="314767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48CC8DFE-55B6-CE7F-275F-FB4FF2531E7E}"/>
              </a:ext>
            </a:extLst>
          </p:cNvPr>
          <p:cNvCxnSpPr>
            <a:cxnSpLocks/>
            <a:stCxn id="594" idx="7"/>
            <a:endCxn id="599" idx="7"/>
          </p:cNvCxnSpPr>
          <p:nvPr/>
        </p:nvCxnSpPr>
        <p:spPr>
          <a:xfrm flipH="1" flipV="1">
            <a:off x="14265848" y="10146372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2" name="テキスト プレースホルダー 2">
            <a:extLst>
              <a:ext uri="{FF2B5EF4-FFF2-40B4-BE49-F238E27FC236}">
                <a16:creationId xmlns:a16="http://schemas.microsoft.com/office/drawing/2014/main" id="{ABEA9460-338D-AB16-3EB1-DC72EF8CF579}"/>
              </a:ext>
            </a:extLst>
          </p:cNvPr>
          <p:cNvSpPr txBox="1">
            <a:spLocks/>
          </p:cNvSpPr>
          <p:nvPr/>
        </p:nvSpPr>
        <p:spPr>
          <a:xfrm>
            <a:off x="13417614" y="789620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03" name="テキスト プレースホルダー 2">
            <a:extLst>
              <a:ext uri="{FF2B5EF4-FFF2-40B4-BE49-F238E27FC236}">
                <a16:creationId xmlns:a16="http://schemas.microsoft.com/office/drawing/2014/main" id="{946E94EE-5394-7AAE-1205-4015267F5A3E}"/>
              </a:ext>
            </a:extLst>
          </p:cNvPr>
          <p:cNvSpPr txBox="1">
            <a:spLocks/>
          </p:cNvSpPr>
          <p:nvPr/>
        </p:nvSpPr>
        <p:spPr>
          <a:xfrm>
            <a:off x="13075414" y="98521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C7626B65-6220-4553-8D36-0107F3FD6CD4}"/>
              </a:ext>
            </a:extLst>
          </p:cNvPr>
          <p:cNvCxnSpPr>
            <a:cxnSpLocks/>
          </p:cNvCxnSpPr>
          <p:nvPr/>
        </p:nvCxnSpPr>
        <p:spPr>
          <a:xfrm>
            <a:off x="13101918" y="8890367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1FF763FA-9A8F-CC53-A818-AAA50BC7D36B}"/>
              </a:ext>
            </a:extLst>
          </p:cNvPr>
          <p:cNvGrpSpPr/>
          <p:nvPr/>
        </p:nvGrpSpPr>
        <p:grpSpPr>
          <a:xfrm rot="16200000" flipV="1">
            <a:off x="13570527" y="9492979"/>
            <a:ext cx="225168" cy="403636"/>
            <a:chOff x="5124498" y="3780453"/>
            <a:chExt cx="225168" cy="403636"/>
          </a:xfrm>
        </p:grpSpPr>
        <p:cxnSp>
          <p:nvCxnSpPr>
            <p:cNvPr id="606" name="Straight Connector 605">
              <a:extLst>
                <a:ext uri="{FF2B5EF4-FFF2-40B4-BE49-F238E27FC236}">
                  <a16:creationId xmlns:a16="http://schemas.microsoft.com/office/drawing/2014/main" id="{502FDC92-5101-E0CC-D246-E2EC26B70083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954B4622-0620-0F31-B1B1-77318CE39A99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03D877BC-E93B-6D09-F17D-C7CE090F175D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02B2846E-9FAA-90B1-FAD3-CBCE0DA268DB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9599A3B2-7BF8-FDC4-AA51-C199A444F7D2}"/>
              </a:ext>
            </a:extLst>
          </p:cNvPr>
          <p:cNvCxnSpPr>
            <a:cxnSpLocks/>
          </p:cNvCxnSpPr>
          <p:nvPr/>
        </p:nvCxnSpPr>
        <p:spPr>
          <a:xfrm flipV="1">
            <a:off x="14660736" y="8881031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FBFA62A1-C27C-F62D-A90D-83B031A000D3}"/>
              </a:ext>
            </a:extLst>
          </p:cNvPr>
          <p:cNvCxnSpPr>
            <a:cxnSpLocks/>
          </p:cNvCxnSpPr>
          <p:nvPr/>
        </p:nvCxnSpPr>
        <p:spPr>
          <a:xfrm flipV="1">
            <a:off x="14644961" y="9960976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2" name="Rectangle 611">
            <a:extLst>
              <a:ext uri="{FF2B5EF4-FFF2-40B4-BE49-F238E27FC236}">
                <a16:creationId xmlns:a16="http://schemas.microsoft.com/office/drawing/2014/main" id="{FA98672B-7AD6-2068-B750-7408D2265673}"/>
              </a:ext>
            </a:extLst>
          </p:cNvPr>
          <p:cNvSpPr/>
          <p:nvPr/>
        </p:nvSpPr>
        <p:spPr>
          <a:xfrm rot="16200000" flipH="1">
            <a:off x="19792212" y="12033086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94D9845A-4667-A725-30A5-440DF5DC8418}"/>
              </a:ext>
            </a:extLst>
          </p:cNvPr>
          <p:cNvSpPr/>
          <p:nvPr/>
        </p:nvSpPr>
        <p:spPr>
          <a:xfrm rot="16200000" flipH="1">
            <a:off x="19254222" y="12033086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5D82A99F-B92C-7389-EB7D-23878262632F}"/>
              </a:ext>
            </a:extLst>
          </p:cNvPr>
          <p:cNvCxnSpPr>
            <a:cxnSpLocks/>
            <a:stCxn id="612" idx="3"/>
          </p:cNvCxnSpPr>
          <p:nvPr/>
        </p:nvCxnSpPr>
        <p:spPr>
          <a:xfrm flipH="1">
            <a:off x="20111948" y="125092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D8CC5CD9-0AC7-A74E-FBA6-02AB8F8F9766}"/>
              </a:ext>
            </a:extLst>
          </p:cNvPr>
          <p:cNvCxnSpPr/>
          <p:nvPr/>
        </p:nvCxnSpPr>
        <p:spPr>
          <a:xfrm flipH="1">
            <a:off x="19579418" y="125092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6B1CD2CD-4A49-1092-2543-C868726597C1}"/>
              </a:ext>
            </a:extLst>
          </p:cNvPr>
          <p:cNvCxnSpPr>
            <a:cxnSpLocks/>
          </p:cNvCxnSpPr>
          <p:nvPr/>
        </p:nvCxnSpPr>
        <p:spPr>
          <a:xfrm flipH="1">
            <a:off x="19579418" y="12837853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DEADA209-283E-17CB-212C-0EBC19C28695}"/>
              </a:ext>
            </a:extLst>
          </p:cNvPr>
          <p:cNvCxnSpPr>
            <a:cxnSpLocks/>
          </p:cNvCxnSpPr>
          <p:nvPr/>
        </p:nvCxnSpPr>
        <p:spPr>
          <a:xfrm flipH="1">
            <a:off x="19845683" y="1283785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BA67BDA0-87B2-AAB2-FC2E-8723DEDEAE2E}"/>
              </a:ext>
            </a:extLst>
          </p:cNvPr>
          <p:cNvCxnSpPr>
            <a:cxnSpLocks/>
          </p:cNvCxnSpPr>
          <p:nvPr/>
        </p:nvCxnSpPr>
        <p:spPr>
          <a:xfrm flipH="1">
            <a:off x="19607478" y="13166473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F03A2C30-2106-426B-AAD2-198743ACBD89}"/>
              </a:ext>
            </a:extLst>
          </p:cNvPr>
          <p:cNvCxnSpPr>
            <a:cxnSpLocks/>
          </p:cNvCxnSpPr>
          <p:nvPr/>
        </p:nvCxnSpPr>
        <p:spPr>
          <a:xfrm flipH="1">
            <a:off x="19685199" y="13302865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2EE6A95E-CBBF-9569-E29F-7259DFD7A0FD}"/>
              </a:ext>
            </a:extLst>
          </p:cNvPr>
          <p:cNvCxnSpPr>
            <a:cxnSpLocks/>
          </p:cNvCxnSpPr>
          <p:nvPr/>
        </p:nvCxnSpPr>
        <p:spPr>
          <a:xfrm flipH="1">
            <a:off x="19730369" y="13631485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E9FC619F-D6E4-F952-C5FF-47A67B8EAD9B}"/>
              </a:ext>
            </a:extLst>
          </p:cNvPr>
          <p:cNvCxnSpPr/>
          <p:nvPr/>
        </p:nvCxnSpPr>
        <p:spPr>
          <a:xfrm flipH="1">
            <a:off x="19845683" y="13302865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9224B135-3540-0231-6AA9-F20CA11CADC2}"/>
              </a:ext>
            </a:extLst>
          </p:cNvPr>
          <p:cNvCxnSpPr>
            <a:cxnSpLocks/>
          </p:cNvCxnSpPr>
          <p:nvPr/>
        </p:nvCxnSpPr>
        <p:spPr>
          <a:xfrm flipH="1">
            <a:off x="19779878" y="13668993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3BCB198D-605A-EC08-FF56-9488BEC58467}"/>
              </a:ext>
            </a:extLst>
          </p:cNvPr>
          <p:cNvCxnSpPr>
            <a:cxnSpLocks/>
          </p:cNvCxnSpPr>
          <p:nvPr/>
        </p:nvCxnSpPr>
        <p:spPr>
          <a:xfrm flipH="1">
            <a:off x="19814336" y="13706501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6F9B6C4F-1518-4D74-6C39-EDCD8912F2B1}"/>
              </a:ext>
            </a:extLst>
          </p:cNvPr>
          <p:cNvCxnSpPr/>
          <p:nvPr/>
        </p:nvCxnSpPr>
        <p:spPr>
          <a:xfrm flipH="1">
            <a:off x="20111948" y="1154114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AB2B9A48-091C-A1E4-4578-A3E91F3B5373}"/>
              </a:ext>
            </a:extLst>
          </p:cNvPr>
          <p:cNvCxnSpPr/>
          <p:nvPr/>
        </p:nvCxnSpPr>
        <p:spPr>
          <a:xfrm flipH="1">
            <a:off x="19579418" y="1154114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B22B7884-2647-278E-C1CC-EC56F55A71E6}"/>
              </a:ext>
            </a:extLst>
          </p:cNvPr>
          <p:cNvCxnSpPr>
            <a:cxnSpLocks/>
          </p:cNvCxnSpPr>
          <p:nvPr/>
        </p:nvCxnSpPr>
        <p:spPr>
          <a:xfrm flipH="1">
            <a:off x="19579418" y="11552779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B6C7611D-F4DE-7E62-E869-16617BE2C1ED}"/>
              </a:ext>
            </a:extLst>
          </p:cNvPr>
          <p:cNvCxnSpPr>
            <a:cxnSpLocks/>
          </p:cNvCxnSpPr>
          <p:nvPr/>
        </p:nvCxnSpPr>
        <p:spPr>
          <a:xfrm flipH="1">
            <a:off x="19845683" y="1121252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8" name="Rectangle 627">
            <a:extLst>
              <a:ext uri="{FF2B5EF4-FFF2-40B4-BE49-F238E27FC236}">
                <a16:creationId xmlns:a16="http://schemas.microsoft.com/office/drawing/2014/main" id="{700DF3E9-D69C-09E0-64B4-5069DE6B360D}"/>
              </a:ext>
            </a:extLst>
          </p:cNvPr>
          <p:cNvSpPr/>
          <p:nvPr/>
        </p:nvSpPr>
        <p:spPr>
          <a:xfrm rot="10800000" flipH="1">
            <a:off x="18939946" y="11072371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EB772B90-A5F4-90A0-CFEF-513A3E0BDA3E}"/>
              </a:ext>
            </a:extLst>
          </p:cNvPr>
          <p:cNvCxnSpPr>
            <a:cxnSpLocks/>
          </p:cNvCxnSpPr>
          <p:nvPr/>
        </p:nvCxnSpPr>
        <p:spPr>
          <a:xfrm flipH="1">
            <a:off x="19579418" y="1122924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6CD31E7B-5116-98DB-9676-2133617DC0A0}"/>
              </a:ext>
            </a:extLst>
          </p:cNvPr>
          <p:cNvCxnSpPr>
            <a:cxnSpLocks/>
          </p:cNvCxnSpPr>
          <p:nvPr/>
        </p:nvCxnSpPr>
        <p:spPr>
          <a:xfrm flipH="1">
            <a:off x="18673681" y="1122939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FE43259A-8099-F023-2686-9EF3D6D0191C}"/>
              </a:ext>
            </a:extLst>
          </p:cNvPr>
          <p:cNvSpPr/>
          <p:nvPr/>
        </p:nvSpPr>
        <p:spPr>
          <a:xfrm flipH="1">
            <a:off x="18603859" y="1118269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2" name="Straight Connector 631">
            <a:extLst>
              <a:ext uri="{FF2B5EF4-FFF2-40B4-BE49-F238E27FC236}">
                <a16:creationId xmlns:a16="http://schemas.microsoft.com/office/drawing/2014/main" id="{FA984863-2F81-6D3A-8AB2-E8E367D5FF55}"/>
              </a:ext>
            </a:extLst>
          </p:cNvPr>
          <p:cNvCxnSpPr>
            <a:cxnSpLocks/>
          </p:cNvCxnSpPr>
          <p:nvPr/>
        </p:nvCxnSpPr>
        <p:spPr>
          <a:xfrm flipH="1">
            <a:off x="18360869" y="1123055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Rectangle 632">
            <a:extLst>
              <a:ext uri="{FF2B5EF4-FFF2-40B4-BE49-F238E27FC236}">
                <a16:creationId xmlns:a16="http://schemas.microsoft.com/office/drawing/2014/main" id="{362F8487-8DCE-D9A9-390A-A2AA60E9B666}"/>
              </a:ext>
            </a:extLst>
          </p:cNvPr>
          <p:cNvSpPr/>
          <p:nvPr/>
        </p:nvSpPr>
        <p:spPr>
          <a:xfrm rot="10800000" flipH="1">
            <a:off x="17721397" y="11056109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582B0A8A-B34C-933D-CBDE-152727D0C472}"/>
              </a:ext>
            </a:extLst>
          </p:cNvPr>
          <p:cNvCxnSpPr>
            <a:cxnSpLocks/>
          </p:cNvCxnSpPr>
          <p:nvPr/>
        </p:nvCxnSpPr>
        <p:spPr>
          <a:xfrm flipH="1">
            <a:off x="17455132" y="1122013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Rectangle 634">
            <a:extLst>
              <a:ext uri="{FF2B5EF4-FFF2-40B4-BE49-F238E27FC236}">
                <a16:creationId xmlns:a16="http://schemas.microsoft.com/office/drawing/2014/main" id="{9EE0E25D-1B1A-E0D4-8825-0F073ADEAA3C}"/>
              </a:ext>
            </a:extLst>
          </p:cNvPr>
          <p:cNvSpPr/>
          <p:nvPr/>
        </p:nvSpPr>
        <p:spPr>
          <a:xfrm rot="10800000" flipH="1">
            <a:off x="16822585" y="11063721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D805032D-1F63-E2E5-7887-66770056903E}"/>
              </a:ext>
            </a:extLst>
          </p:cNvPr>
          <p:cNvCxnSpPr>
            <a:cxnSpLocks/>
          </p:cNvCxnSpPr>
          <p:nvPr/>
        </p:nvCxnSpPr>
        <p:spPr>
          <a:xfrm flipH="1">
            <a:off x="16257494" y="11220133"/>
            <a:ext cx="5737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テキスト プレースホルダー 2">
            <a:extLst>
              <a:ext uri="{FF2B5EF4-FFF2-40B4-BE49-F238E27FC236}">
                <a16:creationId xmlns:a16="http://schemas.microsoft.com/office/drawing/2014/main" id="{BC8FA41C-C3A6-B6C2-C4FA-D701B0D60876}"/>
              </a:ext>
            </a:extLst>
          </p:cNvPr>
          <p:cNvSpPr txBox="1">
            <a:spLocks/>
          </p:cNvSpPr>
          <p:nvPr/>
        </p:nvSpPr>
        <p:spPr>
          <a:xfrm flipH="1">
            <a:off x="18547065" y="1301393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38" name="テキスト プレースホルダー 2">
            <a:extLst>
              <a:ext uri="{FF2B5EF4-FFF2-40B4-BE49-F238E27FC236}">
                <a16:creationId xmlns:a16="http://schemas.microsoft.com/office/drawing/2014/main" id="{96898796-A9EE-9EA9-A4C1-C99747B1F651}"/>
              </a:ext>
            </a:extLst>
          </p:cNvPr>
          <p:cNvSpPr txBox="1">
            <a:spLocks/>
          </p:cNvSpPr>
          <p:nvPr/>
        </p:nvSpPr>
        <p:spPr>
          <a:xfrm flipH="1">
            <a:off x="18655732" y="12437988"/>
            <a:ext cx="101049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639" name="テキスト プレースホルダー 2">
            <a:extLst>
              <a:ext uri="{FF2B5EF4-FFF2-40B4-BE49-F238E27FC236}">
                <a16:creationId xmlns:a16="http://schemas.microsoft.com/office/drawing/2014/main" id="{EBF3D482-9AA9-0B2D-56B2-1F1DA9364F4A}"/>
              </a:ext>
            </a:extLst>
          </p:cNvPr>
          <p:cNvSpPr txBox="1">
            <a:spLocks/>
          </p:cNvSpPr>
          <p:nvPr/>
        </p:nvSpPr>
        <p:spPr>
          <a:xfrm flipH="1">
            <a:off x="20190711" y="12459744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0" name="テキスト プレースホルダー 2">
            <a:extLst>
              <a:ext uri="{FF2B5EF4-FFF2-40B4-BE49-F238E27FC236}">
                <a16:creationId xmlns:a16="http://schemas.microsoft.com/office/drawing/2014/main" id="{05DA8FCB-BFED-C125-EB34-A4E1242AF9A4}"/>
              </a:ext>
            </a:extLst>
          </p:cNvPr>
          <p:cNvSpPr txBox="1">
            <a:spLocks/>
          </p:cNvSpPr>
          <p:nvPr/>
        </p:nvSpPr>
        <p:spPr>
          <a:xfrm flipH="1">
            <a:off x="18806814" y="1053487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1" name="テキスト プレースホルダー 2">
            <a:extLst>
              <a:ext uri="{FF2B5EF4-FFF2-40B4-BE49-F238E27FC236}">
                <a16:creationId xmlns:a16="http://schemas.microsoft.com/office/drawing/2014/main" id="{DF6D9C0D-09CE-7E90-5A00-4EB626CF788D}"/>
              </a:ext>
            </a:extLst>
          </p:cNvPr>
          <p:cNvSpPr txBox="1">
            <a:spLocks/>
          </p:cNvSpPr>
          <p:nvPr/>
        </p:nvSpPr>
        <p:spPr>
          <a:xfrm flipH="1">
            <a:off x="17553468" y="1053977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2" name="テキスト プレースホルダー 2">
            <a:extLst>
              <a:ext uri="{FF2B5EF4-FFF2-40B4-BE49-F238E27FC236}">
                <a16:creationId xmlns:a16="http://schemas.microsoft.com/office/drawing/2014/main" id="{8B760B5A-6FB5-24C7-F7FE-84D59C777C33}"/>
              </a:ext>
            </a:extLst>
          </p:cNvPr>
          <p:cNvSpPr txBox="1">
            <a:spLocks/>
          </p:cNvSpPr>
          <p:nvPr/>
        </p:nvSpPr>
        <p:spPr>
          <a:xfrm flipH="1">
            <a:off x="16538713" y="10539774"/>
            <a:ext cx="1030654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913A2A93-71D0-F387-1E74-E255FE8D6B41}"/>
              </a:ext>
            </a:extLst>
          </p:cNvPr>
          <p:cNvSpPr/>
          <p:nvPr/>
        </p:nvSpPr>
        <p:spPr>
          <a:xfrm flipH="1">
            <a:off x="18360870" y="11706021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4" name="Straight Arrow Connector 643">
            <a:extLst>
              <a:ext uri="{FF2B5EF4-FFF2-40B4-BE49-F238E27FC236}">
                <a16:creationId xmlns:a16="http://schemas.microsoft.com/office/drawing/2014/main" id="{C732DCD2-D6D2-18E0-5E42-09F2FBA9993B}"/>
              </a:ext>
            </a:extLst>
          </p:cNvPr>
          <p:cNvCxnSpPr>
            <a:cxnSpLocks/>
          </p:cNvCxnSpPr>
          <p:nvPr/>
        </p:nvCxnSpPr>
        <p:spPr>
          <a:xfrm flipV="1">
            <a:off x="18650408" y="11790361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DA8EC0E3-E6B9-8D59-B248-ED8C5308BCED}"/>
              </a:ext>
            </a:extLst>
          </p:cNvPr>
          <p:cNvCxnSpPr>
            <a:cxnSpLocks/>
          </p:cNvCxnSpPr>
          <p:nvPr/>
        </p:nvCxnSpPr>
        <p:spPr>
          <a:xfrm flipH="1">
            <a:off x="18646841" y="11275639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645">
            <a:extLst>
              <a:ext uri="{FF2B5EF4-FFF2-40B4-BE49-F238E27FC236}">
                <a16:creationId xmlns:a16="http://schemas.microsoft.com/office/drawing/2014/main" id="{E7793FD1-2B7B-62FF-4793-4F4128E0C217}"/>
              </a:ext>
            </a:extLst>
          </p:cNvPr>
          <p:cNvCxnSpPr>
            <a:cxnSpLocks/>
          </p:cNvCxnSpPr>
          <p:nvPr/>
        </p:nvCxnSpPr>
        <p:spPr>
          <a:xfrm flipH="1">
            <a:off x="18530160" y="12622091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646">
            <a:extLst>
              <a:ext uri="{FF2B5EF4-FFF2-40B4-BE49-F238E27FC236}">
                <a16:creationId xmlns:a16="http://schemas.microsoft.com/office/drawing/2014/main" id="{010E81A2-0C15-C990-780D-39203F1EEB28}"/>
              </a:ext>
            </a:extLst>
          </p:cNvPr>
          <p:cNvCxnSpPr/>
          <p:nvPr/>
        </p:nvCxnSpPr>
        <p:spPr>
          <a:xfrm flipH="1">
            <a:off x="18645474" y="1229347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2C9569C1-93DF-7414-FF64-793362C4470D}"/>
              </a:ext>
            </a:extLst>
          </p:cNvPr>
          <p:cNvCxnSpPr>
            <a:cxnSpLocks/>
          </p:cNvCxnSpPr>
          <p:nvPr/>
        </p:nvCxnSpPr>
        <p:spPr>
          <a:xfrm flipH="1">
            <a:off x="18579669" y="12659599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648">
            <a:extLst>
              <a:ext uri="{FF2B5EF4-FFF2-40B4-BE49-F238E27FC236}">
                <a16:creationId xmlns:a16="http://schemas.microsoft.com/office/drawing/2014/main" id="{8C9A760B-2D94-C272-4B23-7FAC01E69F35}"/>
              </a:ext>
            </a:extLst>
          </p:cNvPr>
          <p:cNvCxnSpPr>
            <a:cxnSpLocks/>
          </p:cNvCxnSpPr>
          <p:nvPr/>
        </p:nvCxnSpPr>
        <p:spPr>
          <a:xfrm flipH="1">
            <a:off x="18614127" y="1269710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649">
            <a:extLst>
              <a:ext uri="{FF2B5EF4-FFF2-40B4-BE49-F238E27FC236}">
                <a16:creationId xmlns:a16="http://schemas.microsoft.com/office/drawing/2014/main" id="{89665487-E5FB-23A9-5591-241AFCA9DFA4}"/>
              </a:ext>
            </a:extLst>
          </p:cNvPr>
          <p:cNvCxnSpPr>
            <a:cxnSpLocks/>
          </p:cNvCxnSpPr>
          <p:nvPr/>
        </p:nvCxnSpPr>
        <p:spPr>
          <a:xfrm>
            <a:off x="15605632" y="11908641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650">
            <a:extLst>
              <a:ext uri="{FF2B5EF4-FFF2-40B4-BE49-F238E27FC236}">
                <a16:creationId xmlns:a16="http://schemas.microsoft.com/office/drawing/2014/main" id="{38F0D257-78A8-9604-B415-028129F66303}"/>
              </a:ext>
            </a:extLst>
          </p:cNvPr>
          <p:cNvCxnSpPr>
            <a:cxnSpLocks/>
          </p:cNvCxnSpPr>
          <p:nvPr/>
        </p:nvCxnSpPr>
        <p:spPr>
          <a:xfrm>
            <a:off x="15630828" y="13593449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651">
            <a:extLst>
              <a:ext uri="{FF2B5EF4-FFF2-40B4-BE49-F238E27FC236}">
                <a16:creationId xmlns:a16="http://schemas.microsoft.com/office/drawing/2014/main" id="{B9791A32-725F-D930-89B0-BD33148A91B9}"/>
              </a:ext>
            </a:extLst>
          </p:cNvPr>
          <p:cNvCxnSpPr>
            <a:cxnSpLocks/>
          </p:cNvCxnSpPr>
          <p:nvPr/>
        </p:nvCxnSpPr>
        <p:spPr>
          <a:xfrm flipV="1">
            <a:off x="15629817" y="10577239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46217514-0DF6-C755-6CBE-293D81872C04}"/>
              </a:ext>
            </a:extLst>
          </p:cNvPr>
          <p:cNvCxnSpPr>
            <a:cxnSpLocks/>
          </p:cNvCxnSpPr>
          <p:nvPr/>
        </p:nvCxnSpPr>
        <p:spPr>
          <a:xfrm>
            <a:off x="15605632" y="8892431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F08E57DE-CD31-EE42-E18C-F4ABAC3D9051}"/>
              </a:ext>
            </a:extLst>
          </p:cNvPr>
          <p:cNvCxnSpPr>
            <a:cxnSpLocks/>
          </p:cNvCxnSpPr>
          <p:nvPr/>
        </p:nvCxnSpPr>
        <p:spPr>
          <a:xfrm>
            <a:off x="16239804" y="8909557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5" name="Graphic 654">
            <a:extLst>
              <a:ext uri="{FF2B5EF4-FFF2-40B4-BE49-F238E27FC236}">
                <a16:creationId xmlns:a16="http://schemas.microsoft.com/office/drawing/2014/main" id="{B7BC1F90-8C72-536A-7933-031089F6AA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4937" y="1249770"/>
            <a:ext cx="9975600" cy="1506038"/>
          </a:xfrm>
          <a:prstGeom prst="rect">
            <a:avLst/>
          </a:prstGeom>
        </p:spPr>
      </p:pic>
      <p:sp>
        <p:nvSpPr>
          <p:cNvPr id="793" name="テキスト プレースホルダー 2">
            <a:extLst>
              <a:ext uri="{FF2B5EF4-FFF2-40B4-BE49-F238E27FC236}">
                <a16:creationId xmlns:a16="http://schemas.microsoft.com/office/drawing/2014/main" id="{B739D3DD-FEE8-A0E0-8675-78AF74DE72E7}"/>
              </a:ext>
            </a:extLst>
          </p:cNvPr>
          <p:cNvSpPr txBox="1">
            <a:spLocks/>
          </p:cNvSpPr>
          <p:nvPr/>
        </p:nvSpPr>
        <p:spPr>
          <a:xfrm>
            <a:off x="11012646" y="11830517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794" name="テキスト プレースホルダー 2">
            <a:extLst>
              <a:ext uri="{FF2B5EF4-FFF2-40B4-BE49-F238E27FC236}">
                <a16:creationId xmlns:a16="http://schemas.microsoft.com/office/drawing/2014/main" id="{7EE32FE6-D911-9950-436F-9D065828DC63}"/>
              </a:ext>
            </a:extLst>
          </p:cNvPr>
          <p:cNvSpPr txBox="1">
            <a:spLocks/>
          </p:cNvSpPr>
          <p:nvPr/>
        </p:nvSpPr>
        <p:spPr>
          <a:xfrm>
            <a:off x="17486333" y="11770882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5BC37BE4-6AF4-379D-5721-E5514A12F64B}"/>
              </a:ext>
            </a:extLst>
          </p:cNvPr>
          <p:cNvSpPr/>
          <p:nvPr/>
        </p:nvSpPr>
        <p:spPr>
          <a:xfrm>
            <a:off x="1877036" y="2215952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912" name="Rectangle 911">
            <a:extLst>
              <a:ext uri="{FF2B5EF4-FFF2-40B4-BE49-F238E27FC236}">
                <a16:creationId xmlns:a16="http://schemas.microsoft.com/office/drawing/2014/main" id="{C7702C53-1C8E-41F2-440F-BE7FB73A7B98}"/>
              </a:ext>
            </a:extLst>
          </p:cNvPr>
          <p:cNvSpPr/>
          <p:nvPr/>
        </p:nvSpPr>
        <p:spPr>
          <a:xfrm>
            <a:off x="1877036" y="6177705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438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68727-6D68-A44F-67F0-94E5FDE0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9" name="Group 908">
            <a:extLst>
              <a:ext uri="{FF2B5EF4-FFF2-40B4-BE49-F238E27FC236}">
                <a16:creationId xmlns:a16="http://schemas.microsoft.com/office/drawing/2014/main" id="{9B60607F-ABDB-8D99-5061-A8EF93DD8473}"/>
              </a:ext>
            </a:extLst>
          </p:cNvPr>
          <p:cNvGrpSpPr/>
          <p:nvPr/>
        </p:nvGrpSpPr>
        <p:grpSpPr>
          <a:xfrm>
            <a:off x="635135" y="1595182"/>
            <a:ext cx="2447948" cy="1233452"/>
            <a:chOff x="-640017" y="6252944"/>
            <a:chExt cx="2447948" cy="1233452"/>
          </a:xfrm>
        </p:grpSpPr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759E29B8-D47E-5AC0-6FFD-F0080D5E2362}"/>
                </a:ext>
              </a:extLst>
            </p:cNvPr>
            <p:cNvSpPr/>
            <p:nvPr/>
          </p:nvSpPr>
          <p:spPr>
            <a:xfrm>
              <a:off x="-640016" y="6252944"/>
              <a:ext cx="2447947" cy="123345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3DF97DA7-4880-4329-71DB-FA5DA7FB81B8}"/>
                </a:ext>
              </a:extLst>
            </p:cNvPr>
            <p:cNvSpPr/>
            <p:nvPr/>
          </p:nvSpPr>
          <p:spPr>
            <a:xfrm>
              <a:off x="-640017" y="6851607"/>
              <a:ext cx="2447947" cy="3612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08" name="Group 907">
              <a:extLst>
                <a:ext uri="{FF2B5EF4-FFF2-40B4-BE49-F238E27FC236}">
                  <a16:creationId xmlns:a16="http://schemas.microsoft.com/office/drawing/2014/main" id="{C706C1A2-A5D6-5606-096D-09C8DED45628}"/>
                </a:ext>
              </a:extLst>
            </p:cNvPr>
            <p:cNvGrpSpPr/>
            <p:nvPr/>
          </p:nvGrpSpPr>
          <p:grpSpPr>
            <a:xfrm>
              <a:off x="-468301" y="6417870"/>
              <a:ext cx="2104517" cy="903600"/>
              <a:chOff x="-464224" y="6412550"/>
              <a:chExt cx="2104517" cy="903600"/>
            </a:xfrm>
          </p:grpSpPr>
          <p:grpSp>
            <p:nvGrpSpPr>
              <p:cNvPr id="878" name="Group 877">
                <a:extLst>
                  <a:ext uri="{FF2B5EF4-FFF2-40B4-BE49-F238E27FC236}">
                    <a16:creationId xmlns:a16="http://schemas.microsoft.com/office/drawing/2014/main" id="{14265E59-984C-DA8A-8E14-148209356F2D}"/>
                  </a:ext>
                </a:extLst>
              </p:cNvPr>
              <p:cNvGrpSpPr/>
              <p:nvPr/>
            </p:nvGrpSpPr>
            <p:grpSpPr>
              <a:xfrm>
                <a:off x="-464224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851" name="Rectangle 850">
                  <a:extLst>
                    <a:ext uri="{FF2B5EF4-FFF2-40B4-BE49-F238E27FC236}">
                      <a16:creationId xmlns:a16="http://schemas.microsoft.com/office/drawing/2014/main" id="{629EAEAF-A0DB-8452-2AE3-92C24019FB3D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2" name="Rectangle 851">
                  <a:extLst>
                    <a:ext uri="{FF2B5EF4-FFF2-40B4-BE49-F238E27FC236}">
                      <a16:creationId xmlns:a16="http://schemas.microsoft.com/office/drawing/2014/main" id="{25263005-8C00-8E17-5614-AEEBB326BF93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3" name="Rectangle 852">
                  <a:extLst>
                    <a:ext uri="{FF2B5EF4-FFF2-40B4-BE49-F238E27FC236}">
                      <a16:creationId xmlns:a16="http://schemas.microsoft.com/office/drawing/2014/main" id="{7AF3842F-43EA-321D-CE36-45829E4B0EEE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4" name="Rectangle 853">
                  <a:extLst>
                    <a:ext uri="{FF2B5EF4-FFF2-40B4-BE49-F238E27FC236}">
                      <a16:creationId xmlns:a16="http://schemas.microsoft.com/office/drawing/2014/main" id="{F0C5835F-6C2C-8FFE-2A99-C3E35FFA7863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5" name="フローチャート: 和接合 16">
                  <a:extLst>
                    <a:ext uri="{FF2B5EF4-FFF2-40B4-BE49-F238E27FC236}">
                      <a16:creationId xmlns:a16="http://schemas.microsoft.com/office/drawing/2014/main" id="{B28AC373-895D-AD7B-51E3-D0D3144B640F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6" name="Rectangle 855">
                  <a:extLst>
                    <a:ext uri="{FF2B5EF4-FFF2-40B4-BE49-F238E27FC236}">
                      <a16:creationId xmlns:a16="http://schemas.microsoft.com/office/drawing/2014/main" id="{03615FC4-122B-3059-4197-C286E46951FC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857" name="Group 856">
                  <a:extLst>
                    <a:ext uri="{FF2B5EF4-FFF2-40B4-BE49-F238E27FC236}">
                      <a16:creationId xmlns:a16="http://schemas.microsoft.com/office/drawing/2014/main" id="{47BAD613-03BF-6D4A-1C0D-AABDC400E5E9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58" name="楕円 300">
                    <a:extLst>
                      <a:ext uri="{FF2B5EF4-FFF2-40B4-BE49-F238E27FC236}">
                        <a16:creationId xmlns:a16="http://schemas.microsoft.com/office/drawing/2014/main" id="{92101EE0-070F-CF72-6594-A5EA215B700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59" name="楕円 301">
                    <a:extLst>
                      <a:ext uri="{FF2B5EF4-FFF2-40B4-BE49-F238E27FC236}">
                        <a16:creationId xmlns:a16="http://schemas.microsoft.com/office/drawing/2014/main" id="{53F88E9A-A962-9433-9925-7BE56B81553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860" name="Rectangle 859">
                  <a:extLst>
                    <a:ext uri="{FF2B5EF4-FFF2-40B4-BE49-F238E27FC236}">
                      <a16:creationId xmlns:a16="http://schemas.microsoft.com/office/drawing/2014/main" id="{32D0C206-5959-48E8-B22D-54BD8BEF3F2D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1" name="フローチャート: 和接合 16">
                  <a:extLst>
                    <a:ext uri="{FF2B5EF4-FFF2-40B4-BE49-F238E27FC236}">
                      <a16:creationId xmlns:a16="http://schemas.microsoft.com/office/drawing/2014/main" id="{B75C1660-84B3-AC73-92DF-37AE86821F63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2" name="Rectangle 861">
                  <a:extLst>
                    <a:ext uri="{FF2B5EF4-FFF2-40B4-BE49-F238E27FC236}">
                      <a16:creationId xmlns:a16="http://schemas.microsoft.com/office/drawing/2014/main" id="{561E990E-B3F8-5062-526D-9A716C6D9FA1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863" name="Group 862">
                  <a:extLst>
                    <a:ext uri="{FF2B5EF4-FFF2-40B4-BE49-F238E27FC236}">
                      <a16:creationId xmlns:a16="http://schemas.microsoft.com/office/drawing/2014/main" id="{067D3CAA-4C6B-B7AA-BF23-F25E47D3DC4B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64" name="楕円 300">
                    <a:extLst>
                      <a:ext uri="{FF2B5EF4-FFF2-40B4-BE49-F238E27FC236}">
                        <a16:creationId xmlns:a16="http://schemas.microsoft.com/office/drawing/2014/main" id="{851BA4AD-8D40-9C7D-B685-FCE3BCAB281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65" name="楕円 301">
                    <a:extLst>
                      <a:ext uri="{FF2B5EF4-FFF2-40B4-BE49-F238E27FC236}">
                        <a16:creationId xmlns:a16="http://schemas.microsoft.com/office/drawing/2014/main" id="{25432C07-8061-5F68-7C87-CE6CE74BB7A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866" name="Rectangle 865">
                  <a:extLst>
                    <a:ext uri="{FF2B5EF4-FFF2-40B4-BE49-F238E27FC236}">
                      <a16:creationId xmlns:a16="http://schemas.microsoft.com/office/drawing/2014/main" id="{EA6847A4-AA3E-C7C0-9BE2-E7F0E166FBB9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7" name="フローチャート: 和接合 16">
                  <a:extLst>
                    <a:ext uri="{FF2B5EF4-FFF2-40B4-BE49-F238E27FC236}">
                      <a16:creationId xmlns:a16="http://schemas.microsoft.com/office/drawing/2014/main" id="{C546C3B1-CF34-BBEA-DA33-9A998522CFE5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8" name="Rectangle 867">
                  <a:extLst>
                    <a:ext uri="{FF2B5EF4-FFF2-40B4-BE49-F238E27FC236}">
                      <a16:creationId xmlns:a16="http://schemas.microsoft.com/office/drawing/2014/main" id="{42D8D1F3-A63A-0767-40E5-E5CFD2DBA906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869" name="Group 868">
                  <a:extLst>
                    <a:ext uri="{FF2B5EF4-FFF2-40B4-BE49-F238E27FC236}">
                      <a16:creationId xmlns:a16="http://schemas.microsoft.com/office/drawing/2014/main" id="{A119E5B5-7335-10B2-9098-B2C520A59EBE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70" name="楕円 300">
                    <a:extLst>
                      <a:ext uri="{FF2B5EF4-FFF2-40B4-BE49-F238E27FC236}">
                        <a16:creationId xmlns:a16="http://schemas.microsoft.com/office/drawing/2014/main" id="{90F1B385-0547-B727-418F-01FFCEA3697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71" name="楕円 301">
                    <a:extLst>
                      <a:ext uri="{FF2B5EF4-FFF2-40B4-BE49-F238E27FC236}">
                        <a16:creationId xmlns:a16="http://schemas.microsoft.com/office/drawing/2014/main" id="{78CDD195-DA4A-6220-1185-39F3566F6AE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872" name="Rectangle 871">
                  <a:extLst>
                    <a:ext uri="{FF2B5EF4-FFF2-40B4-BE49-F238E27FC236}">
                      <a16:creationId xmlns:a16="http://schemas.microsoft.com/office/drawing/2014/main" id="{8988008D-605D-BD17-25A1-067A7B437E15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73" name="フローチャート: 和接合 16">
                  <a:extLst>
                    <a:ext uri="{FF2B5EF4-FFF2-40B4-BE49-F238E27FC236}">
                      <a16:creationId xmlns:a16="http://schemas.microsoft.com/office/drawing/2014/main" id="{F663D845-3D3F-7A32-7DAA-1E45762FAE50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74" name="Rectangle 873">
                  <a:extLst>
                    <a:ext uri="{FF2B5EF4-FFF2-40B4-BE49-F238E27FC236}">
                      <a16:creationId xmlns:a16="http://schemas.microsoft.com/office/drawing/2014/main" id="{44522885-322F-07A6-EFC9-3F0AC952A8F0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875" name="Group 874">
                  <a:extLst>
                    <a:ext uri="{FF2B5EF4-FFF2-40B4-BE49-F238E27FC236}">
                      <a16:creationId xmlns:a16="http://schemas.microsoft.com/office/drawing/2014/main" id="{C25E3C49-392E-6DE1-1B62-268B2448F83C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76" name="楕円 300">
                    <a:extLst>
                      <a:ext uri="{FF2B5EF4-FFF2-40B4-BE49-F238E27FC236}">
                        <a16:creationId xmlns:a16="http://schemas.microsoft.com/office/drawing/2014/main" id="{23A7C745-5507-5240-73C2-D50DF20C647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77" name="楕円 301">
                    <a:extLst>
                      <a:ext uri="{FF2B5EF4-FFF2-40B4-BE49-F238E27FC236}">
                        <a16:creationId xmlns:a16="http://schemas.microsoft.com/office/drawing/2014/main" id="{1EB1D1D4-1C7E-1343-4D2C-2D3300B409B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880" name="Group 879">
                <a:extLst>
                  <a:ext uri="{FF2B5EF4-FFF2-40B4-BE49-F238E27FC236}">
                    <a16:creationId xmlns:a16="http://schemas.microsoft.com/office/drawing/2014/main" id="{0EC9F905-A162-02AD-B655-76640AB20ED8}"/>
                  </a:ext>
                </a:extLst>
              </p:cNvPr>
              <p:cNvGrpSpPr/>
              <p:nvPr/>
            </p:nvGrpSpPr>
            <p:grpSpPr>
              <a:xfrm>
                <a:off x="729493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881" name="Rectangle 880">
                  <a:extLst>
                    <a:ext uri="{FF2B5EF4-FFF2-40B4-BE49-F238E27FC236}">
                      <a16:creationId xmlns:a16="http://schemas.microsoft.com/office/drawing/2014/main" id="{5C5D4534-72A9-C8CA-83BB-F9B20C273D7F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2" name="Rectangle 881">
                  <a:extLst>
                    <a:ext uri="{FF2B5EF4-FFF2-40B4-BE49-F238E27FC236}">
                      <a16:creationId xmlns:a16="http://schemas.microsoft.com/office/drawing/2014/main" id="{B750052D-E4A9-065C-9E1C-9FEFDB95BE37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3" name="Rectangle 882">
                  <a:extLst>
                    <a:ext uri="{FF2B5EF4-FFF2-40B4-BE49-F238E27FC236}">
                      <a16:creationId xmlns:a16="http://schemas.microsoft.com/office/drawing/2014/main" id="{7DF187C6-613A-71B2-DFE7-0FB6A923F4D6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4" name="Rectangle 883">
                  <a:extLst>
                    <a:ext uri="{FF2B5EF4-FFF2-40B4-BE49-F238E27FC236}">
                      <a16:creationId xmlns:a16="http://schemas.microsoft.com/office/drawing/2014/main" id="{AA614987-8E2F-617A-BFF4-F77CC12F5F7F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5" name="フローチャート: 和接合 16">
                  <a:extLst>
                    <a:ext uri="{FF2B5EF4-FFF2-40B4-BE49-F238E27FC236}">
                      <a16:creationId xmlns:a16="http://schemas.microsoft.com/office/drawing/2014/main" id="{78BD7742-C1F3-40D8-4C59-E7B78EEC41C8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6" name="Rectangle 885">
                  <a:extLst>
                    <a:ext uri="{FF2B5EF4-FFF2-40B4-BE49-F238E27FC236}">
                      <a16:creationId xmlns:a16="http://schemas.microsoft.com/office/drawing/2014/main" id="{CD905F7B-52E8-CC91-D992-504B8F835C72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887" name="Group 886">
                  <a:extLst>
                    <a:ext uri="{FF2B5EF4-FFF2-40B4-BE49-F238E27FC236}">
                      <a16:creationId xmlns:a16="http://schemas.microsoft.com/office/drawing/2014/main" id="{3D052CCA-9988-D3A8-BA5D-80CDC44B5B00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6" name="楕円 300">
                    <a:extLst>
                      <a:ext uri="{FF2B5EF4-FFF2-40B4-BE49-F238E27FC236}">
                        <a16:creationId xmlns:a16="http://schemas.microsoft.com/office/drawing/2014/main" id="{DBA8F38E-C04C-CD94-A95F-B1CE58DE86E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07" name="楕円 301">
                    <a:extLst>
                      <a:ext uri="{FF2B5EF4-FFF2-40B4-BE49-F238E27FC236}">
                        <a16:creationId xmlns:a16="http://schemas.microsoft.com/office/drawing/2014/main" id="{B2A526F0-0D89-CE51-3C07-6622BAD20C2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888" name="Rectangle 887">
                  <a:extLst>
                    <a:ext uri="{FF2B5EF4-FFF2-40B4-BE49-F238E27FC236}">
                      <a16:creationId xmlns:a16="http://schemas.microsoft.com/office/drawing/2014/main" id="{636C0454-E1C1-3EB0-CD57-A7A0A5CB2A5D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9" name="フローチャート: 和接合 16">
                  <a:extLst>
                    <a:ext uri="{FF2B5EF4-FFF2-40B4-BE49-F238E27FC236}">
                      <a16:creationId xmlns:a16="http://schemas.microsoft.com/office/drawing/2014/main" id="{2FE3B80C-5039-FA08-730E-65748451F830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0" name="Rectangle 889">
                  <a:extLst>
                    <a:ext uri="{FF2B5EF4-FFF2-40B4-BE49-F238E27FC236}">
                      <a16:creationId xmlns:a16="http://schemas.microsoft.com/office/drawing/2014/main" id="{766D8EFA-7066-E4E3-1CF9-B7347D8C08C5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891" name="Group 890">
                  <a:extLst>
                    <a:ext uri="{FF2B5EF4-FFF2-40B4-BE49-F238E27FC236}">
                      <a16:creationId xmlns:a16="http://schemas.microsoft.com/office/drawing/2014/main" id="{5C67A9D0-0429-FA8C-5767-E54D114C0B9E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4" name="楕円 300">
                    <a:extLst>
                      <a:ext uri="{FF2B5EF4-FFF2-40B4-BE49-F238E27FC236}">
                        <a16:creationId xmlns:a16="http://schemas.microsoft.com/office/drawing/2014/main" id="{707DCC59-76A5-D3A2-FBD5-7C0409ED61A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05" name="楕円 301">
                    <a:extLst>
                      <a:ext uri="{FF2B5EF4-FFF2-40B4-BE49-F238E27FC236}">
                        <a16:creationId xmlns:a16="http://schemas.microsoft.com/office/drawing/2014/main" id="{AAC43988-568B-EF24-4953-B1D417AB1F7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892" name="Rectangle 891">
                  <a:extLst>
                    <a:ext uri="{FF2B5EF4-FFF2-40B4-BE49-F238E27FC236}">
                      <a16:creationId xmlns:a16="http://schemas.microsoft.com/office/drawing/2014/main" id="{445DD130-7DED-E008-57B8-314AB7F2BD10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3" name="フローチャート: 和接合 16">
                  <a:extLst>
                    <a:ext uri="{FF2B5EF4-FFF2-40B4-BE49-F238E27FC236}">
                      <a16:creationId xmlns:a16="http://schemas.microsoft.com/office/drawing/2014/main" id="{FEE5F5D8-8EAC-B193-8556-DD2C5CE27898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4" name="Rectangle 893">
                  <a:extLst>
                    <a:ext uri="{FF2B5EF4-FFF2-40B4-BE49-F238E27FC236}">
                      <a16:creationId xmlns:a16="http://schemas.microsoft.com/office/drawing/2014/main" id="{89F98458-E2AC-16B9-BCA4-B49B65167587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895" name="Group 894">
                  <a:extLst>
                    <a:ext uri="{FF2B5EF4-FFF2-40B4-BE49-F238E27FC236}">
                      <a16:creationId xmlns:a16="http://schemas.microsoft.com/office/drawing/2014/main" id="{A3DA2CDA-1367-C3E2-3561-A9B50DC8B3AA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2" name="楕円 300">
                    <a:extLst>
                      <a:ext uri="{FF2B5EF4-FFF2-40B4-BE49-F238E27FC236}">
                        <a16:creationId xmlns:a16="http://schemas.microsoft.com/office/drawing/2014/main" id="{DBCF6EA2-BA33-2C4E-5BEF-C2916B1AC262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03" name="楕円 301">
                    <a:extLst>
                      <a:ext uri="{FF2B5EF4-FFF2-40B4-BE49-F238E27FC236}">
                        <a16:creationId xmlns:a16="http://schemas.microsoft.com/office/drawing/2014/main" id="{2A5842F7-F049-06CC-9038-49785C415BD3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896" name="Rectangle 895">
                  <a:extLst>
                    <a:ext uri="{FF2B5EF4-FFF2-40B4-BE49-F238E27FC236}">
                      <a16:creationId xmlns:a16="http://schemas.microsoft.com/office/drawing/2014/main" id="{F68716F9-58E1-12C6-6732-F4EA3C365995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7" name="フローチャート: 和接合 16">
                  <a:extLst>
                    <a:ext uri="{FF2B5EF4-FFF2-40B4-BE49-F238E27FC236}">
                      <a16:creationId xmlns:a16="http://schemas.microsoft.com/office/drawing/2014/main" id="{0531A486-2931-8BC2-050D-31128653F295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8" name="Rectangle 897">
                  <a:extLst>
                    <a:ext uri="{FF2B5EF4-FFF2-40B4-BE49-F238E27FC236}">
                      <a16:creationId xmlns:a16="http://schemas.microsoft.com/office/drawing/2014/main" id="{3691DF84-370F-A292-6D34-8480D219F53D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899" name="Group 898">
                  <a:extLst>
                    <a:ext uri="{FF2B5EF4-FFF2-40B4-BE49-F238E27FC236}">
                      <a16:creationId xmlns:a16="http://schemas.microsoft.com/office/drawing/2014/main" id="{C8855DBE-8237-1BC4-1EBE-6329B886F0EE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0" name="楕円 300">
                    <a:extLst>
                      <a:ext uri="{FF2B5EF4-FFF2-40B4-BE49-F238E27FC236}">
                        <a16:creationId xmlns:a16="http://schemas.microsoft.com/office/drawing/2014/main" id="{384BC242-B81B-C704-8C50-D15DD1E1F14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01" name="楕円 301">
                    <a:extLst>
                      <a:ext uri="{FF2B5EF4-FFF2-40B4-BE49-F238E27FC236}">
                        <a16:creationId xmlns:a16="http://schemas.microsoft.com/office/drawing/2014/main" id="{C982260E-DB86-442C-25BF-18289C422CB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8E336714-9113-7B3F-39FF-39DDC06DF93B}"/>
              </a:ext>
            </a:extLst>
          </p:cNvPr>
          <p:cNvGrpSpPr/>
          <p:nvPr/>
        </p:nvGrpSpPr>
        <p:grpSpPr>
          <a:xfrm>
            <a:off x="641093" y="5540038"/>
            <a:ext cx="2447948" cy="1233452"/>
            <a:chOff x="3747245" y="5034265"/>
            <a:chExt cx="3097925" cy="1560957"/>
          </a:xfrm>
        </p:grpSpPr>
        <p:sp>
          <p:nvSpPr>
            <p:cNvPr id="656" name="Rectangle 655">
              <a:extLst>
                <a:ext uri="{FF2B5EF4-FFF2-40B4-BE49-F238E27FC236}">
                  <a16:creationId xmlns:a16="http://schemas.microsoft.com/office/drawing/2014/main" id="{7589A335-570C-F4F6-9F84-EF5AFEDF5153}"/>
                </a:ext>
              </a:extLst>
            </p:cNvPr>
            <p:cNvSpPr/>
            <p:nvPr/>
          </p:nvSpPr>
          <p:spPr>
            <a:xfrm>
              <a:off x="3747246" y="5034265"/>
              <a:ext cx="3097924" cy="156095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7209027E-F5F5-5657-9BB4-4FDA450E0F53}"/>
                </a:ext>
              </a:extLst>
            </p:cNvPr>
            <p:cNvSpPr/>
            <p:nvPr/>
          </p:nvSpPr>
          <p:spPr>
            <a:xfrm>
              <a:off x="3747245" y="5791884"/>
              <a:ext cx="3097924" cy="4571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58" name="Group 657">
              <a:extLst>
                <a:ext uri="{FF2B5EF4-FFF2-40B4-BE49-F238E27FC236}">
                  <a16:creationId xmlns:a16="http://schemas.microsoft.com/office/drawing/2014/main" id="{FFAA3D7C-3971-7691-A708-93B8791E2950}"/>
                </a:ext>
              </a:extLst>
            </p:cNvPr>
            <p:cNvGrpSpPr/>
            <p:nvPr/>
          </p:nvGrpSpPr>
          <p:grpSpPr>
            <a:xfrm flipH="1">
              <a:off x="3969715" y="5239449"/>
              <a:ext cx="1151411" cy="1142317"/>
              <a:chOff x="6978166" y="2617955"/>
              <a:chExt cx="1320364" cy="1319180"/>
            </a:xfrm>
          </p:grpSpPr>
          <p:sp>
            <p:nvSpPr>
              <p:cNvPr id="691" name="Rectangle 690">
                <a:extLst>
                  <a:ext uri="{FF2B5EF4-FFF2-40B4-BE49-F238E27FC236}">
                    <a16:creationId xmlns:a16="http://schemas.microsoft.com/office/drawing/2014/main" id="{33E107E3-57DD-F052-7B7A-94C09C499447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2" name="Rectangle 691">
                <a:extLst>
                  <a:ext uri="{FF2B5EF4-FFF2-40B4-BE49-F238E27FC236}">
                    <a16:creationId xmlns:a16="http://schemas.microsoft.com/office/drawing/2014/main" id="{FD705A26-0A4A-D347-6705-CDE57D068CB7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3" name="Rectangle 692">
                <a:extLst>
                  <a:ext uri="{FF2B5EF4-FFF2-40B4-BE49-F238E27FC236}">
                    <a16:creationId xmlns:a16="http://schemas.microsoft.com/office/drawing/2014/main" id="{432CAA89-F970-D0D5-F6D4-1630CC5DF00D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94" name="Group 693">
                <a:extLst>
                  <a:ext uri="{FF2B5EF4-FFF2-40B4-BE49-F238E27FC236}">
                    <a16:creationId xmlns:a16="http://schemas.microsoft.com/office/drawing/2014/main" id="{8E8E730B-C7A7-CFAF-EEED-A2E4BA01161D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84" name="Rectangle 783">
                  <a:extLst>
                    <a:ext uri="{FF2B5EF4-FFF2-40B4-BE49-F238E27FC236}">
                      <a16:creationId xmlns:a16="http://schemas.microsoft.com/office/drawing/2014/main" id="{2C9235EF-DCEF-5511-6EFD-0F53CCD8357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85" name="フローチャート: 和接合 16">
                  <a:extLst>
                    <a:ext uri="{FF2B5EF4-FFF2-40B4-BE49-F238E27FC236}">
                      <a16:creationId xmlns:a16="http://schemas.microsoft.com/office/drawing/2014/main" id="{B5A54DD0-AB02-A8B2-DBD3-AB26B34CF5C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95" name="Rectangle 694">
                <a:extLst>
                  <a:ext uri="{FF2B5EF4-FFF2-40B4-BE49-F238E27FC236}">
                    <a16:creationId xmlns:a16="http://schemas.microsoft.com/office/drawing/2014/main" id="{8433D206-3029-0859-3D0C-3F3E15938C62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96" name="Group 695">
                <a:extLst>
                  <a:ext uri="{FF2B5EF4-FFF2-40B4-BE49-F238E27FC236}">
                    <a16:creationId xmlns:a16="http://schemas.microsoft.com/office/drawing/2014/main" id="{3DD3E15D-90E7-EAD8-F4D6-8A4306F5FC4B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82" name="楕円 300">
                  <a:extLst>
                    <a:ext uri="{FF2B5EF4-FFF2-40B4-BE49-F238E27FC236}">
                      <a16:creationId xmlns:a16="http://schemas.microsoft.com/office/drawing/2014/main" id="{5F7969BE-735A-A329-CC0D-0EE75720BEB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83" name="楕円 301">
                  <a:extLst>
                    <a:ext uri="{FF2B5EF4-FFF2-40B4-BE49-F238E27FC236}">
                      <a16:creationId xmlns:a16="http://schemas.microsoft.com/office/drawing/2014/main" id="{F7803C81-8242-BAED-B9F3-EFB34F78630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97" name="Group 696">
                <a:extLst>
                  <a:ext uri="{FF2B5EF4-FFF2-40B4-BE49-F238E27FC236}">
                    <a16:creationId xmlns:a16="http://schemas.microsoft.com/office/drawing/2014/main" id="{A644C686-C428-5BF2-2979-EB144338994B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80" name="Rectangle 779">
                  <a:extLst>
                    <a:ext uri="{FF2B5EF4-FFF2-40B4-BE49-F238E27FC236}">
                      <a16:creationId xmlns:a16="http://schemas.microsoft.com/office/drawing/2014/main" id="{17C3E892-7BC6-3E8F-79A1-74AC54584347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81" name="フローチャート: 和接合 16">
                  <a:extLst>
                    <a:ext uri="{FF2B5EF4-FFF2-40B4-BE49-F238E27FC236}">
                      <a16:creationId xmlns:a16="http://schemas.microsoft.com/office/drawing/2014/main" id="{DFC8642B-6160-140A-A1BF-C719F541458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98" name="Rectangle 697">
                <a:extLst>
                  <a:ext uri="{FF2B5EF4-FFF2-40B4-BE49-F238E27FC236}">
                    <a16:creationId xmlns:a16="http://schemas.microsoft.com/office/drawing/2014/main" id="{E33A1D82-13ED-6016-EB5B-46C590702175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99" name="Group 698">
                <a:extLst>
                  <a:ext uri="{FF2B5EF4-FFF2-40B4-BE49-F238E27FC236}">
                    <a16:creationId xmlns:a16="http://schemas.microsoft.com/office/drawing/2014/main" id="{DF817CF4-6E4E-FFF8-448A-2B4C8B17FFBD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8" name="楕円 300">
                  <a:extLst>
                    <a:ext uri="{FF2B5EF4-FFF2-40B4-BE49-F238E27FC236}">
                      <a16:creationId xmlns:a16="http://schemas.microsoft.com/office/drawing/2014/main" id="{866F2BB8-7FF4-3960-6C65-458F5CBB0C8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79" name="楕円 301">
                  <a:extLst>
                    <a:ext uri="{FF2B5EF4-FFF2-40B4-BE49-F238E27FC236}">
                      <a16:creationId xmlns:a16="http://schemas.microsoft.com/office/drawing/2014/main" id="{539E9CEB-2B85-CE03-AF85-288658D3A99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700" name="Group 699">
                <a:extLst>
                  <a:ext uri="{FF2B5EF4-FFF2-40B4-BE49-F238E27FC236}">
                    <a16:creationId xmlns:a16="http://schemas.microsoft.com/office/drawing/2014/main" id="{E47166E1-A391-88A1-37EF-7A5E1C381A44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6" name="Rectangle 775">
                  <a:extLst>
                    <a:ext uri="{FF2B5EF4-FFF2-40B4-BE49-F238E27FC236}">
                      <a16:creationId xmlns:a16="http://schemas.microsoft.com/office/drawing/2014/main" id="{B0E7EF49-7934-F362-808B-5FD714E6C1DA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77" name="フローチャート: 和接合 16">
                  <a:extLst>
                    <a:ext uri="{FF2B5EF4-FFF2-40B4-BE49-F238E27FC236}">
                      <a16:creationId xmlns:a16="http://schemas.microsoft.com/office/drawing/2014/main" id="{8888F52D-12B1-0BE7-840B-C1D27EB42E8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01" name="Rectangle 700">
                <a:extLst>
                  <a:ext uri="{FF2B5EF4-FFF2-40B4-BE49-F238E27FC236}">
                    <a16:creationId xmlns:a16="http://schemas.microsoft.com/office/drawing/2014/main" id="{66B2B064-907C-14D9-EDA0-D14B65CA08DA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02" name="Group 701">
                <a:extLst>
                  <a:ext uri="{FF2B5EF4-FFF2-40B4-BE49-F238E27FC236}">
                    <a16:creationId xmlns:a16="http://schemas.microsoft.com/office/drawing/2014/main" id="{2AB5F3D1-CA27-DEC6-1B17-3F5A0EAF0EB7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4" name="楕円 300">
                  <a:extLst>
                    <a:ext uri="{FF2B5EF4-FFF2-40B4-BE49-F238E27FC236}">
                      <a16:creationId xmlns:a16="http://schemas.microsoft.com/office/drawing/2014/main" id="{702A478E-E1B8-7E70-4828-332F92AA0F7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75" name="楕円 301">
                  <a:extLst>
                    <a:ext uri="{FF2B5EF4-FFF2-40B4-BE49-F238E27FC236}">
                      <a16:creationId xmlns:a16="http://schemas.microsoft.com/office/drawing/2014/main" id="{71D4BD7F-AD80-BFF9-18C9-F7ABC1BD3D8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703" name="Group 702">
                <a:extLst>
                  <a:ext uri="{FF2B5EF4-FFF2-40B4-BE49-F238E27FC236}">
                    <a16:creationId xmlns:a16="http://schemas.microsoft.com/office/drawing/2014/main" id="{12EAB5CE-F3AA-566A-0B94-88E0C8D50774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2" name="Rectangle 771">
                  <a:extLst>
                    <a:ext uri="{FF2B5EF4-FFF2-40B4-BE49-F238E27FC236}">
                      <a16:creationId xmlns:a16="http://schemas.microsoft.com/office/drawing/2014/main" id="{CD42F89F-1E3B-DB93-DA9F-F076C1C87B1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73" name="フローチャート: 和接合 16">
                  <a:extLst>
                    <a:ext uri="{FF2B5EF4-FFF2-40B4-BE49-F238E27FC236}">
                      <a16:creationId xmlns:a16="http://schemas.microsoft.com/office/drawing/2014/main" id="{389AA391-A302-9E74-58FB-83F0DC43152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68" name="Rectangle 767">
                <a:extLst>
                  <a:ext uri="{FF2B5EF4-FFF2-40B4-BE49-F238E27FC236}">
                    <a16:creationId xmlns:a16="http://schemas.microsoft.com/office/drawing/2014/main" id="{5C187AD2-DB09-B0CE-4187-9262784073B1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69" name="Group 768">
                <a:extLst>
                  <a:ext uri="{FF2B5EF4-FFF2-40B4-BE49-F238E27FC236}">
                    <a16:creationId xmlns:a16="http://schemas.microsoft.com/office/drawing/2014/main" id="{4D954BB3-3623-948D-3D3D-18619C896B59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770" name="楕円 300">
                  <a:extLst>
                    <a:ext uri="{FF2B5EF4-FFF2-40B4-BE49-F238E27FC236}">
                      <a16:creationId xmlns:a16="http://schemas.microsoft.com/office/drawing/2014/main" id="{519F7CB1-AEA1-94B0-E9F6-A8DCC76FD07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71" name="楕円 301">
                  <a:extLst>
                    <a:ext uri="{FF2B5EF4-FFF2-40B4-BE49-F238E27FC236}">
                      <a16:creationId xmlns:a16="http://schemas.microsoft.com/office/drawing/2014/main" id="{35F1D85C-3917-FD30-B2B3-4EB4DC1BAB7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659" name="Group 658">
              <a:extLst>
                <a:ext uri="{FF2B5EF4-FFF2-40B4-BE49-F238E27FC236}">
                  <a16:creationId xmlns:a16="http://schemas.microsoft.com/office/drawing/2014/main" id="{B891E85E-34BE-E05E-383E-DAB3B7F5567C}"/>
                </a:ext>
              </a:extLst>
            </p:cNvPr>
            <p:cNvGrpSpPr/>
            <p:nvPr/>
          </p:nvGrpSpPr>
          <p:grpSpPr>
            <a:xfrm>
              <a:off x="5480428" y="5239449"/>
              <a:ext cx="1142274" cy="1150592"/>
              <a:chOff x="6978166" y="2617955"/>
              <a:chExt cx="1320364" cy="1319180"/>
            </a:xfrm>
          </p:grpSpPr>
          <p:sp>
            <p:nvSpPr>
              <p:cNvPr id="660" name="Rectangle 659">
                <a:extLst>
                  <a:ext uri="{FF2B5EF4-FFF2-40B4-BE49-F238E27FC236}">
                    <a16:creationId xmlns:a16="http://schemas.microsoft.com/office/drawing/2014/main" id="{FA454876-FCC6-52C8-9F50-A86B6A0B7DC2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1" name="Rectangle 660">
                <a:extLst>
                  <a:ext uri="{FF2B5EF4-FFF2-40B4-BE49-F238E27FC236}">
                    <a16:creationId xmlns:a16="http://schemas.microsoft.com/office/drawing/2014/main" id="{1B3B3A14-60C0-2DD5-8FD4-02E6AD07C739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17624EF1-35C2-9238-0797-2F105669C116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63" name="Group 662">
                <a:extLst>
                  <a:ext uri="{FF2B5EF4-FFF2-40B4-BE49-F238E27FC236}">
                    <a16:creationId xmlns:a16="http://schemas.microsoft.com/office/drawing/2014/main" id="{F98F625A-C6BD-970A-1986-B991606B86A6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89" name="Rectangle 688">
                  <a:extLst>
                    <a:ext uri="{FF2B5EF4-FFF2-40B4-BE49-F238E27FC236}">
                      <a16:creationId xmlns:a16="http://schemas.microsoft.com/office/drawing/2014/main" id="{B2AD96ED-BC26-5242-CF84-475D627A837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0" name="フローチャート: 和接合 16">
                  <a:extLst>
                    <a:ext uri="{FF2B5EF4-FFF2-40B4-BE49-F238E27FC236}">
                      <a16:creationId xmlns:a16="http://schemas.microsoft.com/office/drawing/2014/main" id="{DCF897D1-F616-F76A-E67F-32FE2B1CCFD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617A4F96-4CB8-273B-DCB5-6AA328E90E50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65" name="Group 664">
                <a:extLst>
                  <a:ext uri="{FF2B5EF4-FFF2-40B4-BE49-F238E27FC236}">
                    <a16:creationId xmlns:a16="http://schemas.microsoft.com/office/drawing/2014/main" id="{2E98B0E4-79FC-D355-9281-C20023E43F01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87" name="楕円 300">
                  <a:extLst>
                    <a:ext uri="{FF2B5EF4-FFF2-40B4-BE49-F238E27FC236}">
                      <a16:creationId xmlns:a16="http://schemas.microsoft.com/office/drawing/2014/main" id="{465B402F-B326-D133-8239-792826CF44E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8" name="楕円 301">
                  <a:extLst>
                    <a:ext uri="{FF2B5EF4-FFF2-40B4-BE49-F238E27FC236}">
                      <a16:creationId xmlns:a16="http://schemas.microsoft.com/office/drawing/2014/main" id="{9E80753C-B36C-5F9F-507E-42FF07DAB36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66" name="Group 665">
                <a:extLst>
                  <a:ext uri="{FF2B5EF4-FFF2-40B4-BE49-F238E27FC236}">
                    <a16:creationId xmlns:a16="http://schemas.microsoft.com/office/drawing/2014/main" id="{2EC30D9C-D4D6-617F-31B4-EDBC966678DB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85" name="Rectangle 684">
                  <a:extLst>
                    <a:ext uri="{FF2B5EF4-FFF2-40B4-BE49-F238E27FC236}">
                      <a16:creationId xmlns:a16="http://schemas.microsoft.com/office/drawing/2014/main" id="{37201C6F-3340-F424-9CD1-EDC1DEDF935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6" name="フローチャート: 和接合 16">
                  <a:extLst>
                    <a:ext uri="{FF2B5EF4-FFF2-40B4-BE49-F238E27FC236}">
                      <a16:creationId xmlns:a16="http://schemas.microsoft.com/office/drawing/2014/main" id="{16211986-F39C-784A-65B9-9EE7F18BA9C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457B4484-943F-AC66-6E5F-8F80FDB25B84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68" name="Group 667">
                <a:extLst>
                  <a:ext uri="{FF2B5EF4-FFF2-40B4-BE49-F238E27FC236}">
                    <a16:creationId xmlns:a16="http://schemas.microsoft.com/office/drawing/2014/main" id="{F1A6965F-4B9B-7B59-B7CF-9391BB452C95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83" name="楕円 300">
                  <a:extLst>
                    <a:ext uri="{FF2B5EF4-FFF2-40B4-BE49-F238E27FC236}">
                      <a16:creationId xmlns:a16="http://schemas.microsoft.com/office/drawing/2014/main" id="{4CCC44AC-AE80-B440-DD73-CFDB0A4A5A3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4" name="楕円 301">
                  <a:extLst>
                    <a:ext uri="{FF2B5EF4-FFF2-40B4-BE49-F238E27FC236}">
                      <a16:creationId xmlns:a16="http://schemas.microsoft.com/office/drawing/2014/main" id="{0183203F-1FC0-2E4D-6DB7-038CDBA7BB3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69" name="Group 668">
                <a:extLst>
                  <a:ext uri="{FF2B5EF4-FFF2-40B4-BE49-F238E27FC236}">
                    <a16:creationId xmlns:a16="http://schemas.microsoft.com/office/drawing/2014/main" id="{2D38467E-0308-ED29-23F3-0F635CF511BA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81" name="Rectangle 680">
                  <a:extLst>
                    <a:ext uri="{FF2B5EF4-FFF2-40B4-BE49-F238E27FC236}">
                      <a16:creationId xmlns:a16="http://schemas.microsoft.com/office/drawing/2014/main" id="{8C739893-3190-E01E-01D6-25559922617A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2" name="フローチャート: 和接合 16">
                  <a:extLst>
                    <a:ext uri="{FF2B5EF4-FFF2-40B4-BE49-F238E27FC236}">
                      <a16:creationId xmlns:a16="http://schemas.microsoft.com/office/drawing/2014/main" id="{3EA872B8-BBD4-B6FA-22B8-736FC6C70E3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D11AC9C5-7F46-D456-519F-68D5CA32E245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71" name="Group 670">
                <a:extLst>
                  <a:ext uri="{FF2B5EF4-FFF2-40B4-BE49-F238E27FC236}">
                    <a16:creationId xmlns:a16="http://schemas.microsoft.com/office/drawing/2014/main" id="{21FE064D-EEB9-8C15-31DB-2E714C7B335D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79" name="楕円 300">
                  <a:extLst>
                    <a:ext uri="{FF2B5EF4-FFF2-40B4-BE49-F238E27FC236}">
                      <a16:creationId xmlns:a16="http://schemas.microsoft.com/office/drawing/2014/main" id="{92520E88-961B-FB6A-489D-E752E066FFD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0" name="楕円 301">
                  <a:extLst>
                    <a:ext uri="{FF2B5EF4-FFF2-40B4-BE49-F238E27FC236}">
                      <a16:creationId xmlns:a16="http://schemas.microsoft.com/office/drawing/2014/main" id="{9C033E4F-AFBD-BB48-57BF-DF54961D677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72" name="Group 671">
                <a:extLst>
                  <a:ext uri="{FF2B5EF4-FFF2-40B4-BE49-F238E27FC236}">
                    <a16:creationId xmlns:a16="http://schemas.microsoft.com/office/drawing/2014/main" id="{C7C5912B-AFE7-3C76-1008-6998C90DB5FE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77" name="Rectangle 676">
                  <a:extLst>
                    <a:ext uri="{FF2B5EF4-FFF2-40B4-BE49-F238E27FC236}">
                      <a16:creationId xmlns:a16="http://schemas.microsoft.com/office/drawing/2014/main" id="{6E3A2EC1-4AD2-79D9-214E-93A25517E6E7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8" name="フローチャート: 和接合 16">
                  <a:extLst>
                    <a:ext uri="{FF2B5EF4-FFF2-40B4-BE49-F238E27FC236}">
                      <a16:creationId xmlns:a16="http://schemas.microsoft.com/office/drawing/2014/main" id="{0F80E2EC-E956-2173-7A62-9A6EE8CD67A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DD21C33F-22A0-DE57-6661-0C0E0F557A7D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74" name="Group 673">
                <a:extLst>
                  <a:ext uri="{FF2B5EF4-FFF2-40B4-BE49-F238E27FC236}">
                    <a16:creationId xmlns:a16="http://schemas.microsoft.com/office/drawing/2014/main" id="{90ABF6B7-2A57-ACDA-8A75-AD8319422D92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675" name="楕円 300">
                  <a:extLst>
                    <a:ext uri="{FF2B5EF4-FFF2-40B4-BE49-F238E27FC236}">
                      <a16:creationId xmlns:a16="http://schemas.microsoft.com/office/drawing/2014/main" id="{375A0EA8-506E-7007-D083-4D7C72968AD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6" name="楕円 301">
                  <a:extLst>
                    <a:ext uri="{FF2B5EF4-FFF2-40B4-BE49-F238E27FC236}">
                      <a16:creationId xmlns:a16="http://schemas.microsoft.com/office/drawing/2014/main" id="{5845D9BC-EE5D-EEDE-FE61-31EE2D2EE5D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pic>
        <p:nvPicPr>
          <p:cNvPr id="796" name="Graphic 795">
            <a:extLst>
              <a:ext uri="{FF2B5EF4-FFF2-40B4-BE49-F238E27FC236}">
                <a16:creationId xmlns:a16="http://schemas.microsoft.com/office/drawing/2014/main" id="{C5BDCE54-274D-48DB-0479-98537993C5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28200" y="3900233"/>
            <a:ext cx="5677200" cy="3385417"/>
          </a:xfrm>
          <a:prstGeom prst="rect">
            <a:avLst/>
          </a:prstGeom>
        </p:spPr>
      </p:pic>
      <p:grpSp>
        <p:nvGrpSpPr>
          <p:cNvPr id="913" name="Group 912">
            <a:extLst>
              <a:ext uri="{FF2B5EF4-FFF2-40B4-BE49-F238E27FC236}">
                <a16:creationId xmlns:a16="http://schemas.microsoft.com/office/drawing/2014/main" id="{BD76E2D6-87AC-AABF-A157-5E8BE6AAC1C3}"/>
              </a:ext>
            </a:extLst>
          </p:cNvPr>
          <p:cNvGrpSpPr/>
          <p:nvPr/>
        </p:nvGrpSpPr>
        <p:grpSpPr>
          <a:xfrm>
            <a:off x="4307195" y="5756027"/>
            <a:ext cx="2818256" cy="1008713"/>
            <a:chOff x="4257840" y="4866885"/>
            <a:chExt cx="2818256" cy="1008713"/>
          </a:xfrm>
        </p:grpSpPr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DFC961F3-FCDB-4710-DE43-C40DDD5C7528}"/>
                </a:ext>
              </a:extLst>
            </p:cNvPr>
            <p:cNvSpPr/>
            <p:nvPr/>
          </p:nvSpPr>
          <p:spPr>
            <a:xfrm>
              <a:off x="4257842" y="5535856"/>
              <a:ext cx="2818254" cy="33974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  <a:latin typeface="Arial" panose="020B0604020202020204" pitchFamily="34" charset="0"/>
                <a:ea typeface="UD Digi Kyokasho NK" panose="02020400000000000000" pitchFamily="18" charset="-128"/>
                <a:cs typeface="Arial" panose="020B0604020202020204" pitchFamily="34" charset="0"/>
              </a:endParaRP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AAA0887B-2F75-343A-CA1D-EF0099C9925C}"/>
                </a:ext>
              </a:extLst>
            </p:cNvPr>
            <p:cNvSpPr/>
            <p:nvPr/>
          </p:nvSpPr>
          <p:spPr>
            <a:xfrm rot="10800000">
              <a:off x="5253937" y="4869500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ea typeface="UD Digi Kyokasho NK" panose="02020400000000000000" pitchFamily="18" charset="-128"/>
                <a:cs typeface="Arial" panose="020B0604020202020204" pitchFamily="34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BBA3E747-A642-7B46-BC2E-2ED6003AC230}"/>
                </a:ext>
              </a:extLst>
            </p:cNvPr>
            <p:cNvSpPr/>
            <p:nvPr/>
          </p:nvSpPr>
          <p:spPr>
            <a:xfrm rot="10800000">
              <a:off x="4755889" y="4866885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ea typeface="UD Digi Kyokasho NK" panose="02020400000000000000" pitchFamily="18" charset="-128"/>
                <a:cs typeface="Arial" panose="020B0604020202020204" pitchFamily="34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F7A24AFA-71E8-A413-D71D-4895A63E5C62}"/>
                </a:ext>
              </a:extLst>
            </p:cNvPr>
            <p:cNvSpPr/>
            <p:nvPr/>
          </p:nvSpPr>
          <p:spPr>
            <a:xfrm rot="10800000">
              <a:off x="4257842" y="4868689"/>
              <a:ext cx="328014" cy="56529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ea typeface="UD Digi Kyokasho NK" panose="02020400000000000000" pitchFamily="18" charset="-128"/>
                <a:cs typeface="Arial" panose="020B0604020202020204" pitchFamily="34" charset="0"/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0EAF9C45-3EBA-02B6-9E76-745244FCF883}"/>
                </a:ext>
              </a:extLst>
            </p:cNvPr>
            <p:cNvSpPr/>
            <p:nvPr/>
          </p:nvSpPr>
          <p:spPr>
            <a:xfrm rot="5400000">
              <a:off x="5614600" y="4075445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ea typeface="UD Digi Kyokasho NK" panose="02020400000000000000" pitchFamily="18" charset="-128"/>
                <a:cs typeface="Arial" panose="020B0604020202020204" pitchFamily="34" charset="0"/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3AF14245-447E-7E2C-FE00-1C36826EEBE0}"/>
                </a:ext>
              </a:extLst>
            </p:cNvPr>
            <p:cNvSpPr/>
            <p:nvPr/>
          </p:nvSpPr>
          <p:spPr>
            <a:xfrm rot="10800000">
              <a:off x="6748080" y="4869500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ea typeface="UD Digi Kyokasho NK" panose="02020400000000000000" pitchFamily="18" charset="-128"/>
                <a:cs typeface="Arial" panose="020B0604020202020204" pitchFamily="34" charset="0"/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511D38C0-EFEF-A7A3-8ABC-13D5820B9ED4}"/>
                </a:ext>
              </a:extLst>
            </p:cNvPr>
            <p:cNvSpPr/>
            <p:nvPr/>
          </p:nvSpPr>
          <p:spPr>
            <a:xfrm rot="10800000">
              <a:off x="6250033" y="4869501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ea typeface="UD Digi Kyokasho NK" panose="02020400000000000000" pitchFamily="18" charset="-128"/>
                <a:cs typeface="Arial" panose="020B0604020202020204" pitchFamily="34" charset="0"/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39BA77D5-1251-E05C-67E9-D8D76BA1A046}"/>
                </a:ext>
              </a:extLst>
            </p:cNvPr>
            <p:cNvSpPr/>
            <p:nvPr/>
          </p:nvSpPr>
          <p:spPr>
            <a:xfrm rot="10800000">
              <a:off x="5740403" y="4867861"/>
              <a:ext cx="328014" cy="56529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ea typeface="UD Digi Kyokasho NK" panose="02020400000000000000" pitchFamily="18" charset="-128"/>
                <a:cs typeface="Arial" panose="020B0604020202020204" pitchFamily="34" charset="0"/>
              </a:endParaRPr>
            </a:p>
          </p:txBody>
        </p: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9C68138E-CE59-2F74-3133-2075DF0F94F0}"/>
                </a:ext>
              </a:extLst>
            </p:cNvPr>
            <p:cNvCxnSpPr>
              <a:cxnSpLocks/>
            </p:cNvCxnSpPr>
            <p:nvPr/>
          </p:nvCxnSpPr>
          <p:spPr>
            <a:xfrm>
              <a:off x="4435683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C24DC400-2F4F-AD63-3560-168D50AEAA96}"/>
                </a:ext>
              </a:extLst>
            </p:cNvPr>
            <p:cNvCxnSpPr>
              <a:cxnSpLocks/>
            </p:cNvCxnSpPr>
            <p:nvPr/>
          </p:nvCxnSpPr>
          <p:spPr>
            <a:xfrm>
              <a:off x="4929897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BACB901D-1B22-CCF3-7346-7B6E2576BEA3}"/>
                </a:ext>
              </a:extLst>
            </p:cNvPr>
            <p:cNvCxnSpPr>
              <a:cxnSpLocks/>
            </p:cNvCxnSpPr>
            <p:nvPr/>
          </p:nvCxnSpPr>
          <p:spPr>
            <a:xfrm>
              <a:off x="5424112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D5965730-05ED-04BB-91BB-F977508D1DC1}"/>
                </a:ext>
              </a:extLst>
            </p:cNvPr>
            <p:cNvCxnSpPr>
              <a:cxnSpLocks/>
            </p:cNvCxnSpPr>
            <p:nvPr/>
          </p:nvCxnSpPr>
          <p:spPr>
            <a:xfrm>
              <a:off x="5918326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9300CF6-FDE8-4494-C33F-4859871D455A}"/>
                </a:ext>
              </a:extLst>
            </p:cNvPr>
            <p:cNvCxnSpPr>
              <a:cxnSpLocks/>
            </p:cNvCxnSpPr>
            <p:nvPr/>
          </p:nvCxnSpPr>
          <p:spPr>
            <a:xfrm>
              <a:off x="6412541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171FDC5C-0174-A083-CA72-34C628086370}"/>
                </a:ext>
              </a:extLst>
            </p:cNvPr>
            <p:cNvCxnSpPr>
              <a:cxnSpLocks/>
            </p:cNvCxnSpPr>
            <p:nvPr/>
          </p:nvCxnSpPr>
          <p:spPr>
            <a:xfrm>
              <a:off x="6906754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0" name="Picture 379">
              <a:extLst>
                <a:ext uri="{FF2B5EF4-FFF2-40B4-BE49-F238E27FC236}">
                  <a16:creationId xmlns:a16="http://schemas.microsoft.com/office/drawing/2014/main" id="{05B9516E-FA32-A64F-4962-686FB726F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7425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1" name="Picture 380">
              <a:extLst>
                <a:ext uri="{FF2B5EF4-FFF2-40B4-BE49-F238E27FC236}">
                  <a16:creationId xmlns:a16="http://schemas.microsoft.com/office/drawing/2014/main" id="{788A5392-8C91-4D0E-FD42-8A7ED7071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55541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2" name="Picture 381">
              <a:extLst>
                <a:ext uri="{FF2B5EF4-FFF2-40B4-BE49-F238E27FC236}">
                  <a16:creationId xmlns:a16="http://schemas.microsoft.com/office/drawing/2014/main" id="{FA7300AA-207F-04B1-2B72-59FE13DDE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760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3" name="Picture 382">
              <a:extLst>
                <a:ext uri="{FF2B5EF4-FFF2-40B4-BE49-F238E27FC236}">
                  <a16:creationId xmlns:a16="http://schemas.microsoft.com/office/drawing/2014/main" id="{606AE51E-779D-B49D-2CDA-2D03D5FD3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790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4" name="Picture 383">
              <a:extLst>
                <a:ext uri="{FF2B5EF4-FFF2-40B4-BE49-F238E27FC236}">
                  <a16:creationId xmlns:a16="http://schemas.microsoft.com/office/drawing/2014/main" id="{FF61A31D-6B49-4CC8-239B-03F9DDB81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854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5" name="Picture 384">
              <a:extLst>
                <a:ext uri="{FF2B5EF4-FFF2-40B4-BE49-F238E27FC236}">
                  <a16:creationId xmlns:a16="http://schemas.microsoft.com/office/drawing/2014/main" id="{C84506DA-9E14-AFA2-9AA0-8C4FD78C0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884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</p:grp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DAEA6582-9DA3-B828-F54E-3185A0B8A66B}"/>
              </a:ext>
            </a:extLst>
          </p:cNvPr>
          <p:cNvCxnSpPr>
            <a:cxnSpLocks/>
          </p:cNvCxnSpPr>
          <p:nvPr/>
        </p:nvCxnSpPr>
        <p:spPr>
          <a:xfrm>
            <a:off x="4061460" y="1685850"/>
            <a:ext cx="0" cy="1205511"/>
          </a:xfrm>
          <a:prstGeom prst="straightConnector1">
            <a:avLst/>
          </a:prstGeom>
          <a:ln w="38100">
            <a:solidFill>
              <a:srgbClr val="1F4E7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52A979DB-0EBF-00F8-51A2-9D1DAE05167B}"/>
              </a:ext>
            </a:extLst>
          </p:cNvPr>
          <p:cNvCxnSpPr>
            <a:cxnSpLocks/>
          </p:cNvCxnSpPr>
          <p:nvPr/>
        </p:nvCxnSpPr>
        <p:spPr>
          <a:xfrm>
            <a:off x="3989246" y="5763190"/>
            <a:ext cx="0" cy="1001795"/>
          </a:xfrm>
          <a:prstGeom prst="straightConnector1">
            <a:avLst/>
          </a:prstGeom>
          <a:ln w="38100">
            <a:solidFill>
              <a:srgbClr val="1F4E7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4" name="Group 913">
            <a:extLst>
              <a:ext uri="{FF2B5EF4-FFF2-40B4-BE49-F238E27FC236}">
                <a16:creationId xmlns:a16="http://schemas.microsoft.com/office/drawing/2014/main" id="{41365EF1-7C6C-ED35-990B-371185B6DFE7}"/>
              </a:ext>
            </a:extLst>
          </p:cNvPr>
          <p:cNvGrpSpPr/>
          <p:nvPr/>
        </p:nvGrpSpPr>
        <p:grpSpPr>
          <a:xfrm>
            <a:off x="4304402" y="1365316"/>
            <a:ext cx="2821049" cy="1584047"/>
            <a:chOff x="4304402" y="1365316"/>
            <a:chExt cx="2821049" cy="158404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F9A542E3-4502-E64C-A223-27C8C5854287}"/>
                </a:ext>
              </a:extLst>
            </p:cNvPr>
            <p:cNvSpPr/>
            <p:nvPr/>
          </p:nvSpPr>
          <p:spPr>
            <a:xfrm>
              <a:off x="4307196" y="2609621"/>
              <a:ext cx="2818254" cy="33974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  <a:latin typeface="Arial" panose="020B0604020202020204" pitchFamily="34" charset="0"/>
                <a:ea typeface="UD Digi Kyokasho NK" panose="02020400000000000000" pitchFamily="18" charset="-128"/>
                <a:cs typeface="Arial" panose="020B0604020202020204" pitchFamily="34" charset="0"/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EBB919BC-FBBF-7201-3943-82D240655D7D}"/>
                </a:ext>
              </a:extLst>
            </p:cNvPr>
            <p:cNvSpPr/>
            <p:nvPr/>
          </p:nvSpPr>
          <p:spPr>
            <a:xfrm rot="5400000">
              <a:off x="5552314" y="936934"/>
              <a:ext cx="328015" cy="281825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ea typeface="UD Digi Kyokasho NK" panose="02020400000000000000" pitchFamily="18" charset="-128"/>
                <a:cs typeface="Arial" panose="020B0604020202020204" pitchFamily="34" charset="0"/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A4D88759-57E6-9456-D3F2-8368BCC6CC80}"/>
                </a:ext>
              </a:extLst>
            </p:cNvPr>
            <p:cNvSpPr/>
            <p:nvPr/>
          </p:nvSpPr>
          <p:spPr>
            <a:xfrm rot="5400000">
              <a:off x="5663954" y="1149210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ea typeface="UD Digi Kyokasho NK" panose="02020400000000000000" pitchFamily="18" charset="-128"/>
                <a:cs typeface="Arial" panose="020B0604020202020204" pitchFamily="34" charset="0"/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BD8E5C65-E6AA-0D64-F05D-C31D27FCB2F4}"/>
                </a:ext>
              </a:extLst>
            </p:cNvPr>
            <p:cNvSpPr/>
            <p:nvPr/>
          </p:nvSpPr>
          <p:spPr>
            <a:xfrm rot="5400000">
              <a:off x="5552315" y="529233"/>
              <a:ext cx="328015" cy="2818257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ea typeface="UD Digi Kyokasho NK" panose="02020400000000000000" pitchFamily="18" charset="-128"/>
                <a:cs typeface="Arial" panose="020B0604020202020204" pitchFamily="34" charset="0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8DE0F907-B7A5-4645-5B28-32A1C123BB31}"/>
                </a:ext>
              </a:extLst>
            </p:cNvPr>
            <p:cNvSpPr/>
            <p:nvPr/>
          </p:nvSpPr>
          <p:spPr>
            <a:xfrm rot="5400000">
              <a:off x="5549523" y="120195"/>
              <a:ext cx="328015" cy="281825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ea typeface="UD Digi Kyokasho NK" panose="02020400000000000000" pitchFamily="18" charset="-128"/>
                <a:cs typeface="Arial" panose="020B0604020202020204" pitchFamily="34" charset="0"/>
              </a:endParaRPr>
            </a:p>
          </p:txBody>
        </p:sp>
        <p:pic>
          <p:nvPicPr>
            <p:cNvPr id="378" name="Picture 377">
              <a:extLst>
                <a:ext uri="{FF2B5EF4-FFF2-40B4-BE49-F238E27FC236}">
                  <a16:creationId xmlns:a16="http://schemas.microsoft.com/office/drawing/2014/main" id="{7AAED445-7823-C5C1-8C9A-A13F51A00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1943522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pic>
          <p:nvPicPr>
            <p:cNvPr id="379" name="Picture 378">
              <a:extLst>
                <a:ext uri="{FF2B5EF4-FFF2-40B4-BE49-F238E27FC236}">
                  <a16:creationId xmlns:a16="http://schemas.microsoft.com/office/drawing/2014/main" id="{F9C92E2A-F3B2-5920-B1CB-F72D0216F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8637" y="151090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6B0DC10B-CE7B-2172-D6E5-A0EF4DD4A0E8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1624565"/>
              <a:ext cx="0" cy="533036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5CA9AB71-C5C2-0EBD-96BA-468EF1C50700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2196275"/>
              <a:ext cx="0" cy="530994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90" name="Picture 389">
              <a:extLst>
                <a:ext uri="{FF2B5EF4-FFF2-40B4-BE49-F238E27FC236}">
                  <a16:creationId xmlns:a16="http://schemas.microsoft.com/office/drawing/2014/main" id="{EE91BF0E-83E4-EC49-FCAA-2A4EEF04B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237613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</p:grpSp>
      <p:sp>
        <p:nvSpPr>
          <p:cNvPr id="391" name="テキスト プレースホルダー 2">
            <a:extLst>
              <a:ext uri="{FF2B5EF4-FFF2-40B4-BE49-F238E27FC236}">
                <a16:creationId xmlns:a16="http://schemas.microsoft.com/office/drawing/2014/main" id="{76C011AE-9F96-FA4E-DB2A-7EBF113E7189}"/>
              </a:ext>
            </a:extLst>
          </p:cNvPr>
          <p:cNvSpPr txBox="1">
            <a:spLocks/>
          </p:cNvSpPr>
          <p:nvPr/>
        </p:nvSpPr>
        <p:spPr>
          <a:xfrm rot="5400000">
            <a:off x="3089705" y="1974444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High </a:t>
            </a:r>
            <a:r>
              <a:rPr kumimoji="1" lang="en-US" altLang="ja-JP" sz="1600" b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1600" b="1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TH</a:t>
            </a:r>
            <a:endParaRPr kumimoji="1" lang="en-US" altLang="ja-JP" sz="1600" b="1" u="sng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392" name="テキスト プレースホルダー 2">
            <a:extLst>
              <a:ext uri="{FF2B5EF4-FFF2-40B4-BE49-F238E27FC236}">
                <a16:creationId xmlns:a16="http://schemas.microsoft.com/office/drawing/2014/main" id="{CE36622D-B0F4-EC19-CF2E-D3860C35783A}"/>
              </a:ext>
            </a:extLst>
          </p:cNvPr>
          <p:cNvSpPr txBox="1">
            <a:spLocks/>
          </p:cNvSpPr>
          <p:nvPr/>
        </p:nvSpPr>
        <p:spPr>
          <a:xfrm rot="5400000">
            <a:off x="3040351" y="6122737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Low </a:t>
            </a:r>
            <a:r>
              <a:rPr kumimoji="1" lang="en-US" altLang="ja-JP" sz="1600" b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1600" b="1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TH</a:t>
            </a:r>
            <a:endParaRPr kumimoji="1" lang="en-US" altLang="ja-JP" sz="1600" b="1" u="sng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4BEC1EFB-ED99-93B9-D8CD-A710FAC5ECB0}"/>
              </a:ext>
            </a:extLst>
          </p:cNvPr>
          <p:cNvSpPr txBox="1"/>
          <p:nvPr/>
        </p:nvSpPr>
        <p:spPr>
          <a:xfrm>
            <a:off x="0" y="557517"/>
            <a:ext cx="35701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Edgewise-wound Transformer</a:t>
            </a: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DD921DA2-1E8C-5A87-3453-B918AD880119}"/>
              </a:ext>
            </a:extLst>
          </p:cNvPr>
          <p:cNvSpPr txBox="1"/>
          <p:nvPr/>
        </p:nvSpPr>
        <p:spPr>
          <a:xfrm>
            <a:off x="-37699" y="4113125"/>
            <a:ext cx="3607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Flatwise-wound Transformer (proposed)</a:t>
            </a:r>
          </a:p>
        </p:txBody>
      </p:sp>
      <p:sp>
        <p:nvSpPr>
          <p:cNvPr id="396" name="テキスト プレースホルダー 2">
            <a:extLst>
              <a:ext uri="{FF2B5EF4-FFF2-40B4-BE49-F238E27FC236}">
                <a16:creationId xmlns:a16="http://schemas.microsoft.com/office/drawing/2014/main" id="{410BFE63-D0E2-0362-A658-696B57C289E4}"/>
              </a:ext>
            </a:extLst>
          </p:cNvPr>
          <p:cNvSpPr txBox="1">
            <a:spLocks/>
          </p:cNvSpPr>
          <p:nvPr/>
        </p:nvSpPr>
        <p:spPr>
          <a:xfrm>
            <a:off x="3351671" y="1413865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inside</a:t>
            </a:r>
            <a:endParaRPr kumimoji="1" lang="en-US" altLang="ja-JP" sz="1200" b="1" u="sng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397" name="テキスト プレースホルダー 2">
            <a:extLst>
              <a:ext uri="{FF2B5EF4-FFF2-40B4-BE49-F238E27FC236}">
                <a16:creationId xmlns:a16="http://schemas.microsoft.com/office/drawing/2014/main" id="{3FA5BF4B-31CD-3071-76F5-822D2C162074}"/>
              </a:ext>
            </a:extLst>
          </p:cNvPr>
          <p:cNvSpPr txBox="1">
            <a:spLocks/>
          </p:cNvSpPr>
          <p:nvPr/>
        </p:nvSpPr>
        <p:spPr>
          <a:xfrm>
            <a:off x="3323021" y="2943809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ambient</a:t>
            </a:r>
            <a:endParaRPr kumimoji="1" lang="en-US" altLang="ja-JP" sz="1200" b="1" u="sng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398" name="テキスト プレースホルダー 2">
            <a:extLst>
              <a:ext uri="{FF2B5EF4-FFF2-40B4-BE49-F238E27FC236}">
                <a16:creationId xmlns:a16="http://schemas.microsoft.com/office/drawing/2014/main" id="{C18AD0AD-06D0-81FA-FC8F-47439D81FE04}"/>
              </a:ext>
            </a:extLst>
          </p:cNvPr>
          <p:cNvSpPr txBox="1">
            <a:spLocks/>
          </p:cNvSpPr>
          <p:nvPr/>
        </p:nvSpPr>
        <p:spPr>
          <a:xfrm>
            <a:off x="3285269" y="5494602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inside</a:t>
            </a:r>
            <a:endParaRPr kumimoji="1" lang="en-US" altLang="ja-JP" sz="1200" b="1" u="sng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399" name="テキスト プレースホルダー 2">
            <a:extLst>
              <a:ext uri="{FF2B5EF4-FFF2-40B4-BE49-F238E27FC236}">
                <a16:creationId xmlns:a16="http://schemas.microsoft.com/office/drawing/2014/main" id="{7E443F17-6D7B-A7D9-E502-618570CA2D96}"/>
              </a:ext>
            </a:extLst>
          </p:cNvPr>
          <p:cNvSpPr txBox="1">
            <a:spLocks/>
          </p:cNvSpPr>
          <p:nvPr/>
        </p:nvSpPr>
        <p:spPr>
          <a:xfrm>
            <a:off x="3256619" y="6773489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ambient</a:t>
            </a:r>
            <a:endParaRPr kumimoji="1" lang="en-US" altLang="ja-JP" sz="1200" b="1" u="sng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pic>
        <p:nvPicPr>
          <p:cNvPr id="406" name="Picture 405">
            <a:extLst>
              <a:ext uri="{FF2B5EF4-FFF2-40B4-BE49-F238E27FC236}">
                <a16:creationId xmlns:a16="http://schemas.microsoft.com/office/drawing/2014/main" id="{6A5670DF-337D-8B65-29B4-61F1649474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3959" t="-15406" r="13959" b="15406"/>
          <a:stretch/>
        </p:blipFill>
        <p:spPr>
          <a:xfrm rot="14400000">
            <a:off x="2864003" y="912211"/>
            <a:ext cx="683609" cy="686543"/>
          </a:xfrm>
          <a:prstGeom prst="ellipse">
            <a:avLst/>
          </a:prstGeom>
          <a:ln w="50800" cap="rnd">
            <a:solidFill>
              <a:srgbClr val="C8C6BD"/>
            </a:solidFill>
            <a:prstDash val="solid"/>
          </a:ln>
          <a:effectLst/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</p:spPr>
      </p:pic>
      <p:pic>
        <p:nvPicPr>
          <p:cNvPr id="408" name="Picture 407">
            <a:extLst>
              <a:ext uri="{FF2B5EF4-FFF2-40B4-BE49-F238E27FC236}">
                <a16:creationId xmlns:a16="http://schemas.microsoft.com/office/drawing/2014/main" id="{76029C68-C157-8D63-DE69-A0FB010D83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1448" t="-10593" r="26764" b="25909"/>
          <a:stretch/>
        </p:blipFill>
        <p:spPr>
          <a:xfrm rot="14400000">
            <a:off x="2852396" y="4845724"/>
            <a:ext cx="633267" cy="630672"/>
          </a:xfrm>
          <a:prstGeom prst="ellipse">
            <a:avLst/>
          </a:prstGeom>
          <a:ln w="50800" cap="rnd">
            <a:solidFill>
              <a:srgbClr val="C8C6BD"/>
            </a:solidFill>
            <a:prstDash val="solid"/>
          </a:ln>
          <a:effectLst/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EE5D74E-1515-4F04-C545-3A2CE7326F7D}"/>
              </a:ext>
            </a:extLst>
          </p:cNvPr>
          <p:cNvSpPr/>
          <p:nvPr/>
        </p:nvSpPr>
        <p:spPr>
          <a:xfrm rot="5400000">
            <a:off x="916104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36E89C-D812-C83C-BD21-54883B36671B}"/>
              </a:ext>
            </a:extLst>
          </p:cNvPr>
          <p:cNvSpPr/>
          <p:nvPr/>
        </p:nvSpPr>
        <p:spPr>
          <a:xfrm rot="5400000">
            <a:off x="1454094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F64270-051A-20A4-2D1C-FA70B32E44C8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235840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5BF52C-CAD9-E0D2-11AA-5AC026078585}"/>
              </a:ext>
            </a:extLst>
          </p:cNvPr>
          <p:cNvCxnSpPr/>
          <p:nvPr/>
        </p:nvCxnSpPr>
        <p:spPr>
          <a:xfrm>
            <a:off x="1768370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6F7878-A69D-D428-6BC9-4201044DEFAA}"/>
              </a:ext>
            </a:extLst>
          </p:cNvPr>
          <p:cNvCxnSpPr>
            <a:cxnSpLocks/>
          </p:cNvCxnSpPr>
          <p:nvPr/>
        </p:nvCxnSpPr>
        <p:spPr>
          <a:xfrm>
            <a:off x="1235840" y="-1925381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69EB530A-DF23-B5C8-6825-110405561607}"/>
              </a:ext>
            </a:extLst>
          </p:cNvPr>
          <p:cNvCxnSpPr>
            <a:cxnSpLocks/>
          </p:cNvCxnSpPr>
          <p:nvPr/>
        </p:nvCxnSpPr>
        <p:spPr>
          <a:xfrm>
            <a:off x="1502105" y="-192538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0C7E7366-E998-C054-8320-19F2C483D176}"/>
              </a:ext>
            </a:extLst>
          </p:cNvPr>
          <p:cNvCxnSpPr>
            <a:cxnSpLocks/>
          </p:cNvCxnSpPr>
          <p:nvPr/>
        </p:nvCxnSpPr>
        <p:spPr>
          <a:xfrm>
            <a:off x="1266942" y="-1596761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75EFBCC0-504B-E19B-8CF7-500788DBAEF5}"/>
              </a:ext>
            </a:extLst>
          </p:cNvPr>
          <p:cNvCxnSpPr>
            <a:cxnSpLocks/>
          </p:cNvCxnSpPr>
          <p:nvPr/>
        </p:nvCxnSpPr>
        <p:spPr>
          <a:xfrm>
            <a:off x="1341621" y="-1460369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9A63215-7E83-BC9E-8071-5A80454F34C7}"/>
              </a:ext>
            </a:extLst>
          </p:cNvPr>
          <p:cNvCxnSpPr>
            <a:cxnSpLocks/>
          </p:cNvCxnSpPr>
          <p:nvPr/>
        </p:nvCxnSpPr>
        <p:spPr>
          <a:xfrm>
            <a:off x="1392251" y="-1131749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AC2AF223-18EC-7B8A-F21F-0A28A73E48D9}"/>
              </a:ext>
            </a:extLst>
          </p:cNvPr>
          <p:cNvCxnSpPr/>
          <p:nvPr/>
        </p:nvCxnSpPr>
        <p:spPr>
          <a:xfrm>
            <a:off x="1502105" y="-146036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AF68C2A7-C91E-666E-41C9-FB065F324DF5}"/>
              </a:ext>
            </a:extLst>
          </p:cNvPr>
          <p:cNvCxnSpPr>
            <a:cxnSpLocks/>
          </p:cNvCxnSpPr>
          <p:nvPr/>
        </p:nvCxnSpPr>
        <p:spPr>
          <a:xfrm>
            <a:off x="1449972" y="-109424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A85F5113-A7AF-D785-92A3-3BB37CF19589}"/>
              </a:ext>
            </a:extLst>
          </p:cNvPr>
          <p:cNvCxnSpPr>
            <a:cxnSpLocks/>
          </p:cNvCxnSpPr>
          <p:nvPr/>
        </p:nvCxnSpPr>
        <p:spPr>
          <a:xfrm>
            <a:off x="1474483" y="-105673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421BE33F-559E-3398-D26A-918A5A474953}"/>
              </a:ext>
            </a:extLst>
          </p:cNvPr>
          <p:cNvCxnSpPr/>
          <p:nvPr/>
        </p:nvCxnSpPr>
        <p:spPr>
          <a:xfrm>
            <a:off x="1235840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81F59115-74BC-2746-864A-5F90889D581F}"/>
              </a:ext>
            </a:extLst>
          </p:cNvPr>
          <p:cNvCxnSpPr/>
          <p:nvPr/>
        </p:nvCxnSpPr>
        <p:spPr>
          <a:xfrm>
            <a:off x="1768370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C59BDEFD-23B6-F00B-4E53-B970B66C653A}"/>
              </a:ext>
            </a:extLst>
          </p:cNvPr>
          <p:cNvCxnSpPr>
            <a:cxnSpLocks/>
          </p:cNvCxnSpPr>
          <p:nvPr/>
        </p:nvCxnSpPr>
        <p:spPr>
          <a:xfrm>
            <a:off x="1235840" y="-3210455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B46EC8A2-75D4-4F9F-669A-F2369C383FCE}"/>
              </a:ext>
            </a:extLst>
          </p:cNvPr>
          <p:cNvCxnSpPr>
            <a:cxnSpLocks/>
          </p:cNvCxnSpPr>
          <p:nvPr/>
        </p:nvCxnSpPr>
        <p:spPr>
          <a:xfrm>
            <a:off x="1502105" y="-355071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Rectangle 222">
            <a:extLst>
              <a:ext uri="{FF2B5EF4-FFF2-40B4-BE49-F238E27FC236}">
                <a16:creationId xmlns:a16="http://schemas.microsoft.com/office/drawing/2014/main" id="{B6236BF6-BD19-CCE5-0A63-77C1F544D411}"/>
              </a:ext>
            </a:extLst>
          </p:cNvPr>
          <p:cNvSpPr/>
          <p:nvPr/>
        </p:nvSpPr>
        <p:spPr>
          <a:xfrm rot="10800000">
            <a:off x="1768370" y="-3690863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E9AD2D7D-55AC-5C14-15F6-20A594DBBE36}"/>
              </a:ext>
            </a:extLst>
          </p:cNvPr>
          <p:cNvCxnSpPr>
            <a:cxnSpLocks/>
          </p:cNvCxnSpPr>
          <p:nvPr/>
        </p:nvCxnSpPr>
        <p:spPr>
          <a:xfrm>
            <a:off x="1502105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9AB3657-CC2C-5ED3-8C11-7D0E8A60BCB4}"/>
              </a:ext>
            </a:extLst>
          </p:cNvPr>
          <p:cNvCxnSpPr>
            <a:cxnSpLocks/>
          </p:cNvCxnSpPr>
          <p:nvPr/>
        </p:nvCxnSpPr>
        <p:spPr>
          <a:xfrm>
            <a:off x="2407842" y="-353383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Oval 225">
            <a:extLst>
              <a:ext uri="{FF2B5EF4-FFF2-40B4-BE49-F238E27FC236}">
                <a16:creationId xmlns:a16="http://schemas.microsoft.com/office/drawing/2014/main" id="{12FE5FD4-F0E2-33D4-5D97-C2614B241CFA}"/>
              </a:ext>
            </a:extLst>
          </p:cNvPr>
          <p:cNvSpPr/>
          <p:nvPr/>
        </p:nvSpPr>
        <p:spPr>
          <a:xfrm>
            <a:off x="2650830" y="-3580541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5F9083D2-9BE2-4D3A-5B3A-5EE629992307}"/>
              </a:ext>
            </a:extLst>
          </p:cNvPr>
          <p:cNvCxnSpPr>
            <a:cxnSpLocks/>
          </p:cNvCxnSpPr>
          <p:nvPr/>
        </p:nvCxnSpPr>
        <p:spPr>
          <a:xfrm>
            <a:off x="2720654" y="-35326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F9D45A3A-C980-6D67-7849-A7BA7DCC0623}"/>
              </a:ext>
            </a:extLst>
          </p:cNvPr>
          <p:cNvSpPr/>
          <p:nvPr/>
        </p:nvSpPr>
        <p:spPr>
          <a:xfrm rot="10800000">
            <a:off x="2986919" y="-3707125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570E96F7-91FF-0B05-BA78-A7143CFD1196}"/>
              </a:ext>
            </a:extLst>
          </p:cNvPr>
          <p:cNvCxnSpPr>
            <a:cxnSpLocks/>
          </p:cNvCxnSpPr>
          <p:nvPr/>
        </p:nvCxnSpPr>
        <p:spPr>
          <a:xfrm>
            <a:off x="3626391" y="-35431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166E8B6D-6AA7-A4D9-63D7-A3982FBE648B}"/>
              </a:ext>
            </a:extLst>
          </p:cNvPr>
          <p:cNvSpPr/>
          <p:nvPr/>
        </p:nvSpPr>
        <p:spPr>
          <a:xfrm rot="10800000">
            <a:off x="3885731" y="-3699513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24AFBABB-338F-E5D2-9008-C116726A79E4}"/>
              </a:ext>
            </a:extLst>
          </p:cNvPr>
          <p:cNvCxnSpPr>
            <a:cxnSpLocks/>
          </p:cNvCxnSpPr>
          <p:nvPr/>
        </p:nvCxnSpPr>
        <p:spPr>
          <a:xfrm>
            <a:off x="4521266" y="-354310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0CBC1DCA-4631-0F95-3088-CBDD37FBF88C}"/>
              </a:ext>
            </a:extLst>
          </p:cNvPr>
          <p:cNvSpPr/>
          <p:nvPr/>
        </p:nvSpPr>
        <p:spPr>
          <a:xfrm rot="10800000">
            <a:off x="4780606" y="-3699512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1B33FE1E-646F-C5B6-C718-74F8A5B5A3FB}"/>
              </a:ext>
            </a:extLst>
          </p:cNvPr>
          <p:cNvCxnSpPr>
            <a:cxnSpLocks/>
          </p:cNvCxnSpPr>
          <p:nvPr/>
        </p:nvCxnSpPr>
        <p:spPr>
          <a:xfrm>
            <a:off x="5413153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Oval 233">
            <a:extLst>
              <a:ext uri="{FF2B5EF4-FFF2-40B4-BE49-F238E27FC236}">
                <a16:creationId xmlns:a16="http://schemas.microsoft.com/office/drawing/2014/main" id="{97AF7514-ABB1-1472-332B-6294C1559FCB}"/>
              </a:ext>
            </a:extLst>
          </p:cNvPr>
          <p:cNvSpPr/>
          <p:nvPr/>
        </p:nvSpPr>
        <p:spPr>
          <a:xfrm>
            <a:off x="5656141" y="-3580694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695B85A-C943-B6F1-6078-E65C9AE2FCF3}"/>
              </a:ext>
            </a:extLst>
          </p:cNvPr>
          <p:cNvCxnSpPr>
            <a:cxnSpLocks/>
          </p:cNvCxnSpPr>
          <p:nvPr/>
        </p:nvCxnSpPr>
        <p:spPr>
          <a:xfrm>
            <a:off x="5725965" y="-353282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Rectangle 235">
            <a:extLst>
              <a:ext uri="{FF2B5EF4-FFF2-40B4-BE49-F238E27FC236}">
                <a16:creationId xmlns:a16="http://schemas.microsoft.com/office/drawing/2014/main" id="{5161149E-D960-6BCD-37A5-801C0E64D105}"/>
              </a:ext>
            </a:extLst>
          </p:cNvPr>
          <p:cNvSpPr/>
          <p:nvPr/>
        </p:nvSpPr>
        <p:spPr>
          <a:xfrm rot="10800000">
            <a:off x="5992230" y="-3704428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390C053C-2D43-0F26-58BE-9EE6AC88141F}"/>
              </a:ext>
            </a:extLst>
          </p:cNvPr>
          <p:cNvCxnSpPr>
            <a:cxnSpLocks/>
          </p:cNvCxnSpPr>
          <p:nvPr/>
        </p:nvCxnSpPr>
        <p:spPr>
          <a:xfrm>
            <a:off x="6631702" y="-353445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24EC9D68-2C44-82FE-276B-7BEFAA9163F7}"/>
              </a:ext>
            </a:extLst>
          </p:cNvPr>
          <p:cNvSpPr/>
          <p:nvPr/>
        </p:nvSpPr>
        <p:spPr>
          <a:xfrm rot="10800000">
            <a:off x="6891042" y="-3689308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4B13EA17-23DD-DB96-FAB3-E0DA5E09B06F}"/>
              </a:ext>
            </a:extLst>
          </p:cNvPr>
          <p:cNvCxnSpPr>
            <a:cxnSpLocks/>
          </p:cNvCxnSpPr>
          <p:nvPr/>
        </p:nvCxnSpPr>
        <p:spPr>
          <a:xfrm>
            <a:off x="7530514" y="-353818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テキスト プレースホルダー 2">
            <a:extLst>
              <a:ext uri="{FF2B5EF4-FFF2-40B4-BE49-F238E27FC236}">
                <a16:creationId xmlns:a16="http://schemas.microsoft.com/office/drawing/2014/main" id="{9A8C9F0D-E316-1242-9FFB-D19B25DF0B2F}"/>
              </a:ext>
            </a:extLst>
          </p:cNvPr>
          <p:cNvSpPr txBox="1">
            <a:spLocks/>
          </p:cNvSpPr>
          <p:nvPr/>
        </p:nvSpPr>
        <p:spPr>
          <a:xfrm>
            <a:off x="1877037" y="-1749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amb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41" name="テキスト プレースホルダー 2">
            <a:extLst>
              <a:ext uri="{FF2B5EF4-FFF2-40B4-BE49-F238E27FC236}">
                <a16:creationId xmlns:a16="http://schemas.microsoft.com/office/drawing/2014/main" id="{E3D4AC60-759A-2FAB-52AC-17F44A5B636E}"/>
              </a:ext>
            </a:extLst>
          </p:cNvPr>
          <p:cNvSpPr txBox="1">
            <a:spLocks/>
          </p:cNvSpPr>
          <p:nvPr/>
        </p:nvSpPr>
        <p:spPr>
          <a:xfrm>
            <a:off x="1768368" y="-2325246"/>
            <a:ext cx="121854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conv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42" name="テキスト プレースホルダー 2">
            <a:extLst>
              <a:ext uri="{FF2B5EF4-FFF2-40B4-BE49-F238E27FC236}">
                <a16:creationId xmlns:a16="http://schemas.microsoft.com/office/drawing/2014/main" id="{3C363FF4-3798-5D5E-CA40-4471F6BE8CBB}"/>
              </a:ext>
            </a:extLst>
          </p:cNvPr>
          <p:cNvSpPr txBox="1">
            <a:spLocks/>
          </p:cNvSpPr>
          <p:nvPr/>
        </p:nvSpPr>
        <p:spPr>
          <a:xfrm>
            <a:off x="392418" y="-2343247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rad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43" name="テキスト プレースホルダー 2">
            <a:extLst>
              <a:ext uri="{FF2B5EF4-FFF2-40B4-BE49-F238E27FC236}">
                <a16:creationId xmlns:a16="http://schemas.microsoft.com/office/drawing/2014/main" id="{3DD0BC0E-2B60-41C5-E84C-9060B170DEFF}"/>
              </a:ext>
            </a:extLst>
          </p:cNvPr>
          <p:cNvSpPr txBox="1">
            <a:spLocks/>
          </p:cNvSpPr>
          <p:nvPr/>
        </p:nvSpPr>
        <p:spPr>
          <a:xfrm>
            <a:off x="1617288" y="-422835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44" name="テキスト プレースホルダー 2">
            <a:extLst>
              <a:ext uri="{FF2B5EF4-FFF2-40B4-BE49-F238E27FC236}">
                <a16:creationId xmlns:a16="http://schemas.microsoft.com/office/drawing/2014/main" id="{457A6C8C-4C79-2C39-BEE8-E059D612E356}"/>
              </a:ext>
            </a:extLst>
          </p:cNvPr>
          <p:cNvSpPr txBox="1">
            <a:spLocks/>
          </p:cNvSpPr>
          <p:nvPr/>
        </p:nvSpPr>
        <p:spPr>
          <a:xfrm>
            <a:off x="2870634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45" name="テキスト プレースホルダー 2">
            <a:extLst>
              <a:ext uri="{FF2B5EF4-FFF2-40B4-BE49-F238E27FC236}">
                <a16:creationId xmlns:a16="http://schemas.microsoft.com/office/drawing/2014/main" id="{E63803C4-373D-0087-EC8E-AC001B554D11}"/>
              </a:ext>
            </a:extLst>
          </p:cNvPr>
          <p:cNvSpPr txBox="1">
            <a:spLocks/>
          </p:cNvSpPr>
          <p:nvPr/>
        </p:nvSpPr>
        <p:spPr>
          <a:xfrm>
            <a:off x="3778421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TIM</a:t>
            </a:r>
          </a:p>
        </p:txBody>
      </p:sp>
      <p:sp>
        <p:nvSpPr>
          <p:cNvPr id="246" name="テキスト プレースホルダー 2">
            <a:extLst>
              <a:ext uri="{FF2B5EF4-FFF2-40B4-BE49-F238E27FC236}">
                <a16:creationId xmlns:a16="http://schemas.microsoft.com/office/drawing/2014/main" id="{E326FC40-DFDB-218A-A7D5-F6DCCFEAB464}"/>
              </a:ext>
            </a:extLst>
          </p:cNvPr>
          <p:cNvSpPr txBox="1">
            <a:spLocks/>
          </p:cNvSpPr>
          <p:nvPr/>
        </p:nvSpPr>
        <p:spPr>
          <a:xfrm>
            <a:off x="4702107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Np1</a:t>
            </a:r>
          </a:p>
        </p:txBody>
      </p:sp>
      <p:sp>
        <p:nvSpPr>
          <p:cNvPr id="247" name="テキスト プレースホルダー 2">
            <a:extLst>
              <a:ext uri="{FF2B5EF4-FFF2-40B4-BE49-F238E27FC236}">
                <a16:creationId xmlns:a16="http://schemas.microsoft.com/office/drawing/2014/main" id="{F285FDCB-52BB-E7DE-13EC-79E0B2E0B8C3}"/>
              </a:ext>
            </a:extLst>
          </p:cNvPr>
          <p:cNvSpPr txBox="1">
            <a:spLocks/>
          </p:cNvSpPr>
          <p:nvPr/>
        </p:nvSpPr>
        <p:spPr>
          <a:xfrm>
            <a:off x="5899432" y="-424241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Np1</a:t>
            </a: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3B47F424-B317-8E13-BB1D-5843E0CC4841}"/>
              </a:ext>
            </a:extLst>
          </p:cNvPr>
          <p:cNvSpPr/>
          <p:nvPr/>
        </p:nvSpPr>
        <p:spPr>
          <a:xfrm>
            <a:off x="2407842" y="-3057213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5A8EA188-CF39-07D7-AC77-2C48EB34FF6A}"/>
              </a:ext>
            </a:extLst>
          </p:cNvPr>
          <p:cNvCxnSpPr>
            <a:cxnSpLocks/>
          </p:cNvCxnSpPr>
          <p:nvPr/>
        </p:nvCxnSpPr>
        <p:spPr>
          <a:xfrm flipH="1" flipV="1">
            <a:off x="2692055" y="-2972873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32EDDA7D-B5D7-88C9-CB5D-C765EE68B329}"/>
              </a:ext>
            </a:extLst>
          </p:cNvPr>
          <p:cNvCxnSpPr>
            <a:cxnSpLocks/>
          </p:cNvCxnSpPr>
          <p:nvPr/>
        </p:nvCxnSpPr>
        <p:spPr>
          <a:xfrm>
            <a:off x="2700947" y="-3487595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1BD0F5B5-FF05-9A80-95A5-3D8AB354660E}"/>
              </a:ext>
            </a:extLst>
          </p:cNvPr>
          <p:cNvCxnSpPr>
            <a:cxnSpLocks/>
          </p:cNvCxnSpPr>
          <p:nvPr/>
        </p:nvCxnSpPr>
        <p:spPr>
          <a:xfrm>
            <a:off x="2592460" y="-2141143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277456B6-9D06-F098-E3F3-37D70A1A39F6}"/>
              </a:ext>
            </a:extLst>
          </p:cNvPr>
          <p:cNvCxnSpPr/>
          <p:nvPr/>
        </p:nvCxnSpPr>
        <p:spPr>
          <a:xfrm>
            <a:off x="2702314" y="-246976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23029D22-519F-5659-0874-F9F0E645A573}"/>
              </a:ext>
            </a:extLst>
          </p:cNvPr>
          <p:cNvCxnSpPr>
            <a:cxnSpLocks/>
          </p:cNvCxnSpPr>
          <p:nvPr/>
        </p:nvCxnSpPr>
        <p:spPr>
          <a:xfrm>
            <a:off x="2650181" y="-2103635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5C7B475A-1579-98A8-BC1D-8B13128A7AD7}"/>
              </a:ext>
            </a:extLst>
          </p:cNvPr>
          <p:cNvCxnSpPr>
            <a:cxnSpLocks/>
          </p:cNvCxnSpPr>
          <p:nvPr/>
        </p:nvCxnSpPr>
        <p:spPr>
          <a:xfrm>
            <a:off x="2674692" y="-206612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Oval 254">
            <a:extLst>
              <a:ext uri="{FF2B5EF4-FFF2-40B4-BE49-F238E27FC236}">
                <a16:creationId xmlns:a16="http://schemas.microsoft.com/office/drawing/2014/main" id="{4477AF35-64B5-0219-6283-DD78021F5B22}"/>
              </a:ext>
            </a:extLst>
          </p:cNvPr>
          <p:cNvSpPr/>
          <p:nvPr/>
        </p:nvSpPr>
        <p:spPr>
          <a:xfrm>
            <a:off x="5413153" y="-3057784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7A466A83-7A80-C838-2035-2655CD944A96}"/>
              </a:ext>
            </a:extLst>
          </p:cNvPr>
          <p:cNvCxnSpPr>
            <a:cxnSpLocks/>
          </p:cNvCxnSpPr>
          <p:nvPr/>
        </p:nvCxnSpPr>
        <p:spPr>
          <a:xfrm flipH="1" flipV="1">
            <a:off x="5697366" y="-2973444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32FB7B5C-3B74-4303-1D37-714992862C84}"/>
              </a:ext>
            </a:extLst>
          </p:cNvPr>
          <p:cNvCxnSpPr>
            <a:cxnSpLocks/>
          </p:cNvCxnSpPr>
          <p:nvPr/>
        </p:nvCxnSpPr>
        <p:spPr>
          <a:xfrm>
            <a:off x="5706258" y="-3488166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AC8D8623-A525-A794-ED87-677CF50A2541}"/>
              </a:ext>
            </a:extLst>
          </p:cNvPr>
          <p:cNvCxnSpPr>
            <a:cxnSpLocks/>
          </p:cNvCxnSpPr>
          <p:nvPr/>
        </p:nvCxnSpPr>
        <p:spPr>
          <a:xfrm>
            <a:off x="5587512" y="-214171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133BE086-9E21-8F7E-B624-A94BA922D3A2}"/>
              </a:ext>
            </a:extLst>
          </p:cNvPr>
          <p:cNvCxnSpPr/>
          <p:nvPr/>
        </p:nvCxnSpPr>
        <p:spPr>
          <a:xfrm>
            <a:off x="5697366" y="-247033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867243D8-FC31-ABDC-5F1A-96DE6DD9A4A1}"/>
              </a:ext>
            </a:extLst>
          </p:cNvPr>
          <p:cNvCxnSpPr>
            <a:cxnSpLocks/>
          </p:cNvCxnSpPr>
          <p:nvPr/>
        </p:nvCxnSpPr>
        <p:spPr>
          <a:xfrm>
            <a:off x="5645233" y="-210420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B848F024-1042-441D-DA41-2A0CC3406EA8}"/>
              </a:ext>
            </a:extLst>
          </p:cNvPr>
          <p:cNvCxnSpPr>
            <a:cxnSpLocks/>
          </p:cNvCxnSpPr>
          <p:nvPr/>
        </p:nvCxnSpPr>
        <p:spPr>
          <a:xfrm>
            <a:off x="5669744" y="-206669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テキスト プレースホルダー 2">
            <a:extLst>
              <a:ext uri="{FF2B5EF4-FFF2-40B4-BE49-F238E27FC236}">
                <a16:creationId xmlns:a16="http://schemas.microsoft.com/office/drawing/2014/main" id="{F0F1D4C4-6201-6865-CE54-E8FCE8FBC8F4}"/>
              </a:ext>
            </a:extLst>
          </p:cNvPr>
          <p:cNvSpPr txBox="1">
            <a:spLocks/>
          </p:cNvSpPr>
          <p:nvPr/>
        </p:nvSpPr>
        <p:spPr>
          <a:xfrm>
            <a:off x="6823118" y="-42486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ins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A13FF1FF-D86A-B367-2235-293C4DCC139F}"/>
              </a:ext>
            </a:extLst>
          </p:cNvPr>
          <p:cNvSpPr/>
          <p:nvPr/>
        </p:nvSpPr>
        <p:spPr>
          <a:xfrm rot="10800000">
            <a:off x="7820368" y="-3690034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82ABBD97-5891-1B0B-DC32-CE835DB514A6}"/>
              </a:ext>
            </a:extLst>
          </p:cNvPr>
          <p:cNvCxnSpPr>
            <a:cxnSpLocks/>
          </p:cNvCxnSpPr>
          <p:nvPr/>
        </p:nvCxnSpPr>
        <p:spPr>
          <a:xfrm>
            <a:off x="8452915" y="-35245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Oval 328">
            <a:extLst>
              <a:ext uri="{FF2B5EF4-FFF2-40B4-BE49-F238E27FC236}">
                <a16:creationId xmlns:a16="http://schemas.microsoft.com/office/drawing/2014/main" id="{DA6A8694-D6FF-AC01-E8D3-AE3D41E24FCE}"/>
              </a:ext>
            </a:extLst>
          </p:cNvPr>
          <p:cNvSpPr/>
          <p:nvPr/>
        </p:nvSpPr>
        <p:spPr>
          <a:xfrm>
            <a:off x="8695903" y="-357121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641FF43D-6AB4-CE4F-8FFC-C60E52BA27E5}"/>
              </a:ext>
            </a:extLst>
          </p:cNvPr>
          <p:cNvCxnSpPr>
            <a:cxnSpLocks/>
          </p:cNvCxnSpPr>
          <p:nvPr/>
        </p:nvCxnSpPr>
        <p:spPr>
          <a:xfrm>
            <a:off x="8765727" y="-352335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>
            <a:extLst>
              <a:ext uri="{FF2B5EF4-FFF2-40B4-BE49-F238E27FC236}">
                <a16:creationId xmlns:a16="http://schemas.microsoft.com/office/drawing/2014/main" id="{682A7971-F496-4014-E62A-EB90F764037A}"/>
              </a:ext>
            </a:extLst>
          </p:cNvPr>
          <p:cNvSpPr/>
          <p:nvPr/>
        </p:nvSpPr>
        <p:spPr>
          <a:xfrm rot="10800000">
            <a:off x="9031992" y="-3694950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CEE28CF8-D6AD-5349-3BED-BA2988D98F27}"/>
              </a:ext>
            </a:extLst>
          </p:cNvPr>
          <p:cNvCxnSpPr>
            <a:cxnSpLocks/>
          </p:cNvCxnSpPr>
          <p:nvPr/>
        </p:nvCxnSpPr>
        <p:spPr>
          <a:xfrm>
            <a:off x="9671464" y="-35249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Rectangle 332">
            <a:extLst>
              <a:ext uri="{FF2B5EF4-FFF2-40B4-BE49-F238E27FC236}">
                <a16:creationId xmlns:a16="http://schemas.microsoft.com/office/drawing/2014/main" id="{FC321E86-D1CD-7DF6-28C7-C895DEC99DC7}"/>
              </a:ext>
            </a:extLst>
          </p:cNvPr>
          <p:cNvSpPr/>
          <p:nvPr/>
        </p:nvSpPr>
        <p:spPr>
          <a:xfrm rot="10800000">
            <a:off x="9930804" y="-367983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9252038B-A6C0-1141-DFC1-A9182BD5CC0B}"/>
              </a:ext>
            </a:extLst>
          </p:cNvPr>
          <p:cNvCxnSpPr>
            <a:cxnSpLocks/>
          </p:cNvCxnSpPr>
          <p:nvPr/>
        </p:nvCxnSpPr>
        <p:spPr>
          <a:xfrm>
            <a:off x="10570276" y="-352870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テキスト プレースホルダー 2">
            <a:extLst>
              <a:ext uri="{FF2B5EF4-FFF2-40B4-BE49-F238E27FC236}">
                <a16:creationId xmlns:a16="http://schemas.microsoft.com/office/drawing/2014/main" id="{DD409C2B-283E-2219-706A-EF96F1EC8546}"/>
              </a:ext>
            </a:extLst>
          </p:cNvPr>
          <p:cNvSpPr txBox="1">
            <a:spLocks/>
          </p:cNvSpPr>
          <p:nvPr/>
        </p:nvSpPr>
        <p:spPr>
          <a:xfrm>
            <a:off x="7741869" y="-421398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Ns2</a:t>
            </a:r>
          </a:p>
        </p:txBody>
      </p:sp>
      <p:sp>
        <p:nvSpPr>
          <p:cNvPr id="336" name="テキスト プレースホルダー 2">
            <a:extLst>
              <a:ext uri="{FF2B5EF4-FFF2-40B4-BE49-F238E27FC236}">
                <a16:creationId xmlns:a16="http://schemas.microsoft.com/office/drawing/2014/main" id="{89CDE5F5-2C1D-A638-8A13-138B8D96B62A}"/>
              </a:ext>
            </a:extLst>
          </p:cNvPr>
          <p:cNvSpPr txBox="1">
            <a:spLocks/>
          </p:cNvSpPr>
          <p:nvPr/>
        </p:nvSpPr>
        <p:spPr>
          <a:xfrm>
            <a:off x="8939194" y="-423293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Ns2</a:t>
            </a: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F89F548B-5B6D-A058-A8AB-BAB6CA66A71F}"/>
              </a:ext>
            </a:extLst>
          </p:cNvPr>
          <p:cNvSpPr/>
          <p:nvPr/>
        </p:nvSpPr>
        <p:spPr>
          <a:xfrm>
            <a:off x="8452915" y="-3048306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CECAECFB-7437-ABAE-6AB6-F5B52B4CFB02}"/>
              </a:ext>
            </a:extLst>
          </p:cNvPr>
          <p:cNvCxnSpPr>
            <a:cxnSpLocks/>
          </p:cNvCxnSpPr>
          <p:nvPr/>
        </p:nvCxnSpPr>
        <p:spPr>
          <a:xfrm flipH="1" flipV="1">
            <a:off x="8737128" y="-2963966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741D80DB-DAD5-63E3-EC40-BC4EBBB661D5}"/>
              </a:ext>
            </a:extLst>
          </p:cNvPr>
          <p:cNvCxnSpPr>
            <a:cxnSpLocks/>
          </p:cNvCxnSpPr>
          <p:nvPr/>
        </p:nvCxnSpPr>
        <p:spPr>
          <a:xfrm>
            <a:off x="8746020" y="-347868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265B0C8E-2CC8-919E-7304-52EB624CF79A}"/>
              </a:ext>
            </a:extLst>
          </p:cNvPr>
          <p:cNvCxnSpPr>
            <a:cxnSpLocks/>
          </p:cNvCxnSpPr>
          <p:nvPr/>
        </p:nvCxnSpPr>
        <p:spPr>
          <a:xfrm>
            <a:off x="8627274" y="-213223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0FBD3E01-BA7A-CA1C-B91D-AB28FBF8383C}"/>
              </a:ext>
            </a:extLst>
          </p:cNvPr>
          <p:cNvCxnSpPr/>
          <p:nvPr/>
        </p:nvCxnSpPr>
        <p:spPr>
          <a:xfrm>
            <a:off x="8737128" y="-24608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B30B0566-2C3E-8B7B-0AD5-591E898EDE8B}"/>
              </a:ext>
            </a:extLst>
          </p:cNvPr>
          <p:cNvCxnSpPr>
            <a:cxnSpLocks/>
          </p:cNvCxnSpPr>
          <p:nvPr/>
        </p:nvCxnSpPr>
        <p:spPr>
          <a:xfrm>
            <a:off x="8684995" y="-209472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FA62CFFC-C720-F1AF-B127-23155071A2EB}"/>
              </a:ext>
            </a:extLst>
          </p:cNvPr>
          <p:cNvCxnSpPr>
            <a:cxnSpLocks/>
          </p:cNvCxnSpPr>
          <p:nvPr/>
        </p:nvCxnSpPr>
        <p:spPr>
          <a:xfrm>
            <a:off x="8709506" y="-205722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テキスト プレースホルダー 2">
            <a:extLst>
              <a:ext uri="{FF2B5EF4-FFF2-40B4-BE49-F238E27FC236}">
                <a16:creationId xmlns:a16="http://schemas.microsoft.com/office/drawing/2014/main" id="{CAB702EA-4AFA-7EB9-381A-8B20AD546A5F}"/>
              </a:ext>
            </a:extLst>
          </p:cNvPr>
          <p:cNvSpPr txBox="1">
            <a:spLocks/>
          </p:cNvSpPr>
          <p:nvPr/>
        </p:nvSpPr>
        <p:spPr>
          <a:xfrm>
            <a:off x="9862880" y="-423914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ins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4785CE1F-CB15-514C-64BF-65EEDE349796}"/>
              </a:ext>
            </a:extLst>
          </p:cNvPr>
          <p:cNvSpPr/>
          <p:nvPr/>
        </p:nvSpPr>
        <p:spPr>
          <a:xfrm rot="16200000" flipH="1">
            <a:off x="21223717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7924E60E-1737-9951-5B2B-F50E31DE2156}"/>
              </a:ext>
            </a:extLst>
          </p:cNvPr>
          <p:cNvSpPr/>
          <p:nvPr/>
        </p:nvSpPr>
        <p:spPr>
          <a:xfrm rot="16200000" flipH="1">
            <a:off x="20685727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5CB84498-0657-C398-DCFF-A4B31E9031ED}"/>
              </a:ext>
            </a:extLst>
          </p:cNvPr>
          <p:cNvCxnSpPr>
            <a:cxnSpLocks/>
            <a:stCxn id="404" idx="3"/>
          </p:cNvCxnSpPr>
          <p:nvPr/>
        </p:nvCxnSpPr>
        <p:spPr>
          <a:xfrm flipH="1">
            <a:off x="21543453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426A22EA-2694-A133-0B8B-6CDFF05A0674}"/>
              </a:ext>
            </a:extLst>
          </p:cNvPr>
          <p:cNvCxnSpPr/>
          <p:nvPr/>
        </p:nvCxnSpPr>
        <p:spPr>
          <a:xfrm flipH="1">
            <a:off x="21010923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3F01D7DA-1898-F37E-C698-40AA2509F7E0}"/>
              </a:ext>
            </a:extLst>
          </p:cNvPr>
          <p:cNvCxnSpPr>
            <a:cxnSpLocks/>
          </p:cNvCxnSpPr>
          <p:nvPr/>
        </p:nvCxnSpPr>
        <p:spPr>
          <a:xfrm flipH="1">
            <a:off x="21010923" y="-1925381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9424F0DA-8F33-A4C4-5CB6-7B88A1AEF33F}"/>
              </a:ext>
            </a:extLst>
          </p:cNvPr>
          <p:cNvCxnSpPr>
            <a:cxnSpLocks/>
          </p:cNvCxnSpPr>
          <p:nvPr/>
        </p:nvCxnSpPr>
        <p:spPr>
          <a:xfrm flipH="1">
            <a:off x="21277188" y="-192538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630AD902-E05E-DAE1-8975-1581E66A5526}"/>
              </a:ext>
            </a:extLst>
          </p:cNvPr>
          <p:cNvCxnSpPr>
            <a:cxnSpLocks/>
          </p:cNvCxnSpPr>
          <p:nvPr/>
        </p:nvCxnSpPr>
        <p:spPr>
          <a:xfrm flipH="1">
            <a:off x="21038983" y="-1596761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39BFCD5F-4DA2-7F03-CF39-879981B12ECB}"/>
              </a:ext>
            </a:extLst>
          </p:cNvPr>
          <p:cNvCxnSpPr>
            <a:cxnSpLocks/>
          </p:cNvCxnSpPr>
          <p:nvPr/>
        </p:nvCxnSpPr>
        <p:spPr>
          <a:xfrm flipH="1">
            <a:off x="21116704" y="-1460369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FCB36DBB-A5F2-5446-AC90-AEE074FA77E9}"/>
              </a:ext>
            </a:extLst>
          </p:cNvPr>
          <p:cNvCxnSpPr>
            <a:cxnSpLocks/>
          </p:cNvCxnSpPr>
          <p:nvPr/>
        </p:nvCxnSpPr>
        <p:spPr>
          <a:xfrm flipH="1">
            <a:off x="21161874" y="-1131749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4197C2BC-C816-E8D1-855E-C4EFAB743C25}"/>
              </a:ext>
            </a:extLst>
          </p:cNvPr>
          <p:cNvCxnSpPr/>
          <p:nvPr/>
        </p:nvCxnSpPr>
        <p:spPr>
          <a:xfrm flipH="1">
            <a:off x="21277188" y="-146036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7213695B-ED5E-0DC5-0A57-F81058E922A2}"/>
              </a:ext>
            </a:extLst>
          </p:cNvPr>
          <p:cNvCxnSpPr>
            <a:cxnSpLocks/>
          </p:cNvCxnSpPr>
          <p:nvPr/>
        </p:nvCxnSpPr>
        <p:spPr>
          <a:xfrm flipH="1">
            <a:off x="21211383" y="-109424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BD678430-48F6-5D3F-693D-C924A9D09372}"/>
              </a:ext>
            </a:extLst>
          </p:cNvPr>
          <p:cNvCxnSpPr>
            <a:cxnSpLocks/>
          </p:cNvCxnSpPr>
          <p:nvPr/>
        </p:nvCxnSpPr>
        <p:spPr>
          <a:xfrm flipH="1">
            <a:off x="21245841" y="-105673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1BBB2048-120D-C3F7-4EB2-A096D70D0527}"/>
              </a:ext>
            </a:extLst>
          </p:cNvPr>
          <p:cNvCxnSpPr/>
          <p:nvPr/>
        </p:nvCxnSpPr>
        <p:spPr>
          <a:xfrm flipH="1">
            <a:off x="21543453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5080EFB3-1F5B-0D25-77E9-72FEED8C848E}"/>
              </a:ext>
            </a:extLst>
          </p:cNvPr>
          <p:cNvCxnSpPr/>
          <p:nvPr/>
        </p:nvCxnSpPr>
        <p:spPr>
          <a:xfrm flipH="1">
            <a:off x="21010923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DD944E16-6991-8F60-FFA3-62B8804A449F}"/>
              </a:ext>
            </a:extLst>
          </p:cNvPr>
          <p:cNvCxnSpPr>
            <a:cxnSpLocks/>
          </p:cNvCxnSpPr>
          <p:nvPr/>
        </p:nvCxnSpPr>
        <p:spPr>
          <a:xfrm flipH="1">
            <a:off x="21010923" y="-3210455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B52B3B9C-C5E7-1C6D-DE8E-1888473A9081}"/>
              </a:ext>
            </a:extLst>
          </p:cNvPr>
          <p:cNvCxnSpPr>
            <a:cxnSpLocks/>
          </p:cNvCxnSpPr>
          <p:nvPr/>
        </p:nvCxnSpPr>
        <p:spPr>
          <a:xfrm flipH="1">
            <a:off x="21277188" y="-355071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4889812-7C75-6001-8A61-BF4DEDC8F8E5}"/>
              </a:ext>
            </a:extLst>
          </p:cNvPr>
          <p:cNvSpPr/>
          <p:nvPr/>
        </p:nvSpPr>
        <p:spPr>
          <a:xfrm rot="10800000" flipH="1">
            <a:off x="20371451" y="-3690863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16D1A1DB-1529-08B4-97EE-DBD8918DFE56}"/>
              </a:ext>
            </a:extLst>
          </p:cNvPr>
          <p:cNvCxnSpPr>
            <a:cxnSpLocks/>
          </p:cNvCxnSpPr>
          <p:nvPr/>
        </p:nvCxnSpPr>
        <p:spPr>
          <a:xfrm flipH="1">
            <a:off x="21010923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EDD56E2F-7C35-FB4E-0528-77A41FC426EB}"/>
              </a:ext>
            </a:extLst>
          </p:cNvPr>
          <p:cNvCxnSpPr>
            <a:cxnSpLocks/>
          </p:cNvCxnSpPr>
          <p:nvPr/>
        </p:nvCxnSpPr>
        <p:spPr>
          <a:xfrm flipH="1">
            <a:off x="20105186" y="-353383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Oval 426">
            <a:extLst>
              <a:ext uri="{FF2B5EF4-FFF2-40B4-BE49-F238E27FC236}">
                <a16:creationId xmlns:a16="http://schemas.microsoft.com/office/drawing/2014/main" id="{027F3E2F-012B-5890-A8CA-AF6386CD82C7}"/>
              </a:ext>
            </a:extLst>
          </p:cNvPr>
          <p:cNvSpPr/>
          <p:nvPr/>
        </p:nvSpPr>
        <p:spPr>
          <a:xfrm flipH="1">
            <a:off x="20035364" y="-3580541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80B2018A-862F-EA96-0769-E21CC610916D}"/>
              </a:ext>
            </a:extLst>
          </p:cNvPr>
          <p:cNvCxnSpPr>
            <a:cxnSpLocks/>
          </p:cNvCxnSpPr>
          <p:nvPr/>
        </p:nvCxnSpPr>
        <p:spPr>
          <a:xfrm flipH="1">
            <a:off x="19792374" y="-35326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Rectangle 428">
            <a:extLst>
              <a:ext uri="{FF2B5EF4-FFF2-40B4-BE49-F238E27FC236}">
                <a16:creationId xmlns:a16="http://schemas.microsoft.com/office/drawing/2014/main" id="{82219DBD-7E26-0D99-3945-EB43D7204E4B}"/>
              </a:ext>
            </a:extLst>
          </p:cNvPr>
          <p:cNvSpPr/>
          <p:nvPr/>
        </p:nvSpPr>
        <p:spPr>
          <a:xfrm rot="10800000" flipH="1">
            <a:off x="19152902" y="-3707125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20D316CA-A225-F302-A13F-A376785455FA}"/>
              </a:ext>
            </a:extLst>
          </p:cNvPr>
          <p:cNvCxnSpPr>
            <a:cxnSpLocks/>
          </p:cNvCxnSpPr>
          <p:nvPr/>
        </p:nvCxnSpPr>
        <p:spPr>
          <a:xfrm flipH="1">
            <a:off x="18886637" y="-35431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Rectangle 430">
            <a:extLst>
              <a:ext uri="{FF2B5EF4-FFF2-40B4-BE49-F238E27FC236}">
                <a16:creationId xmlns:a16="http://schemas.microsoft.com/office/drawing/2014/main" id="{6AFE92E7-F56D-FB4D-5DC6-7293579DE3B0}"/>
              </a:ext>
            </a:extLst>
          </p:cNvPr>
          <p:cNvSpPr/>
          <p:nvPr/>
        </p:nvSpPr>
        <p:spPr>
          <a:xfrm rot="10800000" flipH="1">
            <a:off x="18254090" y="-3699513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4B46DCFB-B3AF-DDB1-6A6A-A4AC11493DF8}"/>
              </a:ext>
            </a:extLst>
          </p:cNvPr>
          <p:cNvCxnSpPr>
            <a:cxnSpLocks/>
          </p:cNvCxnSpPr>
          <p:nvPr/>
        </p:nvCxnSpPr>
        <p:spPr>
          <a:xfrm flipH="1">
            <a:off x="17991762" y="-354310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Rectangle 432">
            <a:extLst>
              <a:ext uri="{FF2B5EF4-FFF2-40B4-BE49-F238E27FC236}">
                <a16:creationId xmlns:a16="http://schemas.microsoft.com/office/drawing/2014/main" id="{D59F970D-1BEB-567A-CFDB-2E172D17BBE3}"/>
              </a:ext>
            </a:extLst>
          </p:cNvPr>
          <p:cNvSpPr/>
          <p:nvPr/>
        </p:nvSpPr>
        <p:spPr>
          <a:xfrm rot="10800000" flipH="1">
            <a:off x="17359215" y="-3699512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8ED51CC3-86E1-B00F-BD3A-CF99DC16F0AA}"/>
              </a:ext>
            </a:extLst>
          </p:cNvPr>
          <p:cNvCxnSpPr>
            <a:cxnSpLocks/>
          </p:cNvCxnSpPr>
          <p:nvPr/>
        </p:nvCxnSpPr>
        <p:spPr>
          <a:xfrm flipH="1">
            <a:off x="17099875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C96411D7-E791-6594-74E2-A31A4E1E5B24}"/>
              </a:ext>
            </a:extLst>
          </p:cNvPr>
          <p:cNvSpPr/>
          <p:nvPr/>
        </p:nvSpPr>
        <p:spPr>
          <a:xfrm flipH="1">
            <a:off x="17030053" y="-3580694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6" name="Straight Connector 435">
            <a:extLst>
              <a:ext uri="{FF2B5EF4-FFF2-40B4-BE49-F238E27FC236}">
                <a16:creationId xmlns:a16="http://schemas.microsoft.com/office/drawing/2014/main" id="{2B4FB5C5-F617-C7FD-15CE-D495F74DE0D3}"/>
              </a:ext>
            </a:extLst>
          </p:cNvPr>
          <p:cNvCxnSpPr>
            <a:cxnSpLocks/>
          </p:cNvCxnSpPr>
          <p:nvPr/>
        </p:nvCxnSpPr>
        <p:spPr>
          <a:xfrm flipH="1">
            <a:off x="16787063" y="-353282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Rectangle 436">
            <a:extLst>
              <a:ext uri="{FF2B5EF4-FFF2-40B4-BE49-F238E27FC236}">
                <a16:creationId xmlns:a16="http://schemas.microsoft.com/office/drawing/2014/main" id="{1B5D3D28-7B1B-EE65-A5CE-B6F964682813}"/>
              </a:ext>
            </a:extLst>
          </p:cNvPr>
          <p:cNvSpPr/>
          <p:nvPr/>
        </p:nvSpPr>
        <p:spPr>
          <a:xfrm rot="10800000" flipH="1">
            <a:off x="16147591" y="-3704428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FE2A92C5-716A-ED94-E5A6-D27C544AF6B3}"/>
              </a:ext>
            </a:extLst>
          </p:cNvPr>
          <p:cNvCxnSpPr>
            <a:cxnSpLocks/>
          </p:cNvCxnSpPr>
          <p:nvPr/>
        </p:nvCxnSpPr>
        <p:spPr>
          <a:xfrm flipH="1">
            <a:off x="15881326" y="-353445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Rectangle 438">
            <a:extLst>
              <a:ext uri="{FF2B5EF4-FFF2-40B4-BE49-F238E27FC236}">
                <a16:creationId xmlns:a16="http://schemas.microsoft.com/office/drawing/2014/main" id="{DA3ED687-165A-D0C7-3EEC-69ACAD125041}"/>
              </a:ext>
            </a:extLst>
          </p:cNvPr>
          <p:cNvSpPr/>
          <p:nvPr/>
        </p:nvSpPr>
        <p:spPr>
          <a:xfrm rot="10800000" flipH="1">
            <a:off x="15248779" y="-3689308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F5A5FEDC-E62A-8227-8EDA-10EF8CE2FB83}"/>
              </a:ext>
            </a:extLst>
          </p:cNvPr>
          <p:cNvCxnSpPr>
            <a:cxnSpLocks/>
          </p:cNvCxnSpPr>
          <p:nvPr/>
        </p:nvCxnSpPr>
        <p:spPr>
          <a:xfrm flipH="1">
            <a:off x="14982514" y="-353818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" name="テキスト プレースホルダー 2">
            <a:extLst>
              <a:ext uri="{FF2B5EF4-FFF2-40B4-BE49-F238E27FC236}">
                <a16:creationId xmlns:a16="http://schemas.microsoft.com/office/drawing/2014/main" id="{CE48960A-B221-BA5F-4B4F-B9ECEBABC149}"/>
              </a:ext>
            </a:extLst>
          </p:cNvPr>
          <p:cNvSpPr txBox="1">
            <a:spLocks/>
          </p:cNvSpPr>
          <p:nvPr/>
        </p:nvSpPr>
        <p:spPr>
          <a:xfrm flipH="1">
            <a:off x="19978570" y="-1749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amb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42" name="テキスト プレースホルダー 2">
            <a:extLst>
              <a:ext uri="{FF2B5EF4-FFF2-40B4-BE49-F238E27FC236}">
                <a16:creationId xmlns:a16="http://schemas.microsoft.com/office/drawing/2014/main" id="{B15391CE-0798-4F46-E380-08D28E1D0863}"/>
              </a:ext>
            </a:extLst>
          </p:cNvPr>
          <p:cNvSpPr txBox="1">
            <a:spLocks/>
          </p:cNvSpPr>
          <p:nvPr/>
        </p:nvSpPr>
        <p:spPr>
          <a:xfrm flipH="1">
            <a:off x="20087237" y="-2325246"/>
            <a:ext cx="1058259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conv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43" name="テキスト プレースホルダー 2">
            <a:extLst>
              <a:ext uri="{FF2B5EF4-FFF2-40B4-BE49-F238E27FC236}">
                <a16:creationId xmlns:a16="http://schemas.microsoft.com/office/drawing/2014/main" id="{191EA7CE-7832-E4E8-A4E2-9F059840D1D8}"/>
              </a:ext>
            </a:extLst>
          </p:cNvPr>
          <p:cNvSpPr txBox="1">
            <a:spLocks/>
          </p:cNvSpPr>
          <p:nvPr/>
        </p:nvSpPr>
        <p:spPr>
          <a:xfrm flipH="1">
            <a:off x="21522183" y="-2225259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rad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44" name="テキスト プレースホルダー 2">
            <a:extLst>
              <a:ext uri="{FF2B5EF4-FFF2-40B4-BE49-F238E27FC236}">
                <a16:creationId xmlns:a16="http://schemas.microsoft.com/office/drawing/2014/main" id="{F918645A-9692-4185-F5EC-013A162DEA87}"/>
              </a:ext>
            </a:extLst>
          </p:cNvPr>
          <p:cNvSpPr txBox="1">
            <a:spLocks/>
          </p:cNvSpPr>
          <p:nvPr/>
        </p:nvSpPr>
        <p:spPr>
          <a:xfrm flipH="1">
            <a:off x="20238319" y="-422835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45" name="テキスト プレースホルダー 2">
            <a:extLst>
              <a:ext uri="{FF2B5EF4-FFF2-40B4-BE49-F238E27FC236}">
                <a16:creationId xmlns:a16="http://schemas.microsoft.com/office/drawing/2014/main" id="{40C8AC22-AEF6-8B3C-33A7-6BBBABCCC721}"/>
              </a:ext>
            </a:extLst>
          </p:cNvPr>
          <p:cNvSpPr txBox="1">
            <a:spLocks/>
          </p:cNvSpPr>
          <p:nvPr/>
        </p:nvSpPr>
        <p:spPr>
          <a:xfrm flipH="1">
            <a:off x="18984973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46" name="テキスト プレースホルダー 2">
            <a:extLst>
              <a:ext uri="{FF2B5EF4-FFF2-40B4-BE49-F238E27FC236}">
                <a16:creationId xmlns:a16="http://schemas.microsoft.com/office/drawing/2014/main" id="{3EE07092-4BD4-E750-E001-130E4CF2EF36}"/>
              </a:ext>
            </a:extLst>
          </p:cNvPr>
          <p:cNvSpPr txBox="1">
            <a:spLocks/>
          </p:cNvSpPr>
          <p:nvPr/>
        </p:nvSpPr>
        <p:spPr>
          <a:xfrm flipH="1">
            <a:off x="18077186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TIM</a:t>
            </a:r>
          </a:p>
        </p:txBody>
      </p:sp>
      <p:sp>
        <p:nvSpPr>
          <p:cNvPr id="447" name="テキスト プレースホルダー 2">
            <a:extLst>
              <a:ext uri="{FF2B5EF4-FFF2-40B4-BE49-F238E27FC236}">
                <a16:creationId xmlns:a16="http://schemas.microsoft.com/office/drawing/2014/main" id="{DB3114EC-CCAE-59C0-F9BF-FEFAA00F71EA}"/>
              </a:ext>
            </a:extLst>
          </p:cNvPr>
          <p:cNvSpPr txBox="1">
            <a:spLocks/>
          </p:cNvSpPr>
          <p:nvPr/>
        </p:nvSpPr>
        <p:spPr>
          <a:xfrm flipH="1">
            <a:off x="17153500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Nsn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48" name="テキスト プレースホルダー 2">
            <a:extLst>
              <a:ext uri="{FF2B5EF4-FFF2-40B4-BE49-F238E27FC236}">
                <a16:creationId xmlns:a16="http://schemas.microsoft.com/office/drawing/2014/main" id="{92EA952D-6E7A-337A-34F3-3B7D0D4C494D}"/>
              </a:ext>
            </a:extLst>
          </p:cNvPr>
          <p:cNvSpPr txBox="1">
            <a:spLocks/>
          </p:cNvSpPr>
          <p:nvPr/>
        </p:nvSpPr>
        <p:spPr>
          <a:xfrm flipH="1">
            <a:off x="15956175" y="-424241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Nsn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4F219FA5-3FD2-4C94-2F6A-F8BEBB281D6C}"/>
              </a:ext>
            </a:extLst>
          </p:cNvPr>
          <p:cNvSpPr/>
          <p:nvPr/>
        </p:nvSpPr>
        <p:spPr>
          <a:xfrm flipH="1">
            <a:off x="19792375" y="-3057213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A0C6FC08-8117-D8A4-1664-E82F270D9D42}"/>
              </a:ext>
            </a:extLst>
          </p:cNvPr>
          <p:cNvCxnSpPr>
            <a:cxnSpLocks/>
          </p:cNvCxnSpPr>
          <p:nvPr/>
        </p:nvCxnSpPr>
        <p:spPr>
          <a:xfrm flipV="1">
            <a:off x="20081913" y="-2972873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CB411E0A-6D7C-3A0E-4836-EF6BE43D5BD9}"/>
              </a:ext>
            </a:extLst>
          </p:cNvPr>
          <p:cNvCxnSpPr>
            <a:cxnSpLocks/>
          </p:cNvCxnSpPr>
          <p:nvPr/>
        </p:nvCxnSpPr>
        <p:spPr>
          <a:xfrm flipH="1">
            <a:off x="20078346" y="-3487595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AB02A3CA-C8C3-EF31-E612-C4F33F2F9555}"/>
              </a:ext>
            </a:extLst>
          </p:cNvPr>
          <p:cNvCxnSpPr>
            <a:cxnSpLocks/>
          </p:cNvCxnSpPr>
          <p:nvPr/>
        </p:nvCxnSpPr>
        <p:spPr>
          <a:xfrm flipH="1">
            <a:off x="19961665" y="-2141143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59CE2EA9-EC2E-D09F-A83E-0C92B40F2D52}"/>
              </a:ext>
            </a:extLst>
          </p:cNvPr>
          <p:cNvCxnSpPr/>
          <p:nvPr/>
        </p:nvCxnSpPr>
        <p:spPr>
          <a:xfrm flipH="1">
            <a:off x="20076979" y="-246976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E0E09176-8B0F-9FA3-A59D-4852C8841736}"/>
              </a:ext>
            </a:extLst>
          </p:cNvPr>
          <p:cNvCxnSpPr>
            <a:cxnSpLocks/>
          </p:cNvCxnSpPr>
          <p:nvPr/>
        </p:nvCxnSpPr>
        <p:spPr>
          <a:xfrm flipH="1">
            <a:off x="20011174" y="-2103635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9370C383-7B50-C580-0B2A-2D4D1A91100D}"/>
              </a:ext>
            </a:extLst>
          </p:cNvPr>
          <p:cNvCxnSpPr>
            <a:cxnSpLocks/>
          </p:cNvCxnSpPr>
          <p:nvPr/>
        </p:nvCxnSpPr>
        <p:spPr>
          <a:xfrm flipH="1">
            <a:off x="20045632" y="-206612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50F01726-70C3-08F2-74DE-F6965BBDD77C}"/>
              </a:ext>
            </a:extLst>
          </p:cNvPr>
          <p:cNvSpPr/>
          <p:nvPr/>
        </p:nvSpPr>
        <p:spPr>
          <a:xfrm flipH="1">
            <a:off x="16787064" y="-3057784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7" name="Straight Arrow Connector 456">
            <a:extLst>
              <a:ext uri="{FF2B5EF4-FFF2-40B4-BE49-F238E27FC236}">
                <a16:creationId xmlns:a16="http://schemas.microsoft.com/office/drawing/2014/main" id="{BA3B44FA-44E9-19E5-B9DC-0EC7B6653EA7}"/>
              </a:ext>
            </a:extLst>
          </p:cNvPr>
          <p:cNvCxnSpPr>
            <a:cxnSpLocks/>
          </p:cNvCxnSpPr>
          <p:nvPr/>
        </p:nvCxnSpPr>
        <p:spPr>
          <a:xfrm flipV="1">
            <a:off x="17076602" y="-2973444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CECE3696-0D24-9355-EED0-7CC2A55D86B0}"/>
              </a:ext>
            </a:extLst>
          </p:cNvPr>
          <p:cNvCxnSpPr>
            <a:cxnSpLocks/>
          </p:cNvCxnSpPr>
          <p:nvPr/>
        </p:nvCxnSpPr>
        <p:spPr>
          <a:xfrm flipH="1">
            <a:off x="17073035" y="-3488166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1ED02170-3418-2DCD-2EC5-97F7A70D8E4E}"/>
              </a:ext>
            </a:extLst>
          </p:cNvPr>
          <p:cNvCxnSpPr>
            <a:cxnSpLocks/>
          </p:cNvCxnSpPr>
          <p:nvPr/>
        </p:nvCxnSpPr>
        <p:spPr>
          <a:xfrm flipH="1">
            <a:off x="16966613" y="-214171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94084F3B-975B-B55D-1BD6-642E4C449D4A}"/>
              </a:ext>
            </a:extLst>
          </p:cNvPr>
          <p:cNvCxnSpPr/>
          <p:nvPr/>
        </p:nvCxnSpPr>
        <p:spPr>
          <a:xfrm flipH="1">
            <a:off x="17081927" y="-247033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E8770744-D938-8A7C-50E1-5CA3ED390970}"/>
              </a:ext>
            </a:extLst>
          </p:cNvPr>
          <p:cNvCxnSpPr>
            <a:cxnSpLocks/>
          </p:cNvCxnSpPr>
          <p:nvPr/>
        </p:nvCxnSpPr>
        <p:spPr>
          <a:xfrm flipH="1">
            <a:off x="17016122" y="-210420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CE976310-0281-31F4-242D-BBE422A74E0E}"/>
              </a:ext>
            </a:extLst>
          </p:cNvPr>
          <p:cNvCxnSpPr>
            <a:cxnSpLocks/>
          </p:cNvCxnSpPr>
          <p:nvPr/>
        </p:nvCxnSpPr>
        <p:spPr>
          <a:xfrm flipH="1">
            <a:off x="17050580" y="-206669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3" name="テキスト プレースホルダー 2">
            <a:extLst>
              <a:ext uri="{FF2B5EF4-FFF2-40B4-BE49-F238E27FC236}">
                <a16:creationId xmlns:a16="http://schemas.microsoft.com/office/drawing/2014/main" id="{9A70A0D9-05CF-24C2-45AF-B035329F5C44}"/>
              </a:ext>
            </a:extLst>
          </p:cNvPr>
          <p:cNvSpPr txBox="1">
            <a:spLocks/>
          </p:cNvSpPr>
          <p:nvPr/>
        </p:nvSpPr>
        <p:spPr>
          <a:xfrm flipH="1">
            <a:off x="15032489" y="-42486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ins</a:t>
            </a: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5DF6E0FC-BF23-D1CA-25C2-BEFF3B87F9B2}"/>
              </a:ext>
            </a:extLst>
          </p:cNvPr>
          <p:cNvSpPr/>
          <p:nvPr/>
        </p:nvSpPr>
        <p:spPr>
          <a:xfrm rot="10800000" flipH="1">
            <a:off x="14319453" y="-3690034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B7F558FB-C8E8-980B-58A0-568275CB5C54}"/>
              </a:ext>
            </a:extLst>
          </p:cNvPr>
          <p:cNvCxnSpPr>
            <a:cxnSpLocks/>
          </p:cNvCxnSpPr>
          <p:nvPr/>
        </p:nvCxnSpPr>
        <p:spPr>
          <a:xfrm flipH="1">
            <a:off x="14060113" y="-35245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Oval 465">
            <a:extLst>
              <a:ext uri="{FF2B5EF4-FFF2-40B4-BE49-F238E27FC236}">
                <a16:creationId xmlns:a16="http://schemas.microsoft.com/office/drawing/2014/main" id="{BD1E4FFD-94B4-DAEA-5A84-4D7933F59E31}"/>
              </a:ext>
            </a:extLst>
          </p:cNvPr>
          <p:cNvSpPr/>
          <p:nvPr/>
        </p:nvSpPr>
        <p:spPr>
          <a:xfrm flipH="1">
            <a:off x="13990291" y="-357121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1CC6298B-8E11-A501-4743-18BC313D1A95}"/>
              </a:ext>
            </a:extLst>
          </p:cNvPr>
          <p:cNvCxnSpPr>
            <a:cxnSpLocks/>
          </p:cNvCxnSpPr>
          <p:nvPr/>
        </p:nvCxnSpPr>
        <p:spPr>
          <a:xfrm flipH="1">
            <a:off x="13747301" y="-352335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8" name="Rectangle 467">
            <a:extLst>
              <a:ext uri="{FF2B5EF4-FFF2-40B4-BE49-F238E27FC236}">
                <a16:creationId xmlns:a16="http://schemas.microsoft.com/office/drawing/2014/main" id="{C46DC807-B1C7-AA01-CEC5-F781AFD7EC19}"/>
              </a:ext>
            </a:extLst>
          </p:cNvPr>
          <p:cNvSpPr/>
          <p:nvPr/>
        </p:nvSpPr>
        <p:spPr>
          <a:xfrm rot="10800000" flipH="1">
            <a:off x="13107829" y="-3694950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674B7A4E-E415-349C-D2C7-F579AF0D8B18}"/>
              </a:ext>
            </a:extLst>
          </p:cNvPr>
          <p:cNvCxnSpPr>
            <a:cxnSpLocks/>
          </p:cNvCxnSpPr>
          <p:nvPr/>
        </p:nvCxnSpPr>
        <p:spPr>
          <a:xfrm flipH="1">
            <a:off x="12841564" y="-35249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0" name="Rectangle 469">
            <a:extLst>
              <a:ext uri="{FF2B5EF4-FFF2-40B4-BE49-F238E27FC236}">
                <a16:creationId xmlns:a16="http://schemas.microsoft.com/office/drawing/2014/main" id="{CF6B350D-289D-BFAB-7580-E4EEAA7CAF9C}"/>
              </a:ext>
            </a:extLst>
          </p:cNvPr>
          <p:cNvSpPr/>
          <p:nvPr/>
        </p:nvSpPr>
        <p:spPr>
          <a:xfrm rot="10800000" flipH="1">
            <a:off x="12209017" y="-367983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CD13B3CD-C6CE-4037-E630-A08AABBAD1D6}"/>
              </a:ext>
            </a:extLst>
          </p:cNvPr>
          <p:cNvCxnSpPr>
            <a:cxnSpLocks/>
          </p:cNvCxnSpPr>
          <p:nvPr/>
        </p:nvCxnSpPr>
        <p:spPr>
          <a:xfrm flipH="1">
            <a:off x="11942752" y="-352870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テキスト プレースホルダー 2">
            <a:extLst>
              <a:ext uri="{FF2B5EF4-FFF2-40B4-BE49-F238E27FC236}">
                <a16:creationId xmlns:a16="http://schemas.microsoft.com/office/drawing/2014/main" id="{7F7F043A-3297-C5FB-1DA9-FC7C20841268}"/>
              </a:ext>
            </a:extLst>
          </p:cNvPr>
          <p:cNvSpPr txBox="1">
            <a:spLocks/>
          </p:cNvSpPr>
          <p:nvPr/>
        </p:nvSpPr>
        <p:spPr>
          <a:xfrm flipH="1">
            <a:off x="14113738" y="-421398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Npn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73" name="テキスト プレースホルダー 2">
            <a:extLst>
              <a:ext uri="{FF2B5EF4-FFF2-40B4-BE49-F238E27FC236}">
                <a16:creationId xmlns:a16="http://schemas.microsoft.com/office/drawing/2014/main" id="{DD8C2256-8DAB-7B49-DA09-9AB264CA65B5}"/>
              </a:ext>
            </a:extLst>
          </p:cNvPr>
          <p:cNvSpPr txBox="1">
            <a:spLocks/>
          </p:cNvSpPr>
          <p:nvPr/>
        </p:nvSpPr>
        <p:spPr>
          <a:xfrm flipH="1">
            <a:off x="12916413" y="-423293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Npn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74" name="Oval 473">
            <a:extLst>
              <a:ext uri="{FF2B5EF4-FFF2-40B4-BE49-F238E27FC236}">
                <a16:creationId xmlns:a16="http://schemas.microsoft.com/office/drawing/2014/main" id="{EEE8E09F-9867-F008-FD36-4D53FBD9E66E}"/>
              </a:ext>
            </a:extLst>
          </p:cNvPr>
          <p:cNvSpPr/>
          <p:nvPr/>
        </p:nvSpPr>
        <p:spPr>
          <a:xfrm flipH="1">
            <a:off x="13747302" y="-3048306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0463ACE1-1DDC-90B4-8827-79592C75CC96}"/>
              </a:ext>
            </a:extLst>
          </p:cNvPr>
          <p:cNvCxnSpPr>
            <a:cxnSpLocks/>
          </p:cNvCxnSpPr>
          <p:nvPr/>
        </p:nvCxnSpPr>
        <p:spPr>
          <a:xfrm flipV="1">
            <a:off x="14036840" y="-2963966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FE108DAC-5AEB-3027-1CE0-6EF46F595BD1}"/>
              </a:ext>
            </a:extLst>
          </p:cNvPr>
          <p:cNvCxnSpPr>
            <a:cxnSpLocks/>
          </p:cNvCxnSpPr>
          <p:nvPr/>
        </p:nvCxnSpPr>
        <p:spPr>
          <a:xfrm flipH="1">
            <a:off x="14033273" y="-347868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B42FD7B-4DA9-CC68-63C2-E1A1C65C12B8}"/>
              </a:ext>
            </a:extLst>
          </p:cNvPr>
          <p:cNvCxnSpPr>
            <a:cxnSpLocks/>
          </p:cNvCxnSpPr>
          <p:nvPr/>
        </p:nvCxnSpPr>
        <p:spPr>
          <a:xfrm flipH="1">
            <a:off x="13926851" y="-213223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AB8C1EBF-A93A-DC5E-2553-64C025C9D381}"/>
              </a:ext>
            </a:extLst>
          </p:cNvPr>
          <p:cNvCxnSpPr/>
          <p:nvPr/>
        </p:nvCxnSpPr>
        <p:spPr>
          <a:xfrm flipH="1">
            <a:off x="14042165" y="-24608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BA154746-BF86-DE32-7A91-06327DCE6FCF}"/>
              </a:ext>
            </a:extLst>
          </p:cNvPr>
          <p:cNvCxnSpPr>
            <a:cxnSpLocks/>
          </p:cNvCxnSpPr>
          <p:nvPr/>
        </p:nvCxnSpPr>
        <p:spPr>
          <a:xfrm flipH="1">
            <a:off x="13976360" y="-209472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FDDA5316-CDBD-018F-1B7D-78F36B851220}"/>
              </a:ext>
            </a:extLst>
          </p:cNvPr>
          <p:cNvCxnSpPr>
            <a:cxnSpLocks/>
          </p:cNvCxnSpPr>
          <p:nvPr/>
        </p:nvCxnSpPr>
        <p:spPr>
          <a:xfrm flipH="1">
            <a:off x="14010818" y="-205722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テキスト プレースホルダー 2">
            <a:extLst>
              <a:ext uri="{FF2B5EF4-FFF2-40B4-BE49-F238E27FC236}">
                <a16:creationId xmlns:a16="http://schemas.microsoft.com/office/drawing/2014/main" id="{25DF771B-7225-638C-13DB-1B3681314B97}"/>
              </a:ext>
            </a:extLst>
          </p:cNvPr>
          <p:cNvSpPr txBox="1">
            <a:spLocks/>
          </p:cNvSpPr>
          <p:nvPr/>
        </p:nvSpPr>
        <p:spPr>
          <a:xfrm flipH="1">
            <a:off x="11992727" y="-423914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ins</a:t>
            </a:r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78360E3D-854B-08A5-E47A-3BAF76C56F54}"/>
              </a:ext>
            </a:extLst>
          </p:cNvPr>
          <p:cNvSpPr/>
          <p:nvPr/>
        </p:nvSpPr>
        <p:spPr>
          <a:xfrm>
            <a:off x="10953983" y="-3626523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06E27D0B-F057-084B-C96E-6B9D5CC3A031}"/>
              </a:ext>
            </a:extLst>
          </p:cNvPr>
          <p:cNvSpPr/>
          <p:nvPr/>
        </p:nvSpPr>
        <p:spPr>
          <a:xfrm>
            <a:off x="11260929" y="-3628670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F0B86954-AD6F-445F-9DAB-455DEA9D2342}"/>
              </a:ext>
            </a:extLst>
          </p:cNvPr>
          <p:cNvSpPr/>
          <p:nvPr/>
        </p:nvSpPr>
        <p:spPr>
          <a:xfrm>
            <a:off x="11567875" y="-3628670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5" name="テキスト プレースホルダー 2">
            <a:extLst>
              <a:ext uri="{FF2B5EF4-FFF2-40B4-BE49-F238E27FC236}">
                <a16:creationId xmlns:a16="http://schemas.microsoft.com/office/drawing/2014/main" id="{BD478044-9667-0632-3FD4-911A081B035A}"/>
              </a:ext>
            </a:extLst>
          </p:cNvPr>
          <p:cNvSpPr txBox="1">
            <a:spLocks/>
          </p:cNvSpPr>
          <p:nvPr/>
        </p:nvSpPr>
        <p:spPr>
          <a:xfrm>
            <a:off x="4464543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Np1</a:t>
            </a:r>
          </a:p>
        </p:txBody>
      </p:sp>
      <p:sp>
        <p:nvSpPr>
          <p:cNvPr id="486" name="テキスト プレースホルダー 2">
            <a:extLst>
              <a:ext uri="{FF2B5EF4-FFF2-40B4-BE49-F238E27FC236}">
                <a16:creationId xmlns:a16="http://schemas.microsoft.com/office/drawing/2014/main" id="{7107F052-A129-18A1-C2F0-9EF43E226A86}"/>
              </a:ext>
            </a:extLst>
          </p:cNvPr>
          <p:cNvSpPr txBox="1">
            <a:spLocks/>
          </p:cNvSpPr>
          <p:nvPr/>
        </p:nvSpPr>
        <p:spPr>
          <a:xfrm>
            <a:off x="7534955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Ns1</a:t>
            </a:r>
          </a:p>
        </p:txBody>
      </p:sp>
      <p:sp>
        <p:nvSpPr>
          <p:cNvPr id="487" name="テキスト プレースホルダー 2">
            <a:extLst>
              <a:ext uri="{FF2B5EF4-FFF2-40B4-BE49-F238E27FC236}">
                <a16:creationId xmlns:a16="http://schemas.microsoft.com/office/drawing/2014/main" id="{87B26AF8-472C-72D6-A22A-7F9A143EB83F}"/>
              </a:ext>
            </a:extLst>
          </p:cNvPr>
          <p:cNvSpPr txBox="1">
            <a:spLocks/>
          </p:cNvSpPr>
          <p:nvPr/>
        </p:nvSpPr>
        <p:spPr>
          <a:xfrm>
            <a:off x="12811373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Npn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88" name="テキスト プレースホルダー 2">
            <a:extLst>
              <a:ext uri="{FF2B5EF4-FFF2-40B4-BE49-F238E27FC236}">
                <a16:creationId xmlns:a16="http://schemas.microsoft.com/office/drawing/2014/main" id="{A038C9CD-1BBB-8CD8-7FE6-F4B64E9A74E1}"/>
              </a:ext>
            </a:extLst>
          </p:cNvPr>
          <p:cNvSpPr txBox="1">
            <a:spLocks/>
          </p:cNvSpPr>
          <p:nvPr/>
        </p:nvSpPr>
        <p:spPr>
          <a:xfrm>
            <a:off x="15881785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Nsn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89" name="テキスト プレースホルダー 2">
            <a:extLst>
              <a:ext uri="{FF2B5EF4-FFF2-40B4-BE49-F238E27FC236}">
                <a16:creationId xmlns:a16="http://schemas.microsoft.com/office/drawing/2014/main" id="{82C21208-5D51-FDD5-96B9-1F26F07021F0}"/>
              </a:ext>
            </a:extLst>
          </p:cNvPr>
          <p:cNvSpPr txBox="1">
            <a:spLocks/>
          </p:cNvSpPr>
          <p:nvPr/>
        </p:nvSpPr>
        <p:spPr>
          <a:xfrm>
            <a:off x="3006909" y="-3024457"/>
            <a:ext cx="1222591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90" name="テキスト プレースホルダー 2">
            <a:extLst>
              <a:ext uri="{FF2B5EF4-FFF2-40B4-BE49-F238E27FC236}">
                <a16:creationId xmlns:a16="http://schemas.microsoft.com/office/drawing/2014/main" id="{2C7CE849-EDC8-61A0-9A74-4F9EFD3D1F96}"/>
              </a:ext>
            </a:extLst>
          </p:cNvPr>
          <p:cNvSpPr txBox="1">
            <a:spLocks/>
          </p:cNvSpPr>
          <p:nvPr/>
        </p:nvSpPr>
        <p:spPr>
          <a:xfrm>
            <a:off x="18849251" y="-3039680"/>
            <a:ext cx="1222591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pic>
        <p:nvPicPr>
          <p:cNvPr id="491" name="Picture 490">
            <a:extLst>
              <a:ext uri="{FF2B5EF4-FFF2-40B4-BE49-F238E27FC236}">
                <a16:creationId xmlns:a16="http://schemas.microsoft.com/office/drawing/2014/main" id="{5C44D40B-B87F-9F5B-C08B-4AD4FF06AF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965299" y="7914216"/>
            <a:ext cx="12192000" cy="1918510"/>
          </a:xfrm>
          <a:prstGeom prst="rect">
            <a:avLst/>
          </a:prstGeom>
        </p:spPr>
      </p:pic>
      <p:sp>
        <p:nvSpPr>
          <p:cNvPr id="493" name="Rectangle 492">
            <a:extLst>
              <a:ext uri="{FF2B5EF4-FFF2-40B4-BE49-F238E27FC236}">
                <a16:creationId xmlns:a16="http://schemas.microsoft.com/office/drawing/2014/main" id="{9C865681-A008-1E93-AAAD-F8C96541B138}"/>
              </a:ext>
            </a:extLst>
          </p:cNvPr>
          <p:cNvSpPr/>
          <p:nvPr/>
        </p:nvSpPr>
        <p:spPr>
          <a:xfrm rot="5400000">
            <a:off x="8921304" y="12108102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A517AAD7-60F8-5219-61F1-55BAAB49DA59}"/>
              </a:ext>
            </a:extLst>
          </p:cNvPr>
          <p:cNvSpPr/>
          <p:nvPr/>
        </p:nvSpPr>
        <p:spPr>
          <a:xfrm rot="5400000">
            <a:off x="9459294" y="12108102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F7B8DF78-66BE-CDFB-5045-194373B337F0}"/>
              </a:ext>
            </a:extLst>
          </p:cNvPr>
          <p:cNvCxnSpPr>
            <a:cxnSpLocks/>
            <a:stCxn id="493" idx="3"/>
          </p:cNvCxnSpPr>
          <p:nvPr/>
        </p:nvCxnSpPr>
        <p:spPr>
          <a:xfrm>
            <a:off x="9241040" y="1258424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ED1A0336-8CAC-66DE-B161-EA17E39DC65B}"/>
              </a:ext>
            </a:extLst>
          </p:cNvPr>
          <p:cNvCxnSpPr/>
          <p:nvPr/>
        </p:nvCxnSpPr>
        <p:spPr>
          <a:xfrm>
            <a:off x="9773570" y="1258424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410F900E-3535-BD44-3E2A-E04D693DDBB3}"/>
              </a:ext>
            </a:extLst>
          </p:cNvPr>
          <p:cNvCxnSpPr>
            <a:cxnSpLocks/>
          </p:cNvCxnSpPr>
          <p:nvPr/>
        </p:nvCxnSpPr>
        <p:spPr>
          <a:xfrm>
            <a:off x="9241040" y="12912869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989FFC20-3F89-5C7B-364F-1AAE92E115A1}"/>
              </a:ext>
            </a:extLst>
          </p:cNvPr>
          <p:cNvCxnSpPr>
            <a:cxnSpLocks/>
          </p:cNvCxnSpPr>
          <p:nvPr/>
        </p:nvCxnSpPr>
        <p:spPr>
          <a:xfrm>
            <a:off x="9507305" y="1291286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98">
            <a:extLst>
              <a:ext uri="{FF2B5EF4-FFF2-40B4-BE49-F238E27FC236}">
                <a16:creationId xmlns:a16="http://schemas.microsoft.com/office/drawing/2014/main" id="{18AB1FD4-9FE9-D3E7-206C-CF08E8607B65}"/>
              </a:ext>
            </a:extLst>
          </p:cNvPr>
          <p:cNvCxnSpPr>
            <a:cxnSpLocks/>
          </p:cNvCxnSpPr>
          <p:nvPr/>
        </p:nvCxnSpPr>
        <p:spPr>
          <a:xfrm>
            <a:off x="9272142" y="13241489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2AB9E4C8-30C8-553C-3493-4D18560AD270}"/>
              </a:ext>
            </a:extLst>
          </p:cNvPr>
          <p:cNvCxnSpPr>
            <a:cxnSpLocks/>
          </p:cNvCxnSpPr>
          <p:nvPr/>
        </p:nvCxnSpPr>
        <p:spPr>
          <a:xfrm>
            <a:off x="9346821" y="13377881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Connector 500">
            <a:extLst>
              <a:ext uri="{FF2B5EF4-FFF2-40B4-BE49-F238E27FC236}">
                <a16:creationId xmlns:a16="http://schemas.microsoft.com/office/drawing/2014/main" id="{4BDB51C6-E223-A971-B621-027746023167}"/>
              </a:ext>
            </a:extLst>
          </p:cNvPr>
          <p:cNvCxnSpPr>
            <a:cxnSpLocks/>
          </p:cNvCxnSpPr>
          <p:nvPr/>
        </p:nvCxnSpPr>
        <p:spPr>
          <a:xfrm>
            <a:off x="9397451" y="13706501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5D67A59D-9D7A-AFCF-9CE6-DF082543D00F}"/>
              </a:ext>
            </a:extLst>
          </p:cNvPr>
          <p:cNvCxnSpPr/>
          <p:nvPr/>
        </p:nvCxnSpPr>
        <p:spPr>
          <a:xfrm>
            <a:off x="9507305" y="1337788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B099E0E2-D790-A321-2E46-6DCC5F7B7895}"/>
              </a:ext>
            </a:extLst>
          </p:cNvPr>
          <p:cNvCxnSpPr>
            <a:cxnSpLocks/>
          </p:cNvCxnSpPr>
          <p:nvPr/>
        </p:nvCxnSpPr>
        <p:spPr>
          <a:xfrm>
            <a:off x="9455172" y="13744009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C72B2B96-AB0B-CE3D-C691-3AFDBBC74D3E}"/>
              </a:ext>
            </a:extLst>
          </p:cNvPr>
          <p:cNvCxnSpPr>
            <a:cxnSpLocks/>
          </p:cNvCxnSpPr>
          <p:nvPr/>
        </p:nvCxnSpPr>
        <p:spPr>
          <a:xfrm>
            <a:off x="9479683" y="1378151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>
            <a:extLst>
              <a:ext uri="{FF2B5EF4-FFF2-40B4-BE49-F238E27FC236}">
                <a16:creationId xmlns:a16="http://schemas.microsoft.com/office/drawing/2014/main" id="{80562FBE-79EB-B885-134B-0CEA74B5A9EE}"/>
              </a:ext>
            </a:extLst>
          </p:cNvPr>
          <p:cNvCxnSpPr/>
          <p:nvPr/>
        </p:nvCxnSpPr>
        <p:spPr>
          <a:xfrm>
            <a:off x="9241040" y="116161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5B62F054-1F23-C63C-7E51-83376161F6FC}"/>
              </a:ext>
            </a:extLst>
          </p:cNvPr>
          <p:cNvCxnSpPr/>
          <p:nvPr/>
        </p:nvCxnSpPr>
        <p:spPr>
          <a:xfrm>
            <a:off x="9773570" y="116161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753ACC1B-6835-1EC3-E9E5-568BCE9E676F}"/>
              </a:ext>
            </a:extLst>
          </p:cNvPr>
          <p:cNvCxnSpPr>
            <a:cxnSpLocks/>
          </p:cNvCxnSpPr>
          <p:nvPr/>
        </p:nvCxnSpPr>
        <p:spPr>
          <a:xfrm>
            <a:off x="9241040" y="11627795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3A4E90C2-20BD-7443-A1F3-6681E444416F}"/>
              </a:ext>
            </a:extLst>
          </p:cNvPr>
          <p:cNvCxnSpPr>
            <a:cxnSpLocks/>
          </p:cNvCxnSpPr>
          <p:nvPr/>
        </p:nvCxnSpPr>
        <p:spPr>
          <a:xfrm>
            <a:off x="9507305" y="1128753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7BB2D48-F754-99E0-E4CD-576509AA5F5E}"/>
              </a:ext>
            </a:extLst>
          </p:cNvPr>
          <p:cNvSpPr/>
          <p:nvPr/>
        </p:nvSpPr>
        <p:spPr>
          <a:xfrm rot="10800000">
            <a:off x="9773570" y="11147387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7FB28AB6-AAAE-9A54-88AF-FCFF55DEFC28}"/>
              </a:ext>
            </a:extLst>
          </p:cNvPr>
          <p:cNvCxnSpPr>
            <a:cxnSpLocks/>
          </p:cNvCxnSpPr>
          <p:nvPr/>
        </p:nvCxnSpPr>
        <p:spPr>
          <a:xfrm>
            <a:off x="9507305" y="1130425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EA9CB735-0124-DAD8-4998-59A5983DEC30}"/>
              </a:ext>
            </a:extLst>
          </p:cNvPr>
          <p:cNvCxnSpPr>
            <a:cxnSpLocks/>
          </p:cNvCxnSpPr>
          <p:nvPr/>
        </p:nvCxnSpPr>
        <p:spPr>
          <a:xfrm>
            <a:off x="10413042" y="1130441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Oval 511">
            <a:extLst>
              <a:ext uri="{FF2B5EF4-FFF2-40B4-BE49-F238E27FC236}">
                <a16:creationId xmlns:a16="http://schemas.microsoft.com/office/drawing/2014/main" id="{1A022CED-B5ED-D5CA-5B0C-E3FA843D6737}"/>
              </a:ext>
            </a:extLst>
          </p:cNvPr>
          <p:cNvSpPr/>
          <p:nvPr/>
        </p:nvSpPr>
        <p:spPr>
          <a:xfrm>
            <a:off x="10656030" y="11257709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E1EAD015-8C7D-C765-190C-9C178A8FD90E}"/>
              </a:ext>
            </a:extLst>
          </p:cNvPr>
          <p:cNvCxnSpPr>
            <a:cxnSpLocks/>
          </p:cNvCxnSpPr>
          <p:nvPr/>
        </p:nvCxnSpPr>
        <p:spPr>
          <a:xfrm>
            <a:off x="10725854" y="113055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Rectangle 513">
            <a:extLst>
              <a:ext uri="{FF2B5EF4-FFF2-40B4-BE49-F238E27FC236}">
                <a16:creationId xmlns:a16="http://schemas.microsoft.com/office/drawing/2014/main" id="{0015553E-55CD-E773-135C-EB643282704E}"/>
              </a:ext>
            </a:extLst>
          </p:cNvPr>
          <p:cNvSpPr/>
          <p:nvPr/>
        </p:nvSpPr>
        <p:spPr>
          <a:xfrm rot="10800000">
            <a:off x="10992119" y="11131125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0ABF6731-1377-DDEB-B2F0-4FB919BF205A}"/>
              </a:ext>
            </a:extLst>
          </p:cNvPr>
          <p:cNvCxnSpPr>
            <a:cxnSpLocks/>
          </p:cNvCxnSpPr>
          <p:nvPr/>
        </p:nvCxnSpPr>
        <p:spPr>
          <a:xfrm>
            <a:off x="11631591" y="1129514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" name="Rectangle 515">
            <a:extLst>
              <a:ext uri="{FF2B5EF4-FFF2-40B4-BE49-F238E27FC236}">
                <a16:creationId xmlns:a16="http://schemas.microsoft.com/office/drawing/2014/main" id="{71618ABA-C5F7-0CED-D92B-5550B0B568DF}"/>
              </a:ext>
            </a:extLst>
          </p:cNvPr>
          <p:cNvSpPr/>
          <p:nvPr/>
        </p:nvSpPr>
        <p:spPr>
          <a:xfrm rot="10800000">
            <a:off x="11890931" y="11138737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7" name="Straight Connector 516">
            <a:extLst>
              <a:ext uri="{FF2B5EF4-FFF2-40B4-BE49-F238E27FC236}">
                <a16:creationId xmlns:a16="http://schemas.microsoft.com/office/drawing/2014/main" id="{2D5C7275-E2ED-B105-28CB-F0B9BD3FF108}"/>
              </a:ext>
            </a:extLst>
          </p:cNvPr>
          <p:cNvCxnSpPr>
            <a:cxnSpLocks/>
          </p:cNvCxnSpPr>
          <p:nvPr/>
        </p:nvCxnSpPr>
        <p:spPr>
          <a:xfrm>
            <a:off x="12526466" y="11295149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テキスト プレースホルダー 2">
            <a:extLst>
              <a:ext uri="{FF2B5EF4-FFF2-40B4-BE49-F238E27FC236}">
                <a16:creationId xmlns:a16="http://schemas.microsoft.com/office/drawing/2014/main" id="{4AEDBB01-193D-2440-C83E-8884A478C18E}"/>
              </a:ext>
            </a:extLst>
          </p:cNvPr>
          <p:cNvSpPr txBox="1">
            <a:spLocks/>
          </p:cNvSpPr>
          <p:nvPr/>
        </p:nvSpPr>
        <p:spPr>
          <a:xfrm>
            <a:off x="9882237" y="13088948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amb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519" name="テキスト プレースホルダー 2">
            <a:extLst>
              <a:ext uri="{FF2B5EF4-FFF2-40B4-BE49-F238E27FC236}">
                <a16:creationId xmlns:a16="http://schemas.microsoft.com/office/drawing/2014/main" id="{9D46B3CB-0BCC-5A84-F60D-36E9D0A4D121}"/>
              </a:ext>
            </a:extLst>
          </p:cNvPr>
          <p:cNvSpPr txBox="1">
            <a:spLocks/>
          </p:cNvSpPr>
          <p:nvPr/>
        </p:nvSpPr>
        <p:spPr>
          <a:xfrm>
            <a:off x="9773568" y="12513004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conv</a:t>
            </a:r>
          </a:p>
        </p:txBody>
      </p:sp>
      <p:sp>
        <p:nvSpPr>
          <p:cNvPr id="520" name="テキスト プレースホルダー 2">
            <a:extLst>
              <a:ext uri="{FF2B5EF4-FFF2-40B4-BE49-F238E27FC236}">
                <a16:creationId xmlns:a16="http://schemas.microsoft.com/office/drawing/2014/main" id="{00B5BA3D-CFEF-2824-2E30-0B9D8B566041}"/>
              </a:ext>
            </a:extLst>
          </p:cNvPr>
          <p:cNvSpPr txBox="1">
            <a:spLocks/>
          </p:cNvSpPr>
          <p:nvPr/>
        </p:nvSpPr>
        <p:spPr>
          <a:xfrm>
            <a:off x="8397618" y="12495003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rad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521" name="テキスト プレースホルダー 2">
            <a:extLst>
              <a:ext uri="{FF2B5EF4-FFF2-40B4-BE49-F238E27FC236}">
                <a16:creationId xmlns:a16="http://schemas.microsoft.com/office/drawing/2014/main" id="{E0FCED8E-F262-C9D0-A6EA-63782228043D}"/>
              </a:ext>
            </a:extLst>
          </p:cNvPr>
          <p:cNvSpPr txBox="1">
            <a:spLocks/>
          </p:cNvSpPr>
          <p:nvPr/>
        </p:nvSpPr>
        <p:spPr>
          <a:xfrm>
            <a:off x="9622488" y="1060989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522" name="テキスト プレースホルダー 2">
            <a:extLst>
              <a:ext uri="{FF2B5EF4-FFF2-40B4-BE49-F238E27FC236}">
                <a16:creationId xmlns:a16="http://schemas.microsoft.com/office/drawing/2014/main" id="{B9D886F0-B5DF-7C23-1859-C0663C596E6A}"/>
              </a:ext>
            </a:extLst>
          </p:cNvPr>
          <p:cNvSpPr txBox="1">
            <a:spLocks/>
          </p:cNvSpPr>
          <p:nvPr/>
        </p:nvSpPr>
        <p:spPr>
          <a:xfrm>
            <a:off x="10875834" y="1061479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523" name="テキスト プレースホルダー 2">
            <a:extLst>
              <a:ext uri="{FF2B5EF4-FFF2-40B4-BE49-F238E27FC236}">
                <a16:creationId xmlns:a16="http://schemas.microsoft.com/office/drawing/2014/main" id="{56FA2AB9-A427-0284-2C54-4D937FAA2E73}"/>
              </a:ext>
            </a:extLst>
          </p:cNvPr>
          <p:cNvSpPr txBox="1">
            <a:spLocks/>
          </p:cNvSpPr>
          <p:nvPr/>
        </p:nvSpPr>
        <p:spPr>
          <a:xfrm>
            <a:off x="11783621" y="10614790"/>
            <a:ext cx="96497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TIM</a:t>
            </a:r>
          </a:p>
        </p:txBody>
      </p:sp>
      <p:sp>
        <p:nvSpPr>
          <p:cNvPr id="524" name="Oval 523">
            <a:extLst>
              <a:ext uri="{FF2B5EF4-FFF2-40B4-BE49-F238E27FC236}">
                <a16:creationId xmlns:a16="http://schemas.microsoft.com/office/drawing/2014/main" id="{E5AA7452-3EB7-4649-BAF5-C38E87FC50ED}"/>
              </a:ext>
            </a:extLst>
          </p:cNvPr>
          <p:cNvSpPr/>
          <p:nvPr/>
        </p:nvSpPr>
        <p:spPr>
          <a:xfrm>
            <a:off x="10413042" y="11781037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B1E4445E-5947-2546-4E62-E2D0BB9B6DA4}"/>
              </a:ext>
            </a:extLst>
          </p:cNvPr>
          <p:cNvCxnSpPr>
            <a:cxnSpLocks/>
          </p:cNvCxnSpPr>
          <p:nvPr/>
        </p:nvCxnSpPr>
        <p:spPr>
          <a:xfrm flipH="1" flipV="1">
            <a:off x="10697255" y="11865377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243FE2A3-38CC-8438-E645-30535B43BC42}"/>
              </a:ext>
            </a:extLst>
          </p:cNvPr>
          <p:cNvCxnSpPr>
            <a:cxnSpLocks/>
          </p:cNvCxnSpPr>
          <p:nvPr/>
        </p:nvCxnSpPr>
        <p:spPr>
          <a:xfrm>
            <a:off x="10706147" y="11350655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8C54E01C-845B-DCC9-26F1-F91071755EFD}"/>
              </a:ext>
            </a:extLst>
          </p:cNvPr>
          <p:cNvCxnSpPr>
            <a:cxnSpLocks/>
          </p:cNvCxnSpPr>
          <p:nvPr/>
        </p:nvCxnSpPr>
        <p:spPr>
          <a:xfrm>
            <a:off x="10597660" y="12697107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ADDF4DFC-1574-2976-0CCC-EDCD050E1AD5}"/>
              </a:ext>
            </a:extLst>
          </p:cNvPr>
          <p:cNvCxnSpPr/>
          <p:nvPr/>
        </p:nvCxnSpPr>
        <p:spPr>
          <a:xfrm>
            <a:off x="10707514" y="1236848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528">
            <a:extLst>
              <a:ext uri="{FF2B5EF4-FFF2-40B4-BE49-F238E27FC236}">
                <a16:creationId xmlns:a16="http://schemas.microsoft.com/office/drawing/2014/main" id="{1934D7C4-142F-6359-137A-79CB61254727}"/>
              </a:ext>
            </a:extLst>
          </p:cNvPr>
          <p:cNvCxnSpPr>
            <a:cxnSpLocks/>
          </p:cNvCxnSpPr>
          <p:nvPr/>
        </p:nvCxnSpPr>
        <p:spPr>
          <a:xfrm>
            <a:off x="10655381" y="12734615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98F0DCB4-7EE4-5F12-DF81-6973F0804065}"/>
              </a:ext>
            </a:extLst>
          </p:cNvPr>
          <p:cNvCxnSpPr>
            <a:cxnSpLocks/>
          </p:cNvCxnSpPr>
          <p:nvPr/>
        </p:nvCxnSpPr>
        <p:spPr>
          <a:xfrm>
            <a:off x="10679892" y="1277212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02AAE91E-EDD6-B946-5D8D-C3BA9161467F}"/>
              </a:ext>
            </a:extLst>
          </p:cNvPr>
          <p:cNvCxnSpPr>
            <a:cxnSpLocks/>
          </p:cNvCxnSpPr>
          <p:nvPr/>
        </p:nvCxnSpPr>
        <p:spPr>
          <a:xfrm>
            <a:off x="13110028" y="8909451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" name="Rectangle 531">
            <a:extLst>
              <a:ext uri="{FF2B5EF4-FFF2-40B4-BE49-F238E27FC236}">
                <a16:creationId xmlns:a16="http://schemas.microsoft.com/office/drawing/2014/main" id="{77B3D3FB-BDF2-CD22-1236-AC025FB49D86}"/>
              </a:ext>
            </a:extLst>
          </p:cNvPr>
          <p:cNvSpPr/>
          <p:nvPr/>
        </p:nvSpPr>
        <p:spPr>
          <a:xfrm rot="10800000">
            <a:off x="13709492" y="13426715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6FCE9280-1227-063E-E682-5C5FBAF8C634}"/>
              </a:ext>
            </a:extLst>
          </p:cNvPr>
          <p:cNvCxnSpPr>
            <a:cxnSpLocks/>
          </p:cNvCxnSpPr>
          <p:nvPr/>
        </p:nvCxnSpPr>
        <p:spPr>
          <a:xfrm>
            <a:off x="14342039" y="1359223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4" name="Oval 533">
            <a:extLst>
              <a:ext uri="{FF2B5EF4-FFF2-40B4-BE49-F238E27FC236}">
                <a16:creationId xmlns:a16="http://schemas.microsoft.com/office/drawing/2014/main" id="{54EC5045-A2F0-1841-3F53-FA046DCAB7DC}"/>
              </a:ext>
            </a:extLst>
          </p:cNvPr>
          <p:cNvSpPr/>
          <p:nvPr/>
        </p:nvSpPr>
        <p:spPr>
          <a:xfrm>
            <a:off x="14585027" y="1354553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5" name="Straight Connector 534">
            <a:extLst>
              <a:ext uri="{FF2B5EF4-FFF2-40B4-BE49-F238E27FC236}">
                <a16:creationId xmlns:a16="http://schemas.microsoft.com/office/drawing/2014/main" id="{1CC28946-7522-68B4-60C1-C9512B2C5BAA}"/>
              </a:ext>
            </a:extLst>
          </p:cNvPr>
          <p:cNvCxnSpPr>
            <a:cxnSpLocks/>
          </p:cNvCxnSpPr>
          <p:nvPr/>
        </p:nvCxnSpPr>
        <p:spPr>
          <a:xfrm>
            <a:off x="14654851" y="1359339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6" name="Rectangle 535">
            <a:extLst>
              <a:ext uri="{FF2B5EF4-FFF2-40B4-BE49-F238E27FC236}">
                <a16:creationId xmlns:a16="http://schemas.microsoft.com/office/drawing/2014/main" id="{DAC8F6A7-6EC2-44F9-0BEF-DB7C13F7DB79}"/>
              </a:ext>
            </a:extLst>
          </p:cNvPr>
          <p:cNvSpPr/>
          <p:nvPr/>
        </p:nvSpPr>
        <p:spPr>
          <a:xfrm rot="10800000">
            <a:off x="14921116" y="13421799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7" name="Straight Connector 536">
            <a:extLst>
              <a:ext uri="{FF2B5EF4-FFF2-40B4-BE49-F238E27FC236}">
                <a16:creationId xmlns:a16="http://schemas.microsoft.com/office/drawing/2014/main" id="{71E0B673-4CD9-5A62-D2EE-999C49C05A36}"/>
              </a:ext>
            </a:extLst>
          </p:cNvPr>
          <p:cNvCxnSpPr>
            <a:cxnSpLocks/>
          </p:cNvCxnSpPr>
          <p:nvPr/>
        </p:nvCxnSpPr>
        <p:spPr>
          <a:xfrm>
            <a:off x="15560588" y="13591774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8" name="Rectangle 537">
            <a:extLst>
              <a:ext uri="{FF2B5EF4-FFF2-40B4-BE49-F238E27FC236}">
                <a16:creationId xmlns:a16="http://schemas.microsoft.com/office/drawing/2014/main" id="{8776E894-A941-DBA2-823D-64F94EDAC75F}"/>
              </a:ext>
            </a:extLst>
          </p:cNvPr>
          <p:cNvSpPr/>
          <p:nvPr/>
        </p:nvSpPr>
        <p:spPr>
          <a:xfrm rot="5400000">
            <a:off x="14313351" y="12682451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E2022515-1827-A555-FF27-2E7B90A32497}"/>
              </a:ext>
            </a:extLst>
          </p:cNvPr>
          <p:cNvCxnSpPr>
            <a:cxnSpLocks/>
          </p:cNvCxnSpPr>
          <p:nvPr/>
        </p:nvCxnSpPr>
        <p:spPr>
          <a:xfrm>
            <a:off x="13101918" y="11906577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テキスト プレースホルダー 2">
            <a:extLst>
              <a:ext uri="{FF2B5EF4-FFF2-40B4-BE49-F238E27FC236}">
                <a16:creationId xmlns:a16="http://schemas.microsoft.com/office/drawing/2014/main" id="{9AE63997-0103-4123-7C62-143797521ADD}"/>
              </a:ext>
            </a:extLst>
          </p:cNvPr>
          <p:cNvSpPr txBox="1">
            <a:spLocks/>
          </p:cNvSpPr>
          <p:nvPr/>
        </p:nvSpPr>
        <p:spPr>
          <a:xfrm>
            <a:off x="13630993" y="129027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Np1</a:t>
            </a:r>
          </a:p>
        </p:txBody>
      </p:sp>
      <p:sp>
        <p:nvSpPr>
          <p:cNvPr id="541" name="テキスト プレースホルダー 2">
            <a:extLst>
              <a:ext uri="{FF2B5EF4-FFF2-40B4-BE49-F238E27FC236}">
                <a16:creationId xmlns:a16="http://schemas.microsoft.com/office/drawing/2014/main" id="{21508876-8091-F505-FBF6-0D53AAEE7C05}"/>
              </a:ext>
            </a:extLst>
          </p:cNvPr>
          <p:cNvSpPr txBox="1">
            <a:spLocks/>
          </p:cNvSpPr>
          <p:nvPr/>
        </p:nvSpPr>
        <p:spPr>
          <a:xfrm>
            <a:off x="14828318" y="1288381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Np1</a:t>
            </a:r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8160C56B-4185-E5AF-6A24-F8874C0A46DE}"/>
              </a:ext>
            </a:extLst>
          </p:cNvPr>
          <p:cNvSpPr/>
          <p:nvPr/>
        </p:nvSpPr>
        <p:spPr>
          <a:xfrm>
            <a:off x="14342039" y="14068443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3" name="Straight Arrow Connector 542">
            <a:extLst>
              <a:ext uri="{FF2B5EF4-FFF2-40B4-BE49-F238E27FC236}">
                <a16:creationId xmlns:a16="http://schemas.microsoft.com/office/drawing/2014/main" id="{8891271C-AFFC-C69F-1DCB-6F4790270BCA}"/>
              </a:ext>
            </a:extLst>
          </p:cNvPr>
          <p:cNvCxnSpPr>
            <a:cxnSpLocks/>
          </p:cNvCxnSpPr>
          <p:nvPr/>
        </p:nvCxnSpPr>
        <p:spPr>
          <a:xfrm flipH="1" flipV="1">
            <a:off x="14626252" y="14152783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543">
            <a:extLst>
              <a:ext uri="{FF2B5EF4-FFF2-40B4-BE49-F238E27FC236}">
                <a16:creationId xmlns:a16="http://schemas.microsoft.com/office/drawing/2014/main" id="{708171CC-0E63-B2C6-A831-9215C8F44591}"/>
              </a:ext>
            </a:extLst>
          </p:cNvPr>
          <p:cNvCxnSpPr>
            <a:cxnSpLocks/>
          </p:cNvCxnSpPr>
          <p:nvPr/>
        </p:nvCxnSpPr>
        <p:spPr>
          <a:xfrm>
            <a:off x="14635144" y="13638061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544">
            <a:extLst>
              <a:ext uri="{FF2B5EF4-FFF2-40B4-BE49-F238E27FC236}">
                <a16:creationId xmlns:a16="http://schemas.microsoft.com/office/drawing/2014/main" id="{A7DE2783-75CF-1E82-B4C1-49A4C6E8486C}"/>
              </a:ext>
            </a:extLst>
          </p:cNvPr>
          <p:cNvCxnSpPr>
            <a:cxnSpLocks/>
          </p:cNvCxnSpPr>
          <p:nvPr/>
        </p:nvCxnSpPr>
        <p:spPr>
          <a:xfrm>
            <a:off x="14516398" y="14984513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E6CD7573-EA29-A081-3F32-689C2A904575}"/>
              </a:ext>
            </a:extLst>
          </p:cNvPr>
          <p:cNvCxnSpPr/>
          <p:nvPr/>
        </p:nvCxnSpPr>
        <p:spPr>
          <a:xfrm>
            <a:off x="14626252" y="1465589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546">
            <a:extLst>
              <a:ext uri="{FF2B5EF4-FFF2-40B4-BE49-F238E27FC236}">
                <a16:creationId xmlns:a16="http://schemas.microsoft.com/office/drawing/2014/main" id="{1B276FB6-BFA4-798F-725A-2598998E8568}"/>
              </a:ext>
            </a:extLst>
          </p:cNvPr>
          <p:cNvCxnSpPr>
            <a:cxnSpLocks/>
          </p:cNvCxnSpPr>
          <p:nvPr/>
        </p:nvCxnSpPr>
        <p:spPr>
          <a:xfrm>
            <a:off x="14574119" y="1502202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C49F8FD2-C84D-F282-1748-726365C465AD}"/>
              </a:ext>
            </a:extLst>
          </p:cNvPr>
          <p:cNvCxnSpPr>
            <a:cxnSpLocks/>
          </p:cNvCxnSpPr>
          <p:nvPr/>
        </p:nvCxnSpPr>
        <p:spPr>
          <a:xfrm>
            <a:off x="14598630" y="15059529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テキスト プレースホルダー 2">
            <a:extLst>
              <a:ext uri="{FF2B5EF4-FFF2-40B4-BE49-F238E27FC236}">
                <a16:creationId xmlns:a16="http://schemas.microsoft.com/office/drawing/2014/main" id="{D0DAC4A5-37D7-493D-B57E-E022F6A7C610}"/>
              </a:ext>
            </a:extLst>
          </p:cNvPr>
          <p:cNvSpPr txBox="1">
            <a:spLocks/>
          </p:cNvSpPr>
          <p:nvPr/>
        </p:nvSpPr>
        <p:spPr>
          <a:xfrm>
            <a:off x="14749338" y="1242620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ins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8A05DB5C-DE36-055D-1216-4B4836D976F7}"/>
              </a:ext>
            </a:extLst>
          </p:cNvPr>
          <p:cNvSpPr/>
          <p:nvPr/>
        </p:nvSpPr>
        <p:spPr>
          <a:xfrm rot="10800000">
            <a:off x="13739840" y="11754729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1" name="Straight Connector 550">
            <a:extLst>
              <a:ext uri="{FF2B5EF4-FFF2-40B4-BE49-F238E27FC236}">
                <a16:creationId xmlns:a16="http://schemas.microsoft.com/office/drawing/2014/main" id="{DB203B8C-B652-B803-03DF-5CDEAE5FC434}"/>
              </a:ext>
            </a:extLst>
          </p:cNvPr>
          <p:cNvCxnSpPr>
            <a:cxnSpLocks/>
          </p:cNvCxnSpPr>
          <p:nvPr/>
        </p:nvCxnSpPr>
        <p:spPr>
          <a:xfrm>
            <a:off x="14372387" y="1192025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Oval 551">
            <a:extLst>
              <a:ext uri="{FF2B5EF4-FFF2-40B4-BE49-F238E27FC236}">
                <a16:creationId xmlns:a16="http://schemas.microsoft.com/office/drawing/2014/main" id="{46D3CC0F-F396-AF91-7DA3-A478B9D32C2E}"/>
              </a:ext>
            </a:extLst>
          </p:cNvPr>
          <p:cNvSpPr/>
          <p:nvPr/>
        </p:nvSpPr>
        <p:spPr>
          <a:xfrm>
            <a:off x="14589975" y="11873547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51C9A643-6954-8A27-56F0-D1F661DDCAD6}"/>
              </a:ext>
            </a:extLst>
          </p:cNvPr>
          <p:cNvCxnSpPr>
            <a:cxnSpLocks/>
          </p:cNvCxnSpPr>
          <p:nvPr/>
        </p:nvCxnSpPr>
        <p:spPr>
          <a:xfrm>
            <a:off x="14685199" y="119214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Rectangle 553">
            <a:extLst>
              <a:ext uri="{FF2B5EF4-FFF2-40B4-BE49-F238E27FC236}">
                <a16:creationId xmlns:a16="http://schemas.microsoft.com/office/drawing/2014/main" id="{ECCED14E-99CD-23F7-1B8E-E378DB45DBB3}"/>
              </a:ext>
            </a:extLst>
          </p:cNvPr>
          <p:cNvSpPr/>
          <p:nvPr/>
        </p:nvSpPr>
        <p:spPr>
          <a:xfrm rot="10800000">
            <a:off x="14951464" y="11749813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5" name="テキスト プレースホルダー 2">
            <a:extLst>
              <a:ext uri="{FF2B5EF4-FFF2-40B4-BE49-F238E27FC236}">
                <a16:creationId xmlns:a16="http://schemas.microsoft.com/office/drawing/2014/main" id="{F69F9867-4945-76D0-FA10-900BDEE4EB59}"/>
              </a:ext>
            </a:extLst>
          </p:cNvPr>
          <p:cNvSpPr txBox="1">
            <a:spLocks/>
          </p:cNvSpPr>
          <p:nvPr/>
        </p:nvSpPr>
        <p:spPr>
          <a:xfrm>
            <a:off x="13661341" y="1123078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Ns2</a:t>
            </a:r>
          </a:p>
        </p:txBody>
      </p:sp>
      <p:sp>
        <p:nvSpPr>
          <p:cNvPr id="556" name="テキスト プレースホルダー 2">
            <a:extLst>
              <a:ext uri="{FF2B5EF4-FFF2-40B4-BE49-F238E27FC236}">
                <a16:creationId xmlns:a16="http://schemas.microsoft.com/office/drawing/2014/main" id="{282050FA-6206-BBA1-96CE-EC68608387AC}"/>
              </a:ext>
            </a:extLst>
          </p:cNvPr>
          <p:cNvSpPr txBox="1">
            <a:spLocks/>
          </p:cNvSpPr>
          <p:nvPr/>
        </p:nvSpPr>
        <p:spPr>
          <a:xfrm>
            <a:off x="14858666" y="11211829"/>
            <a:ext cx="923686" cy="5487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Ns1</a:t>
            </a:r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AD5421CB-F48B-260D-2442-55CDABB318C7}"/>
              </a:ext>
            </a:extLst>
          </p:cNvPr>
          <p:cNvSpPr/>
          <p:nvPr/>
        </p:nvSpPr>
        <p:spPr>
          <a:xfrm>
            <a:off x="13747391" y="12250576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8" name="Straight Arrow Connector 557">
            <a:extLst>
              <a:ext uri="{FF2B5EF4-FFF2-40B4-BE49-F238E27FC236}">
                <a16:creationId xmlns:a16="http://schemas.microsoft.com/office/drawing/2014/main" id="{EF4D5082-6358-9139-85D4-F1419E0B0C9B}"/>
              </a:ext>
            </a:extLst>
          </p:cNvPr>
          <p:cNvCxnSpPr>
            <a:cxnSpLocks/>
          </p:cNvCxnSpPr>
          <p:nvPr/>
        </p:nvCxnSpPr>
        <p:spPr>
          <a:xfrm flipV="1">
            <a:off x="13905884" y="12378307"/>
            <a:ext cx="248168" cy="31476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6E28B1A8-F3D3-9AD5-F9C3-5605DC27C896}"/>
              </a:ext>
            </a:extLst>
          </p:cNvPr>
          <p:cNvCxnSpPr>
            <a:cxnSpLocks/>
            <a:stCxn id="552" idx="7"/>
            <a:endCxn id="557" idx="7"/>
          </p:cNvCxnSpPr>
          <p:nvPr/>
        </p:nvCxnSpPr>
        <p:spPr>
          <a:xfrm flipH="1">
            <a:off x="14241663" y="11887181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0" name="テキスト プレースホルダー 2">
            <a:extLst>
              <a:ext uri="{FF2B5EF4-FFF2-40B4-BE49-F238E27FC236}">
                <a16:creationId xmlns:a16="http://schemas.microsoft.com/office/drawing/2014/main" id="{D1D8AA09-F360-EC48-1EDE-8C26ADA67E83}"/>
              </a:ext>
            </a:extLst>
          </p:cNvPr>
          <p:cNvSpPr txBox="1">
            <a:spLocks/>
          </p:cNvSpPr>
          <p:nvPr/>
        </p:nvSpPr>
        <p:spPr>
          <a:xfrm>
            <a:off x="13393429" y="140368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Np1</a:t>
            </a:r>
          </a:p>
        </p:txBody>
      </p:sp>
      <p:sp>
        <p:nvSpPr>
          <p:cNvPr id="561" name="テキスト プレースホルダー 2">
            <a:extLst>
              <a:ext uri="{FF2B5EF4-FFF2-40B4-BE49-F238E27FC236}">
                <a16:creationId xmlns:a16="http://schemas.microsoft.com/office/drawing/2014/main" id="{390A0BE9-1B0C-2E82-F2AF-D4F3BA3EA3CD}"/>
              </a:ext>
            </a:extLst>
          </p:cNvPr>
          <p:cNvSpPr txBox="1">
            <a:spLocks/>
          </p:cNvSpPr>
          <p:nvPr/>
        </p:nvSpPr>
        <p:spPr>
          <a:xfrm>
            <a:off x="13064481" y="1184230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Ns1</a:t>
            </a:r>
          </a:p>
        </p:txBody>
      </p: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894DED85-B7E2-33B2-5B0A-4AD29A856E14}"/>
              </a:ext>
            </a:extLst>
          </p:cNvPr>
          <p:cNvCxnSpPr>
            <a:cxnSpLocks/>
          </p:cNvCxnSpPr>
          <p:nvPr/>
        </p:nvCxnSpPr>
        <p:spPr>
          <a:xfrm>
            <a:off x="13127114" y="13591385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8B42F8DA-71AF-FB06-0008-9F094C309A27}"/>
              </a:ext>
            </a:extLst>
          </p:cNvPr>
          <p:cNvGrpSpPr/>
          <p:nvPr/>
        </p:nvGrpSpPr>
        <p:grpSpPr>
          <a:xfrm rot="5400000">
            <a:off x="13546342" y="12585137"/>
            <a:ext cx="225168" cy="403636"/>
            <a:chOff x="5124498" y="3780453"/>
            <a:chExt cx="225168" cy="403636"/>
          </a:xfrm>
        </p:grpSpPr>
        <p:cxnSp>
          <p:nvCxnSpPr>
            <p:cNvPr id="564" name="Straight Connector 563">
              <a:extLst>
                <a:ext uri="{FF2B5EF4-FFF2-40B4-BE49-F238E27FC236}">
                  <a16:creationId xmlns:a16="http://schemas.microsoft.com/office/drawing/2014/main" id="{60D1821D-5263-2848-0344-CB30F2BB699F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564">
              <a:extLst>
                <a:ext uri="{FF2B5EF4-FFF2-40B4-BE49-F238E27FC236}">
                  <a16:creationId xmlns:a16="http://schemas.microsoft.com/office/drawing/2014/main" id="{6389C8FD-78EA-417B-A341-71A380D53367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565">
              <a:extLst>
                <a:ext uri="{FF2B5EF4-FFF2-40B4-BE49-F238E27FC236}">
                  <a16:creationId xmlns:a16="http://schemas.microsoft.com/office/drawing/2014/main" id="{9B63F3A8-64D9-385F-06DF-B84B78FA15FD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566">
              <a:extLst>
                <a:ext uri="{FF2B5EF4-FFF2-40B4-BE49-F238E27FC236}">
                  <a16:creationId xmlns:a16="http://schemas.microsoft.com/office/drawing/2014/main" id="{56AC976B-E674-BDED-2A44-5E469D8971A9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5E6DD1A2-DDB4-532D-51CE-7BE25FF68422}"/>
              </a:ext>
            </a:extLst>
          </p:cNvPr>
          <p:cNvCxnSpPr>
            <a:cxnSpLocks/>
          </p:cNvCxnSpPr>
          <p:nvPr/>
        </p:nvCxnSpPr>
        <p:spPr>
          <a:xfrm>
            <a:off x="14636551" y="13170910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91E66AF2-5AC5-16B3-13D6-B9B57E8CC21D}"/>
              </a:ext>
            </a:extLst>
          </p:cNvPr>
          <p:cNvCxnSpPr>
            <a:cxnSpLocks/>
          </p:cNvCxnSpPr>
          <p:nvPr/>
        </p:nvCxnSpPr>
        <p:spPr>
          <a:xfrm>
            <a:off x="14620776" y="11865751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990D96D2-8BAF-E9ED-9DEF-2C253F19296E}"/>
              </a:ext>
            </a:extLst>
          </p:cNvPr>
          <p:cNvGrpSpPr/>
          <p:nvPr/>
        </p:nvGrpSpPr>
        <p:grpSpPr>
          <a:xfrm rot="16200000">
            <a:off x="14229154" y="11072082"/>
            <a:ext cx="794196" cy="182451"/>
            <a:chOff x="5478663" y="1384702"/>
            <a:chExt cx="794196" cy="182451"/>
          </a:xfrm>
        </p:grpSpPr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529CC7DA-7AB1-98B8-9A24-784A50A9A276}"/>
                </a:ext>
              </a:extLst>
            </p:cNvPr>
            <p:cNvSpPr/>
            <p:nvPr/>
          </p:nvSpPr>
          <p:spPr>
            <a:xfrm>
              <a:off x="5478663" y="1386849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D0C14854-CFF8-024D-7A3C-BA6B581EF9F2}"/>
                </a:ext>
              </a:extLst>
            </p:cNvPr>
            <p:cNvSpPr/>
            <p:nvPr/>
          </p:nvSpPr>
          <p:spPr>
            <a:xfrm>
              <a:off x="5785609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3" name="Oval 572">
              <a:extLst>
                <a:ext uri="{FF2B5EF4-FFF2-40B4-BE49-F238E27FC236}">
                  <a16:creationId xmlns:a16="http://schemas.microsoft.com/office/drawing/2014/main" id="{18C32776-A7CB-1A27-BEE9-0FE48C7C941C}"/>
                </a:ext>
              </a:extLst>
            </p:cNvPr>
            <p:cNvSpPr/>
            <p:nvPr/>
          </p:nvSpPr>
          <p:spPr>
            <a:xfrm>
              <a:off x="6092555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74" name="Rectangle 573">
            <a:extLst>
              <a:ext uri="{FF2B5EF4-FFF2-40B4-BE49-F238E27FC236}">
                <a16:creationId xmlns:a16="http://schemas.microsoft.com/office/drawing/2014/main" id="{3A2DF859-7B6B-3843-55D4-D5AC3C10B365}"/>
              </a:ext>
            </a:extLst>
          </p:cNvPr>
          <p:cNvSpPr/>
          <p:nvPr/>
        </p:nvSpPr>
        <p:spPr>
          <a:xfrm rot="10800000" flipV="1">
            <a:off x="13733677" y="8742216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5" name="Straight Connector 574">
            <a:extLst>
              <a:ext uri="{FF2B5EF4-FFF2-40B4-BE49-F238E27FC236}">
                <a16:creationId xmlns:a16="http://schemas.microsoft.com/office/drawing/2014/main" id="{6232ABDE-C993-12AF-F593-7966199BF75B}"/>
              </a:ext>
            </a:extLst>
          </p:cNvPr>
          <p:cNvCxnSpPr>
            <a:cxnSpLocks/>
          </p:cNvCxnSpPr>
          <p:nvPr/>
        </p:nvCxnSpPr>
        <p:spPr>
          <a:xfrm flipV="1">
            <a:off x="14366224" y="888951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Oval 575">
            <a:extLst>
              <a:ext uri="{FF2B5EF4-FFF2-40B4-BE49-F238E27FC236}">
                <a16:creationId xmlns:a16="http://schemas.microsoft.com/office/drawing/2014/main" id="{EF397332-2CB9-C981-BF31-DAAC3F8D4C9B}"/>
              </a:ext>
            </a:extLst>
          </p:cNvPr>
          <p:cNvSpPr/>
          <p:nvPr/>
        </p:nvSpPr>
        <p:spPr>
          <a:xfrm flipV="1">
            <a:off x="14609212" y="884312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2E47A047-A287-91CA-B90C-7695A5FBF3CB}"/>
              </a:ext>
            </a:extLst>
          </p:cNvPr>
          <p:cNvCxnSpPr>
            <a:cxnSpLocks/>
          </p:cNvCxnSpPr>
          <p:nvPr/>
        </p:nvCxnSpPr>
        <p:spPr>
          <a:xfrm flipV="1">
            <a:off x="14679036" y="888835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Rectangle 577">
            <a:extLst>
              <a:ext uri="{FF2B5EF4-FFF2-40B4-BE49-F238E27FC236}">
                <a16:creationId xmlns:a16="http://schemas.microsoft.com/office/drawing/2014/main" id="{3142B3A7-4796-6D86-ADDB-3B5B77126B04}"/>
              </a:ext>
            </a:extLst>
          </p:cNvPr>
          <p:cNvSpPr/>
          <p:nvPr/>
        </p:nvSpPr>
        <p:spPr>
          <a:xfrm rot="10800000" flipV="1">
            <a:off x="14945301" y="8747132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C8AE1C81-7ED4-1C42-DD9E-D2A6267F7B47}"/>
              </a:ext>
            </a:extLst>
          </p:cNvPr>
          <p:cNvCxnSpPr>
            <a:cxnSpLocks/>
          </p:cNvCxnSpPr>
          <p:nvPr/>
        </p:nvCxnSpPr>
        <p:spPr>
          <a:xfrm flipV="1">
            <a:off x="15584773" y="888997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0" name="Rectangle 579">
            <a:extLst>
              <a:ext uri="{FF2B5EF4-FFF2-40B4-BE49-F238E27FC236}">
                <a16:creationId xmlns:a16="http://schemas.microsoft.com/office/drawing/2014/main" id="{3CD01E50-F0D7-52CC-34B0-8926DF5F4927}"/>
              </a:ext>
            </a:extLst>
          </p:cNvPr>
          <p:cNvSpPr/>
          <p:nvPr/>
        </p:nvSpPr>
        <p:spPr>
          <a:xfrm rot="16200000" flipV="1">
            <a:off x="14337536" y="948648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E22D0059-F879-13FC-E2BB-F514E0AB011C}"/>
              </a:ext>
            </a:extLst>
          </p:cNvPr>
          <p:cNvCxnSpPr>
            <a:cxnSpLocks/>
          </p:cNvCxnSpPr>
          <p:nvPr/>
        </p:nvCxnSpPr>
        <p:spPr>
          <a:xfrm flipV="1">
            <a:off x="13126103" y="10575175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2" name="テキスト プレースホルダー 2">
            <a:extLst>
              <a:ext uri="{FF2B5EF4-FFF2-40B4-BE49-F238E27FC236}">
                <a16:creationId xmlns:a16="http://schemas.microsoft.com/office/drawing/2014/main" id="{D30F915C-3D7A-89E8-600F-B79EDF11CADE}"/>
              </a:ext>
            </a:extLst>
          </p:cNvPr>
          <p:cNvSpPr txBox="1">
            <a:spLocks/>
          </p:cNvSpPr>
          <p:nvPr/>
        </p:nvSpPr>
        <p:spPr>
          <a:xfrm>
            <a:off x="13655178" y="903024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Nsn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583" name="テキスト プレースホルダー 2">
            <a:extLst>
              <a:ext uri="{FF2B5EF4-FFF2-40B4-BE49-F238E27FC236}">
                <a16:creationId xmlns:a16="http://schemas.microsoft.com/office/drawing/2014/main" id="{380990A0-5158-2E86-E340-5DACEE5505AB}"/>
              </a:ext>
            </a:extLst>
          </p:cNvPr>
          <p:cNvSpPr txBox="1">
            <a:spLocks/>
          </p:cNvSpPr>
          <p:nvPr/>
        </p:nvSpPr>
        <p:spPr>
          <a:xfrm>
            <a:off x="14852503" y="9049196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Nsn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584" name="Oval 583">
            <a:extLst>
              <a:ext uri="{FF2B5EF4-FFF2-40B4-BE49-F238E27FC236}">
                <a16:creationId xmlns:a16="http://schemas.microsoft.com/office/drawing/2014/main" id="{E54B574A-C8A8-7974-7E5A-33498C084808}"/>
              </a:ext>
            </a:extLst>
          </p:cNvPr>
          <p:cNvSpPr/>
          <p:nvPr/>
        </p:nvSpPr>
        <p:spPr>
          <a:xfrm flipV="1">
            <a:off x="14366224" y="7834233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5" name="Straight Arrow Connector 584">
            <a:extLst>
              <a:ext uri="{FF2B5EF4-FFF2-40B4-BE49-F238E27FC236}">
                <a16:creationId xmlns:a16="http://schemas.microsoft.com/office/drawing/2014/main" id="{674A4EFB-541B-2DBC-FBC0-A48F722F2D01}"/>
              </a:ext>
            </a:extLst>
          </p:cNvPr>
          <p:cNvCxnSpPr>
            <a:cxnSpLocks/>
          </p:cNvCxnSpPr>
          <p:nvPr/>
        </p:nvCxnSpPr>
        <p:spPr>
          <a:xfrm flipH="1">
            <a:off x="14650437" y="7918573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5BA80211-1BB4-D97A-9218-B4F9A16E0D9A}"/>
              </a:ext>
            </a:extLst>
          </p:cNvPr>
          <p:cNvCxnSpPr>
            <a:cxnSpLocks/>
          </p:cNvCxnSpPr>
          <p:nvPr/>
        </p:nvCxnSpPr>
        <p:spPr>
          <a:xfrm flipV="1">
            <a:off x="14659329" y="8413880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21556945-9C90-84CD-7ECB-707AB32C7CDB}"/>
              </a:ext>
            </a:extLst>
          </p:cNvPr>
          <p:cNvCxnSpPr>
            <a:cxnSpLocks/>
          </p:cNvCxnSpPr>
          <p:nvPr/>
        </p:nvCxnSpPr>
        <p:spPr>
          <a:xfrm flipV="1">
            <a:off x="14540583" y="7497239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BEB56769-A8A5-0360-9842-02AD872E7926}"/>
              </a:ext>
            </a:extLst>
          </p:cNvPr>
          <p:cNvCxnSpPr/>
          <p:nvPr/>
        </p:nvCxnSpPr>
        <p:spPr>
          <a:xfrm flipV="1">
            <a:off x="14650437" y="749723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9387CCEC-511F-F4ED-3871-4B4C4AA2FC48}"/>
              </a:ext>
            </a:extLst>
          </p:cNvPr>
          <p:cNvCxnSpPr>
            <a:cxnSpLocks/>
          </p:cNvCxnSpPr>
          <p:nvPr/>
        </p:nvCxnSpPr>
        <p:spPr>
          <a:xfrm flipV="1">
            <a:off x="14598304" y="745973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841333E4-742A-1613-ED82-150233A464AC}"/>
              </a:ext>
            </a:extLst>
          </p:cNvPr>
          <p:cNvCxnSpPr>
            <a:cxnSpLocks/>
          </p:cNvCxnSpPr>
          <p:nvPr/>
        </p:nvCxnSpPr>
        <p:spPr>
          <a:xfrm flipV="1">
            <a:off x="14622815" y="742222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1" name="テキスト プレースホルダー 2">
            <a:extLst>
              <a:ext uri="{FF2B5EF4-FFF2-40B4-BE49-F238E27FC236}">
                <a16:creationId xmlns:a16="http://schemas.microsoft.com/office/drawing/2014/main" id="{E659B573-B4AB-9B57-9DE3-7932C6C4DC79}"/>
              </a:ext>
            </a:extLst>
          </p:cNvPr>
          <p:cNvSpPr txBox="1">
            <a:spLocks/>
          </p:cNvSpPr>
          <p:nvPr/>
        </p:nvSpPr>
        <p:spPr>
          <a:xfrm>
            <a:off x="14773523" y="950681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ins</a:t>
            </a: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B7AA36BE-DC1C-6BF0-2C72-BE334551B72C}"/>
              </a:ext>
            </a:extLst>
          </p:cNvPr>
          <p:cNvSpPr/>
          <p:nvPr/>
        </p:nvSpPr>
        <p:spPr>
          <a:xfrm rot="10800000" flipV="1">
            <a:off x="13764025" y="10414202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007C5D9E-E526-D6A8-3974-E800BFD2C36C}"/>
              </a:ext>
            </a:extLst>
          </p:cNvPr>
          <p:cNvCxnSpPr>
            <a:cxnSpLocks/>
          </p:cNvCxnSpPr>
          <p:nvPr/>
        </p:nvCxnSpPr>
        <p:spPr>
          <a:xfrm flipV="1">
            <a:off x="14396572" y="105615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" name="Oval 593">
            <a:extLst>
              <a:ext uri="{FF2B5EF4-FFF2-40B4-BE49-F238E27FC236}">
                <a16:creationId xmlns:a16="http://schemas.microsoft.com/office/drawing/2014/main" id="{2BEC56B5-22FE-FBE3-B0DB-FAACA90C3ABD}"/>
              </a:ext>
            </a:extLst>
          </p:cNvPr>
          <p:cNvSpPr/>
          <p:nvPr/>
        </p:nvSpPr>
        <p:spPr>
          <a:xfrm flipV="1">
            <a:off x="14614160" y="1051510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4129EBDE-2161-16E2-61E6-824B8B0EAB94}"/>
              </a:ext>
            </a:extLst>
          </p:cNvPr>
          <p:cNvCxnSpPr>
            <a:cxnSpLocks/>
          </p:cNvCxnSpPr>
          <p:nvPr/>
        </p:nvCxnSpPr>
        <p:spPr>
          <a:xfrm flipV="1">
            <a:off x="14709384" y="1056033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6" name="Rectangle 595">
            <a:extLst>
              <a:ext uri="{FF2B5EF4-FFF2-40B4-BE49-F238E27FC236}">
                <a16:creationId xmlns:a16="http://schemas.microsoft.com/office/drawing/2014/main" id="{C54E7332-94B6-017D-7F5B-72E3161316C1}"/>
              </a:ext>
            </a:extLst>
          </p:cNvPr>
          <p:cNvSpPr/>
          <p:nvPr/>
        </p:nvSpPr>
        <p:spPr>
          <a:xfrm rot="10800000" flipV="1">
            <a:off x="14975649" y="10419118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7" name="テキスト プレースホルダー 2">
            <a:extLst>
              <a:ext uri="{FF2B5EF4-FFF2-40B4-BE49-F238E27FC236}">
                <a16:creationId xmlns:a16="http://schemas.microsoft.com/office/drawing/2014/main" id="{E710DDCF-CB23-B597-CB2E-3E9F6B7F255C}"/>
              </a:ext>
            </a:extLst>
          </p:cNvPr>
          <p:cNvSpPr txBox="1">
            <a:spLocks/>
          </p:cNvSpPr>
          <p:nvPr/>
        </p:nvSpPr>
        <p:spPr>
          <a:xfrm>
            <a:off x="13685526" y="1070223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Npn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598" name="テキスト プレースホルダー 2">
            <a:extLst>
              <a:ext uri="{FF2B5EF4-FFF2-40B4-BE49-F238E27FC236}">
                <a16:creationId xmlns:a16="http://schemas.microsoft.com/office/drawing/2014/main" id="{B737ABB0-3811-7B80-104D-56684F4FE49C}"/>
              </a:ext>
            </a:extLst>
          </p:cNvPr>
          <p:cNvSpPr txBox="1">
            <a:spLocks/>
          </p:cNvSpPr>
          <p:nvPr/>
        </p:nvSpPr>
        <p:spPr>
          <a:xfrm>
            <a:off x="14882851" y="1072118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Npn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599" name="Oval 598">
            <a:extLst>
              <a:ext uri="{FF2B5EF4-FFF2-40B4-BE49-F238E27FC236}">
                <a16:creationId xmlns:a16="http://schemas.microsoft.com/office/drawing/2014/main" id="{BD34121F-EC1D-16F7-7938-E6DE44C973EF}"/>
              </a:ext>
            </a:extLst>
          </p:cNvPr>
          <p:cNvSpPr/>
          <p:nvPr/>
        </p:nvSpPr>
        <p:spPr>
          <a:xfrm flipV="1">
            <a:off x="13771576" y="9652100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0" name="Straight Arrow Connector 599">
            <a:extLst>
              <a:ext uri="{FF2B5EF4-FFF2-40B4-BE49-F238E27FC236}">
                <a16:creationId xmlns:a16="http://schemas.microsoft.com/office/drawing/2014/main" id="{ADE96917-646C-9058-8AF3-DAA6F75EA5E1}"/>
              </a:ext>
            </a:extLst>
          </p:cNvPr>
          <p:cNvCxnSpPr>
            <a:cxnSpLocks/>
          </p:cNvCxnSpPr>
          <p:nvPr/>
        </p:nvCxnSpPr>
        <p:spPr>
          <a:xfrm>
            <a:off x="13930069" y="9788678"/>
            <a:ext cx="248168" cy="314767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5D72243F-9E86-1332-AA14-EE0B49F5F931}"/>
              </a:ext>
            </a:extLst>
          </p:cNvPr>
          <p:cNvCxnSpPr>
            <a:cxnSpLocks/>
            <a:stCxn id="594" idx="7"/>
            <a:endCxn id="599" idx="7"/>
          </p:cNvCxnSpPr>
          <p:nvPr/>
        </p:nvCxnSpPr>
        <p:spPr>
          <a:xfrm flipH="1" flipV="1">
            <a:off x="14265848" y="10146372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2" name="テキスト プレースホルダー 2">
            <a:extLst>
              <a:ext uri="{FF2B5EF4-FFF2-40B4-BE49-F238E27FC236}">
                <a16:creationId xmlns:a16="http://schemas.microsoft.com/office/drawing/2014/main" id="{CFF2DB40-5BC8-0266-871C-335294B4707D}"/>
              </a:ext>
            </a:extLst>
          </p:cNvPr>
          <p:cNvSpPr txBox="1">
            <a:spLocks/>
          </p:cNvSpPr>
          <p:nvPr/>
        </p:nvSpPr>
        <p:spPr>
          <a:xfrm>
            <a:off x="13417614" y="789620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Nsn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603" name="テキスト プレースホルダー 2">
            <a:extLst>
              <a:ext uri="{FF2B5EF4-FFF2-40B4-BE49-F238E27FC236}">
                <a16:creationId xmlns:a16="http://schemas.microsoft.com/office/drawing/2014/main" id="{4C8AC531-CD32-C39B-72A6-6A05D210B5D3}"/>
              </a:ext>
            </a:extLst>
          </p:cNvPr>
          <p:cNvSpPr txBox="1">
            <a:spLocks/>
          </p:cNvSpPr>
          <p:nvPr/>
        </p:nvSpPr>
        <p:spPr>
          <a:xfrm>
            <a:off x="13075414" y="98521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Npn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92499E3B-9536-0BDA-A45E-C3BFD934B0B3}"/>
              </a:ext>
            </a:extLst>
          </p:cNvPr>
          <p:cNvCxnSpPr>
            <a:cxnSpLocks/>
          </p:cNvCxnSpPr>
          <p:nvPr/>
        </p:nvCxnSpPr>
        <p:spPr>
          <a:xfrm>
            <a:off x="13101918" y="8890367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7228957F-8B2C-BA03-F3F8-55B64E3F8360}"/>
              </a:ext>
            </a:extLst>
          </p:cNvPr>
          <p:cNvGrpSpPr/>
          <p:nvPr/>
        </p:nvGrpSpPr>
        <p:grpSpPr>
          <a:xfrm rot="16200000" flipV="1">
            <a:off x="13570527" y="9492979"/>
            <a:ext cx="225168" cy="403636"/>
            <a:chOff x="5124498" y="3780453"/>
            <a:chExt cx="225168" cy="403636"/>
          </a:xfrm>
        </p:grpSpPr>
        <p:cxnSp>
          <p:nvCxnSpPr>
            <p:cNvPr id="606" name="Straight Connector 605">
              <a:extLst>
                <a:ext uri="{FF2B5EF4-FFF2-40B4-BE49-F238E27FC236}">
                  <a16:creationId xmlns:a16="http://schemas.microsoft.com/office/drawing/2014/main" id="{C111C075-DAF7-8148-2860-5E79675DE2AB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2BCD2F5F-EFD9-B344-6A56-C17F256F145E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DFB44884-3D92-E14C-8DFF-CCE1071A1DEA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1918243C-3C48-AC91-97D8-DE9D5DEA3E3D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00A183DC-5212-DAEF-A775-E9A51095C376}"/>
              </a:ext>
            </a:extLst>
          </p:cNvPr>
          <p:cNvCxnSpPr>
            <a:cxnSpLocks/>
          </p:cNvCxnSpPr>
          <p:nvPr/>
        </p:nvCxnSpPr>
        <p:spPr>
          <a:xfrm flipV="1">
            <a:off x="14660736" y="8881031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3702AB2F-45E7-B4C3-5A18-04EF0CD3F4B5}"/>
              </a:ext>
            </a:extLst>
          </p:cNvPr>
          <p:cNvCxnSpPr>
            <a:cxnSpLocks/>
          </p:cNvCxnSpPr>
          <p:nvPr/>
        </p:nvCxnSpPr>
        <p:spPr>
          <a:xfrm flipV="1">
            <a:off x="14644961" y="9960976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2" name="Rectangle 611">
            <a:extLst>
              <a:ext uri="{FF2B5EF4-FFF2-40B4-BE49-F238E27FC236}">
                <a16:creationId xmlns:a16="http://schemas.microsoft.com/office/drawing/2014/main" id="{0E637705-5F3C-FCB4-E9D4-CD643255FBAD}"/>
              </a:ext>
            </a:extLst>
          </p:cNvPr>
          <p:cNvSpPr/>
          <p:nvPr/>
        </p:nvSpPr>
        <p:spPr>
          <a:xfrm rot="16200000" flipH="1">
            <a:off x="19792212" y="12033086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6BC8F599-4D49-0D48-C1BB-18BAD4E1EE3B}"/>
              </a:ext>
            </a:extLst>
          </p:cNvPr>
          <p:cNvSpPr/>
          <p:nvPr/>
        </p:nvSpPr>
        <p:spPr>
          <a:xfrm rot="16200000" flipH="1">
            <a:off x="19254222" y="12033086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39258E02-7276-61BE-64DB-A3FC9A66F2A0}"/>
              </a:ext>
            </a:extLst>
          </p:cNvPr>
          <p:cNvCxnSpPr>
            <a:cxnSpLocks/>
            <a:stCxn id="612" idx="3"/>
          </p:cNvCxnSpPr>
          <p:nvPr/>
        </p:nvCxnSpPr>
        <p:spPr>
          <a:xfrm flipH="1">
            <a:off x="20111948" y="125092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5E2B0EE4-B500-B84E-BF01-6E0F21602395}"/>
              </a:ext>
            </a:extLst>
          </p:cNvPr>
          <p:cNvCxnSpPr/>
          <p:nvPr/>
        </p:nvCxnSpPr>
        <p:spPr>
          <a:xfrm flipH="1">
            <a:off x="19579418" y="125092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6904CCEB-7C8F-6B4B-CCC7-5DDB8ED3A944}"/>
              </a:ext>
            </a:extLst>
          </p:cNvPr>
          <p:cNvCxnSpPr>
            <a:cxnSpLocks/>
          </p:cNvCxnSpPr>
          <p:nvPr/>
        </p:nvCxnSpPr>
        <p:spPr>
          <a:xfrm flipH="1">
            <a:off x="19579418" y="12837853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3255D92C-C639-234B-CAC9-D391A17A18B3}"/>
              </a:ext>
            </a:extLst>
          </p:cNvPr>
          <p:cNvCxnSpPr>
            <a:cxnSpLocks/>
          </p:cNvCxnSpPr>
          <p:nvPr/>
        </p:nvCxnSpPr>
        <p:spPr>
          <a:xfrm flipH="1">
            <a:off x="19845683" y="1283785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5CC2A970-D062-2056-EFD2-D168C38D79FE}"/>
              </a:ext>
            </a:extLst>
          </p:cNvPr>
          <p:cNvCxnSpPr>
            <a:cxnSpLocks/>
          </p:cNvCxnSpPr>
          <p:nvPr/>
        </p:nvCxnSpPr>
        <p:spPr>
          <a:xfrm flipH="1">
            <a:off x="19607478" y="13166473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79CCE495-43E4-F73A-5234-26E0182BBE54}"/>
              </a:ext>
            </a:extLst>
          </p:cNvPr>
          <p:cNvCxnSpPr>
            <a:cxnSpLocks/>
          </p:cNvCxnSpPr>
          <p:nvPr/>
        </p:nvCxnSpPr>
        <p:spPr>
          <a:xfrm flipH="1">
            <a:off x="19685199" y="13302865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59A65D5A-1953-C4D8-7799-DD5E25113E5E}"/>
              </a:ext>
            </a:extLst>
          </p:cNvPr>
          <p:cNvCxnSpPr>
            <a:cxnSpLocks/>
          </p:cNvCxnSpPr>
          <p:nvPr/>
        </p:nvCxnSpPr>
        <p:spPr>
          <a:xfrm flipH="1">
            <a:off x="19730369" y="13631485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3AD9DA62-5CCB-E189-1DAF-C377043E70C6}"/>
              </a:ext>
            </a:extLst>
          </p:cNvPr>
          <p:cNvCxnSpPr/>
          <p:nvPr/>
        </p:nvCxnSpPr>
        <p:spPr>
          <a:xfrm flipH="1">
            <a:off x="19845683" y="13302865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B3787E5D-2F98-7429-CEC5-0AF65D2666E1}"/>
              </a:ext>
            </a:extLst>
          </p:cNvPr>
          <p:cNvCxnSpPr>
            <a:cxnSpLocks/>
          </p:cNvCxnSpPr>
          <p:nvPr/>
        </p:nvCxnSpPr>
        <p:spPr>
          <a:xfrm flipH="1">
            <a:off x="19779878" y="13668993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3DDAF5DE-832A-33D0-0985-117A7243CCA6}"/>
              </a:ext>
            </a:extLst>
          </p:cNvPr>
          <p:cNvCxnSpPr>
            <a:cxnSpLocks/>
          </p:cNvCxnSpPr>
          <p:nvPr/>
        </p:nvCxnSpPr>
        <p:spPr>
          <a:xfrm flipH="1">
            <a:off x="19814336" y="13706501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A8B6A15F-45DC-9706-6FD2-B46405A7AE45}"/>
              </a:ext>
            </a:extLst>
          </p:cNvPr>
          <p:cNvCxnSpPr/>
          <p:nvPr/>
        </p:nvCxnSpPr>
        <p:spPr>
          <a:xfrm flipH="1">
            <a:off x="20111948" y="1154114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4DEACB88-10FB-5055-17EE-327CEC31CE59}"/>
              </a:ext>
            </a:extLst>
          </p:cNvPr>
          <p:cNvCxnSpPr/>
          <p:nvPr/>
        </p:nvCxnSpPr>
        <p:spPr>
          <a:xfrm flipH="1">
            <a:off x="19579418" y="1154114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F241438F-F17C-44DF-62F6-20227C79D63B}"/>
              </a:ext>
            </a:extLst>
          </p:cNvPr>
          <p:cNvCxnSpPr>
            <a:cxnSpLocks/>
          </p:cNvCxnSpPr>
          <p:nvPr/>
        </p:nvCxnSpPr>
        <p:spPr>
          <a:xfrm flipH="1">
            <a:off x="19579418" y="11552779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E37B8556-9599-0C79-06D8-CE1383F36C71}"/>
              </a:ext>
            </a:extLst>
          </p:cNvPr>
          <p:cNvCxnSpPr>
            <a:cxnSpLocks/>
          </p:cNvCxnSpPr>
          <p:nvPr/>
        </p:nvCxnSpPr>
        <p:spPr>
          <a:xfrm flipH="1">
            <a:off x="19845683" y="1121252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FC9C600-F984-EFEA-61BC-5EEB057E1099}"/>
              </a:ext>
            </a:extLst>
          </p:cNvPr>
          <p:cNvSpPr/>
          <p:nvPr/>
        </p:nvSpPr>
        <p:spPr>
          <a:xfrm rot="10800000" flipH="1">
            <a:off x="18939946" y="11072371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E97B1C89-9F6C-A83A-E14C-D60E0BF5D5A3}"/>
              </a:ext>
            </a:extLst>
          </p:cNvPr>
          <p:cNvCxnSpPr>
            <a:cxnSpLocks/>
          </p:cNvCxnSpPr>
          <p:nvPr/>
        </p:nvCxnSpPr>
        <p:spPr>
          <a:xfrm flipH="1">
            <a:off x="19579418" y="1122924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546F0A45-20FC-F65B-292B-70C7917FEF6F}"/>
              </a:ext>
            </a:extLst>
          </p:cNvPr>
          <p:cNvCxnSpPr>
            <a:cxnSpLocks/>
          </p:cNvCxnSpPr>
          <p:nvPr/>
        </p:nvCxnSpPr>
        <p:spPr>
          <a:xfrm flipH="1">
            <a:off x="18673681" y="1122939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B46708D0-3FA3-891C-4728-FC268F5F4633}"/>
              </a:ext>
            </a:extLst>
          </p:cNvPr>
          <p:cNvSpPr/>
          <p:nvPr/>
        </p:nvSpPr>
        <p:spPr>
          <a:xfrm flipH="1">
            <a:off x="18603859" y="1118269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2" name="Straight Connector 631">
            <a:extLst>
              <a:ext uri="{FF2B5EF4-FFF2-40B4-BE49-F238E27FC236}">
                <a16:creationId xmlns:a16="http://schemas.microsoft.com/office/drawing/2014/main" id="{81E56E76-C185-D8A9-474C-B453D3B434D3}"/>
              </a:ext>
            </a:extLst>
          </p:cNvPr>
          <p:cNvCxnSpPr>
            <a:cxnSpLocks/>
          </p:cNvCxnSpPr>
          <p:nvPr/>
        </p:nvCxnSpPr>
        <p:spPr>
          <a:xfrm flipH="1">
            <a:off x="18360869" y="1123055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Rectangle 632">
            <a:extLst>
              <a:ext uri="{FF2B5EF4-FFF2-40B4-BE49-F238E27FC236}">
                <a16:creationId xmlns:a16="http://schemas.microsoft.com/office/drawing/2014/main" id="{23DB81E5-2B8C-EF51-C7F7-010CCC1C8B4D}"/>
              </a:ext>
            </a:extLst>
          </p:cNvPr>
          <p:cNvSpPr/>
          <p:nvPr/>
        </p:nvSpPr>
        <p:spPr>
          <a:xfrm rot="10800000" flipH="1">
            <a:off x="17721397" y="11056109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6CFD155B-84B9-F923-7401-DCE69F17014D}"/>
              </a:ext>
            </a:extLst>
          </p:cNvPr>
          <p:cNvCxnSpPr>
            <a:cxnSpLocks/>
          </p:cNvCxnSpPr>
          <p:nvPr/>
        </p:nvCxnSpPr>
        <p:spPr>
          <a:xfrm flipH="1">
            <a:off x="17455132" y="1122013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Rectangle 634">
            <a:extLst>
              <a:ext uri="{FF2B5EF4-FFF2-40B4-BE49-F238E27FC236}">
                <a16:creationId xmlns:a16="http://schemas.microsoft.com/office/drawing/2014/main" id="{558C5884-014A-44DA-D00A-67941E7511D2}"/>
              </a:ext>
            </a:extLst>
          </p:cNvPr>
          <p:cNvSpPr/>
          <p:nvPr/>
        </p:nvSpPr>
        <p:spPr>
          <a:xfrm rot="10800000" flipH="1">
            <a:off x="16822585" y="11063721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93F26D64-D7A4-0BEF-A755-68D1E40171B5}"/>
              </a:ext>
            </a:extLst>
          </p:cNvPr>
          <p:cNvCxnSpPr>
            <a:cxnSpLocks/>
          </p:cNvCxnSpPr>
          <p:nvPr/>
        </p:nvCxnSpPr>
        <p:spPr>
          <a:xfrm flipH="1">
            <a:off x="16257494" y="11220133"/>
            <a:ext cx="5737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テキスト プレースホルダー 2">
            <a:extLst>
              <a:ext uri="{FF2B5EF4-FFF2-40B4-BE49-F238E27FC236}">
                <a16:creationId xmlns:a16="http://schemas.microsoft.com/office/drawing/2014/main" id="{FE4DD1C8-4E9A-C745-981D-220B9D138F11}"/>
              </a:ext>
            </a:extLst>
          </p:cNvPr>
          <p:cNvSpPr txBox="1">
            <a:spLocks/>
          </p:cNvSpPr>
          <p:nvPr/>
        </p:nvSpPr>
        <p:spPr>
          <a:xfrm flipH="1">
            <a:off x="18547065" y="1301393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amb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638" name="テキスト プレースホルダー 2">
            <a:extLst>
              <a:ext uri="{FF2B5EF4-FFF2-40B4-BE49-F238E27FC236}">
                <a16:creationId xmlns:a16="http://schemas.microsoft.com/office/drawing/2014/main" id="{5B0773C9-B321-AE61-8233-E9CF60B98C18}"/>
              </a:ext>
            </a:extLst>
          </p:cNvPr>
          <p:cNvSpPr txBox="1">
            <a:spLocks/>
          </p:cNvSpPr>
          <p:nvPr/>
        </p:nvSpPr>
        <p:spPr>
          <a:xfrm flipH="1">
            <a:off x="18655732" y="12437988"/>
            <a:ext cx="101049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conv</a:t>
            </a:r>
          </a:p>
        </p:txBody>
      </p:sp>
      <p:sp>
        <p:nvSpPr>
          <p:cNvPr id="639" name="テキスト プレースホルダー 2">
            <a:extLst>
              <a:ext uri="{FF2B5EF4-FFF2-40B4-BE49-F238E27FC236}">
                <a16:creationId xmlns:a16="http://schemas.microsoft.com/office/drawing/2014/main" id="{46AD3C45-0F4E-71F9-E005-7556CB3E8683}"/>
              </a:ext>
            </a:extLst>
          </p:cNvPr>
          <p:cNvSpPr txBox="1">
            <a:spLocks/>
          </p:cNvSpPr>
          <p:nvPr/>
        </p:nvSpPr>
        <p:spPr>
          <a:xfrm flipH="1">
            <a:off x="20190711" y="12459744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rad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640" name="テキスト プレースホルダー 2">
            <a:extLst>
              <a:ext uri="{FF2B5EF4-FFF2-40B4-BE49-F238E27FC236}">
                <a16:creationId xmlns:a16="http://schemas.microsoft.com/office/drawing/2014/main" id="{33A4F6DB-ADF0-D4B9-2183-0EC19065E157}"/>
              </a:ext>
            </a:extLst>
          </p:cNvPr>
          <p:cNvSpPr txBox="1">
            <a:spLocks/>
          </p:cNvSpPr>
          <p:nvPr/>
        </p:nvSpPr>
        <p:spPr>
          <a:xfrm flipH="1">
            <a:off x="18806814" y="1053487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641" name="テキスト プレースホルダー 2">
            <a:extLst>
              <a:ext uri="{FF2B5EF4-FFF2-40B4-BE49-F238E27FC236}">
                <a16:creationId xmlns:a16="http://schemas.microsoft.com/office/drawing/2014/main" id="{DDD1F25B-C2B8-DC92-A00E-F820A770C7C6}"/>
              </a:ext>
            </a:extLst>
          </p:cNvPr>
          <p:cNvSpPr txBox="1">
            <a:spLocks/>
          </p:cNvSpPr>
          <p:nvPr/>
        </p:nvSpPr>
        <p:spPr>
          <a:xfrm flipH="1">
            <a:off x="17553468" y="1053977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642" name="テキスト プレースホルダー 2">
            <a:extLst>
              <a:ext uri="{FF2B5EF4-FFF2-40B4-BE49-F238E27FC236}">
                <a16:creationId xmlns:a16="http://schemas.microsoft.com/office/drawing/2014/main" id="{548226D7-FE3B-21E9-755E-F9402AF35D2A}"/>
              </a:ext>
            </a:extLst>
          </p:cNvPr>
          <p:cNvSpPr txBox="1">
            <a:spLocks/>
          </p:cNvSpPr>
          <p:nvPr/>
        </p:nvSpPr>
        <p:spPr>
          <a:xfrm flipH="1">
            <a:off x="16538713" y="10539774"/>
            <a:ext cx="1030654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2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TIM</a:t>
            </a:r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5960F80B-30B8-DBB1-6F9D-7C93FE04077A}"/>
              </a:ext>
            </a:extLst>
          </p:cNvPr>
          <p:cNvSpPr/>
          <p:nvPr/>
        </p:nvSpPr>
        <p:spPr>
          <a:xfrm flipH="1">
            <a:off x="18360870" y="11706021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4" name="Straight Arrow Connector 643">
            <a:extLst>
              <a:ext uri="{FF2B5EF4-FFF2-40B4-BE49-F238E27FC236}">
                <a16:creationId xmlns:a16="http://schemas.microsoft.com/office/drawing/2014/main" id="{3604581B-AFD9-22B6-FEC3-A83AE55B2F1D}"/>
              </a:ext>
            </a:extLst>
          </p:cNvPr>
          <p:cNvCxnSpPr>
            <a:cxnSpLocks/>
          </p:cNvCxnSpPr>
          <p:nvPr/>
        </p:nvCxnSpPr>
        <p:spPr>
          <a:xfrm flipV="1">
            <a:off x="18650408" y="11790361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5127016A-1F86-7E75-10BD-FD8356F2A974}"/>
              </a:ext>
            </a:extLst>
          </p:cNvPr>
          <p:cNvCxnSpPr>
            <a:cxnSpLocks/>
          </p:cNvCxnSpPr>
          <p:nvPr/>
        </p:nvCxnSpPr>
        <p:spPr>
          <a:xfrm flipH="1">
            <a:off x="18646841" y="11275639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645">
            <a:extLst>
              <a:ext uri="{FF2B5EF4-FFF2-40B4-BE49-F238E27FC236}">
                <a16:creationId xmlns:a16="http://schemas.microsoft.com/office/drawing/2014/main" id="{DC823BCA-DC50-6A22-F863-157855A94203}"/>
              </a:ext>
            </a:extLst>
          </p:cNvPr>
          <p:cNvCxnSpPr>
            <a:cxnSpLocks/>
          </p:cNvCxnSpPr>
          <p:nvPr/>
        </p:nvCxnSpPr>
        <p:spPr>
          <a:xfrm flipH="1">
            <a:off x="18530160" y="12622091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646">
            <a:extLst>
              <a:ext uri="{FF2B5EF4-FFF2-40B4-BE49-F238E27FC236}">
                <a16:creationId xmlns:a16="http://schemas.microsoft.com/office/drawing/2014/main" id="{7EAACC40-B89F-2F07-41CC-B5BA96C3F06D}"/>
              </a:ext>
            </a:extLst>
          </p:cNvPr>
          <p:cNvCxnSpPr/>
          <p:nvPr/>
        </p:nvCxnSpPr>
        <p:spPr>
          <a:xfrm flipH="1">
            <a:off x="18645474" y="1229347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65693560-6E8E-27F0-873F-736A268BEE81}"/>
              </a:ext>
            </a:extLst>
          </p:cNvPr>
          <p:cNvCxnSpPr>
            <a:cxnSpLocks/>
          </p:cNvCxnSpPr>
          <p:nvPr/>
        </p:nvCxnSpPr>
        <p:spPr>
          <a:xfrm flipH="1">
            <a:off x="18579669" y="12659599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648">
            <a:extLst>
              <a:ext uri="{FF2B5EF4-FFF2-40B4-BE49-F238E27FC236}">
                <a16:creationId xmlns:a16="http://schemas.microsoft.com/office/drawing/2014/main" id="{3357D5F8-8AD7-7F6A-ABC7-E14268F8E845}"/>
              </a:ext>
            </a:extLst>
          </p:cNvPr>
          <p:cNvCxnSpPr>
            <a:cxnSpLocks/>
          </p:cNvCxnSpPr>
          <p:nvPr/>
        </p:nvCxnSpPr>
        <p:spPr>
          <a:xfrm flipH="1">
            <a:off x="18614127" y="1269710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649">
            <a:extLst>
              <a:ext uri="{FF2B5EF4-FFF2-40B4-BE49-F238E27FC236}">
                <a16:creationId xmlns:a16="http://schemas.microsoft.com/office/drawing/2014/main" id="{927BB375-F0FE-4F3F-6365-2B6B5E249F87}"/>
              </a:ext>
            </a:extLst>
          </p:cNvPr>
          <p:cNvCxnSpPr>
            <a:cxnSpLocks/>
          </p:cNvCxnSpPr>
          <p:nvPr/>
        </p:nvCxnSpPr>
        <p:spPr>
          <a:xfrm>
            <a:off x="15605632" y="11908641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650">
            <a:extLst>
              <a:ext uri="{FF2B5EF4-FFF2-40B4-BE49-F238E27FC236}">
                <a16:creationId xmlns:a16="http://schemas.microsoft.com/office/drawing/2014/main" id="{507213DE-BB37-87A5-0A0E-C39787CF24FE}"/>
              </a:ext>
            </a:extLst>
          </p:cNvPr>
          <p:cNvCxnSpPr>
            <a:cxnSpLocks/>
          </p:cNvCxnSpPr>
          <p:nvPr/>
        </p:nvCxnSpPr>
        <p:spPr>
          <a:xfrm>
            <a:off x="15630828" y="13593449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651">
            <a:extLst>
              <a:ext uri="{FF2B5EF4-FFF2-40B4-BE49-F238E27FC236}">
                <a16:creationId xmlns:a16="http://schemas.microsoft.com/office/drawing/2014/main" id="{50315342-F0ED-2B01-274E-C73716D32656}"/>
              </a:ext>
            </a:extLst>
          </p:cNvPr>
          <p:cNvCxnSpPr>
            <a:cxnSpLocks/>
          </p:cNvCxnSpPr>
          <p:nvPr/>
        </p:nvCxnSpPr>
        <p:spPr>
          <a:xfrm flipV="1">
            <a:off x="15629817" y="10577239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CBED78D4-DCE8-35DE-2C4C-283429D47370}"/>
              </a:ext>
            </a:extLst>
          </p:cNvPr>
          <p:cNvCxnSpPr>
            <a:cxnSpLocks/>
          </p:cNvCxnSpPr>
          <p:nvPr/>
        </p:nvCxnSpPr>
        <p:spPr>
          <a:xfrm>
            <a:off x="15605632" y="8892431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9771DBC3-CD44-1EC0-EEB2-B7EAA8835623}"/>
              </a:ext>
            </a:extLst>
          </p:cNvPr>
          <p:cNvCxnSpPr>
            <a:cxnSpLocks/>
          </p:cNvCxnSpPr>
          <p:nvPr/>
        </p:nvCxnSpPr>
        <p:spPr>
          <a:xfrm>
            <a:off x="16239804" y="8909557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5" name="Graphic 654">
            <a:extLst>
              <a:ext uri="{FF2B5EF4-FFF2-40B4-BE49-F238E27FC236}">
                <a16:creationId xmlns:a16="http://schemas.microsoft.com/office/drawing/2014/main" id="{AF80089E-FB6A-7BDE-00F1-211C632CC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4937" y="1249770"/>
            <a:ext cx="9975600" cy="1506038"/>
          </a:xfrm>
          <a:prstGeom prst="rect">
            <a:avLst/>
          </a:prstGeom>
        </p:spPr>
      </p:pic>
      <p:sp>
        <p:nvSpPr>
          <p:cNvPr id="793" name="テキスト プレースホルダー 2">
            <a:extLst>
              <a:ext uri="{FF2B5EF4-FFF2-40B4-BE49-F238E27FC236}">
                <a16:creationId xmlns:a16="http://schemas.microsoft.com/office/drawing/2014/main" id="{61D49F8B-DCB8-65F2-6796-800EDF49EA51}"/>
              </a:ext>
            </a:extLst>
          </p:cNvPr>
          <p:cNvSpPr txBox="1">
            <a:spLocks/>
          </p:cNvSpPr>
          <p:nvPr/>
        </p:nvSpPr>
        <p:spPr>
          <a:xfrm>
            <a:off x="11012646" y="11830517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794" name="テキスト プレースホルダー 2">
            <a:extLst>
              <a:ext uri="{FF2B5EF4-FFF2-40B4-BE49-F238E27FC236}">
                <a16:creationId xmlns:a16="http://schemas.microsoft.com/office/drawing/2014/main" id="{650D4AFE-5A5C-7A2D-6547-55F6FFD98879}"/>
              </a:ext>
            </a:extLst>
          </p:cNvPr>
          <p:cNvSpPr txBox="1">
            <a:spLocks/>
          </p:cNvSpPr>
          <p:nvPr/>
        </p:nvSpPr>
        <p:spPr>
          <a:xfrm>
            <a:off x="17486333" y="11770882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2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2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A6D917B8-0291-2EB2-EA7E-7F28663EBDE9}"/>
              </a:ext>
            </a:extLst>
          </p:cNvPr>
          <p:cNvSpPr/>
          <p:nvPr/>
        </p:nvSpPr>
        <p:spPr>
          <a:xfrm>
            <a:off x="1877036" y="2215952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UD Digi Kyokasho NK" panose="02020400000000000000" pitchFamily="18" charset="-128"/>
              <a:cs typeface="Arial" panose="020B0604020202020204" pitchFamily="34" charset="0"/>
            </a:endParaRPr>
          </a:p>
        </p:txBody>
      </p:sp>
      <p:sp>
        <p:nvSpPr>
          <p:cNvPr id="912" name="Rectangle 911">
            <a:extLst>
              <a:ext uri="{FF2B5EF4-FFF2-40B4-BE49-F238E27FC236}">
                <a16:creationId xmlns:a16="http://schemas.microsoft.com/office/drawing/2014/main" id="{764F0E59-D29A-F4F9-7C36-3E42DF141FB6}"/>
              </a:ext>
            </a:extLst>
          </p:cNvPr>
          <p:cNvSpPr/>
          <p:nvPr/>
        </p:nvSpPr>
        <p:spPr>
          <a:xfrm>
            <a:off x="1877036" y="6177705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ea typeface="UD Digi Kyokasho NK" panose="02020400000000000000" pitchFamily="18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23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26BBE-2068-C8DD-EAD8-E5E97B210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9" name="Group 908">
            <a:extLst>
              <a:ext uri="{FF2B5EF4-FFF2-40B4-BE49-F238E27FC236}">
                <a16:creationId xmlns:a16="http://schemas.microsoft.com/office/drawing/2014/main" id="{93CD91F0-07D8-7421-C309-847A16B43919}"/>
              </a:ext>
            </a:extLst>
          </p:cNvPr>
          <p:cNvGrpSpPr/>
          <p:nvPr/>
        </p:nvGrpSpPr>
        <p:grpSpPr>
          <a:xfrm>
            <a:off x="635135" y="1595182"/>
            <a:ext cx="2447948" cy="1233452"/>
            <a:chOff x="-640017" y="6252944"/>
            <a:chExt cx="2447948" cy="1233452"/>
          </a:xfrm>
        </p:grpSpPr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62053668-BD42-6E1D-5C45-76436123D8F8}"/>
                </a:ext>
              </a:extLst>
            </p:cNvPr>
            <p:cNvSpPr/>
            <p:nvPr/>
          </p:nvSpPr>
          <p:spPr>
            <a:xfrm>
              <a:off x="-640016" y="6252944"/>
              <a:ext cx="2447947" cy="123345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E9F3588F-BEA3-C0E4-21AA-4C1060F2DB1C}"/>
                </a:ext>
              </a:extLst>
            </p:cNvPr>
            <p:cNvSpPr/>
            <p:nvPr/>
          </p:nvSpPr>
          <p:spPr>
            <a:xfrm>
              <a:off x="-640017" y="6851607"/>
              <a:ext cx="2447947" cy="3612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908" name="Group 907">
              <a:extLst>
                <a:ext uri="{FF2B5EF4-FFF2-40B4-BE49-F238E27FC236}">
                  <a16:creationId xmlns:a16="http://schemas.microsoft.com/office/drawing/2014/main" id="{213511C8-2417-D0AB-6383-95191A07C5DF}"/>
                </a:ext>
              </a:extLst>
            </p:cNvPr>
            <p:cNvGrpSpPr/>
            <p:nvPr/>
          </p:nvGrpSpPr>
          <p:grpSpPr>
            <a:xfrm>
              <a:off x="-468301" y="6417870"/>
              <a:ext cx="2104517" cy="903600"/>
              <a:chOff x="-464224" y="6412550"/>
              <a:chExt cx="2104517" cy="903600"/>
            </a:xfrm>
          </p:grpSpPr>
          <p:grpSp>
            <p:nvGrpSpPr>
              <p:cNvPr id="878" name="Group 877">
                <a:extLst>
                  <a:ext uri="{FF2B5EF4-FFF2-40B4-BE49-F238E27FC236}">
                    <a16:creationId xmlns:a16="http://schemas.microsoft.com/office/drawing/2014/main" id="{359DF93F-6E7A-343D-FF4A-22C6769C7040}"/>
                  </a:ext>
                </a:extLst>
              </p:cNvPr>
              <p:cNvGrpSpPr/>
              <p:nvPr/>
            </p:nvGrpSpPr>
            <p:grpSpPr>
              <a:xfrm>
                <a:off x="-464224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851" name="Rectangle 850">
                  <a:extLst>
                    <a:ext uri="{FF2B5EF4-FFF2-40B4-BE49-F238E27FC236}">
                      <a16:creationId xmlns:a16="http://schemas.microsoft.com/office/drawing/2014/main" id="{E103C604-F96F-7045-FDAC-077C0A33A9FC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2" name="Rectangle 851">
                  <a:extLst>
                    <a:ext uri="{FF2B5EF4-FFF2-40B4-BE49-F238E27FC236}">
                      <a16:creationId xmlns:a16="http://schemas.microsoft.com/office/drawing/2014/main" id="{6D91D330-1B82-D292-223B-2506F24142A6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3" name="Rectangle 852">
                  <a:extLst>
                    <a:ext uri="{FF2B5EF4-FFF2-40B4-BE49-F238E27FC236}">
                      <a16:creationId xmlns:a16="http://schemas.microsoft.com/office/drawing/2014/main" id="{CD9F6413-A586-FBB5-EE90-092EED9E1894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4" name="Rectangle 853">
                  <a:extLst>
                    <a:ext uri="{FF2B5EF4-FFF2-40B4-BE49-F238E27FC236}">
                      <a16:creationId xmlns:a16="http://schemas.microsoft.com/office/drawing/2014/main" id="{CD288ED2-D402-0A2F-F7FD-C05F66F554B9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5" name="フローチャート: 和接合 16">
                  <a:extLst>
                    <a:ext uri="{FF2B5EF4-FFF2-40B4-BE49-F238E27FC236}">
                      <a16:creationId xmlns:a16="http://schemas.microsoft.com/office/drawing/2014/main" id="{71D027BC-D924-53EB-2912-14F02204DF13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6" name="Rectangle 855">
                  <a:extLst>
                    <a:ext uri="{FF2B5EF4-FFF2-40B4-BE49-F238E27FC236}">
                      <a16:creationId xmlns:a16="http://schemas.microsoft.com/office/drawing/2014/main" id="{D45F4BCC-7A06-FBAB-FE71-0F72932616E4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57" name="Group 856">
                  <a:extLst>
                    <a:ext uri="{FF2B5EF4-FFF2-40B4-BE49-F238E27FC236}">
                      <a16:creationId xmlns:a16="http://schemas.microsoft.com/office/drawing/2014/main" id="{2C277962-7907-A3A4-59B6-E3E4FB22CC9C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58" name="楕円 300">
                    <a:extLst>
                      <a:ext uri="{FF2B5EF4-FFF2-40B4-BE49-F238E27FC236}">
                        <a16:creationId xmlns:a16="http://schemas.microsoft.com/office/drawing/2014/main" id="{DDBDF05E-CB47-9ED0-FF0A-7F06A630D4A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59" name="楕円 301">
                    <a:extLst>
                      <a:ext uri="{FF2B5EF4-FFF2-40B4-BE49-F238E27FC236}">
                        <a16:creationId xmlns:a16="http://schemas.microsoft.com/office/drawing/2014/main" id="{E3DA1BFF-4D8B-B4FA-9B8C-9A6F55C2961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60" name="Rectangle 859">
                  <a:extLst>
                    <a:ext uri="{FF2B5EF4-FFF2-40B4-BE49-F238E27FC236}">
                      <a16:creationId xmlns:a16="http://schemas.microsoft.com/office/drawing/2014/main" id="{CC1EB0D9-CBDF-3D0F-25A7-39A3C4347291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1" name="フローチャート: 和接合 16">
                  <a:extLst>
                    <a:ext uri="{FF2B5EF4-FFF2-40B4-BE49-F238E27FC236}">
                      <a16:creationId xmlns:a16="http://schemas.microsoft.com/office/drawing/2014/main" id="{B9FC12EF-3452-FB76-B509-A5994399E9BE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2" name="Rectangle 861">
                  <a:extLst>
                    <a:ext uri="{FF2B5EF4-FFF2-40B4-BE49-F238E27FC236}">
                      <a16:creationId xmlns:a16="http://schemas.microsoft.com/office/drawing/2014/main" id="{6D85A675-1226-5634-B373-617A47447954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63" name="Group 862">
                  <a:extLst>
                    <a:ext uri="{FF2B5EF4-FFF2-40B4-BE49-F238E27FC236}">
                      <a16:creationId xmlns:a16="http://schemas.microsoft.com/office/drawing/2014/main" id="{AE90E39A-4C6E-877E-B3AE-DE1FA21939B3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64" name="楕円 300">
                    <a:extLst>
                      <a:ext uri="{FF2B5EF4-FFF2-40B4-BE49-F238E27FC236}">
                        <a16:creationId xmlns:a16="http://schemas.microsoft.com/office/drawing/2014/main" id="{42BDF242-B62F-76BD-5FAF-73C04558BEA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65" name="楕円 301">
                    <a:extLst>
                      <a:ext uri="{FF2B5EF4-FFF2-40B4-BE49-F238E27FC236}">
                        <a16:creationId xmlns:a16="http://schemas.microsoft.com/office/drawing/2014/main" id="{6B6622EC-4E18-D2A1-C249-4A94EDCA4734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66" name="Rectangle 865">
                  <a:extLst>
                    <a:ext uri="{FF2B5EF4-FFF2-40B4-BE49-F238E27FC236}">
                      <a16:creationId xmlns:a16="http://schemas.microsoft.com/office/drawing/2014/main" id="{DE08B0EC-7F96-DD18-FBD6-6E30E449A35B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7" name="フローチャート: 和接合 16">
                  <a:extLst>
                    <a:ext uri="{FF2B5EF4-FFF2-40B4-BE49-F238E27FC236}">
                      <a16:creationId xmlns:a16="http://schemas.microsoft.com/office/drawing/2014/main" id="{6E6345B9-8FF4-E686-6CA7-BB301286E798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8" name="Rectangle 867">
                  <a:extLst>
                    <a:ext uri="{FF2B5EF4-FFF2-40B4-BE49-F238E27FC236}">
                      <a16:creationId xmlns:a16="http://schemas.microsoft.com/office/drawing/2014/main" id="{9426ABFA-09AA-5F16-716B-B79A611BDC56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69" name="Group 868">
                  <a:extLst>
                    <a:ext uri="{FF2B5EF4-FFF2-40B4-BE49-F238E27FC236}">
                      <a16:creationId xmlns:a16="http://schemas.microsoft.com/office/drawing/2014/main" id="{FAFFDEA0-9AA0-A9F6-A089-56DBA9C096DB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70" name="楕円 300">
                    <a:extLst>
                      <a:ext uri="{FF2B5EF4-FFF2-40B4-BE49-F238E27FC236}">
                        <a16:creationId xmlns:a16="http://schemas.microsoft.com/office/drawing/2014/main" id="{29AEA3F6-3CF8-A1DB-3F6A-10A89D09827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71" name="楕円 301">
                    <a:extLst>
                      <a:ext uri="{FF2B5EF4-FFF2-40B4-BE49-F238E27FC236}">
                        <a16:creationId xmlns:a16="http://schemas.microsoft.com/office/drawing/2014/main" id="{5269E6C7-07CC-14BA-94E9-492024AE179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72" name="Rectangle 871">
                  <a:extLst>
                    <a:ext uri="{FF2B5EF4-FFF2-40B4-BE49-F238E27FC236}">
                      <a16:creationId xmlns:a16="http://schemas.microsoft.com/office/drawing/2014/main" id="{230655FF-F5DC-0FAC-CFF4-B1DD14E63A2D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3" name="フローチャート: 和接合 16">
                  <a:extLst>
                    <a:ext uri="{FF2B5EF4-FFF2-40B4-BE49-F238E27FC236}">
                      <a16:creationId xmlns:a16="http://schemas.microsoft.com/office/drawing/2014/main" id="{B4662A98-5613-0CF0-4F58-C30EF6B7E715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4" name="Rectangle 873">
                  <a:extLst>
                    <a:ext uri="{FF2B5EF4-FFF2-40B4-BE49-F238E27FC236}">
                      <a16:creationId xmlns:a16="http://schemas.microsoft.com/office/drawing/2014/main" id="{B3DEB032-2AA0-FFE7-5B6F-5FFE538B1D05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75" name="Group 874">
                  <a:extLst>
                    <a:ext uri="{FF2B5EF4-FFF2-40B4-BE49-F238E27FC236}">
                      <a16:creationId xmlns:a16="http://schemas.microsoft.com/office/drawing/2014/main" id="{63FB0925-CE5C-CDDB-C1A1-3BC7DD3904F9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76" name="楕円 300">
                    <a:extLst>
                      <a:ext uri="{FF2B5EF4-FFF2-40B4-BE49-F238E27FC236}">
                        <a16:creationId xmlns:a16="http://schemas.microsoft.com/office/drawing/2014/main" id="{2EEEAFA5-68B2-BDC5-D3F6-8D66FB8031B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77" name="楕円 301">
                    <a:extLst>
                      <a:ext uri="{FF2B5EF4-FFF2-40B4-BE49-F238E27FC236}">
                        <a16:creationId xmlns:a16="http://schemas.microsoft.com/office/drawing/2014/main" id="{70B202F7-3805-1AFF-D44C-6CDB5690A10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880" name="Group 879">
                <a:extLst>
                  <a:ext uri="{FF2B5EF4-FFF2-40B4-BE49-F238E27FC236}">
                    <a16:creationId xmlns:a16="http://schemas.microsoft.com/office/drawing/2014/main" id="{6DFBCC33-C148-89E7-3ED8-A44AD709048D}"/>
                  </a:ext>
                </a:extLst>
              </p:cNvPr>
              <p:cNvGrpSpPr/>
              <p:nvPr/>
            </p:nvGrpSpPr>
            <p:grpSpPr>
              <a:xfrm>
                <a:off x="729493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881" name="Rectangle 880">
                  <a:extLst>
                    <a:ext uri="{FF2B5EF4-FFF2-40B4-BE49-F238E27FC236}">
                      <a16:creationId xmlns:a16="http://schemas.microsoft.com/office/drawing/2014/main" id="{ACCE4A09-42E2-2D1C-1DE1-40B5F90E7FD4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2" name="Rectangle 881">
                  <a:extLst>
                    <a:ext uri="{FF2B5EF4-FFF2-40B4-BE49-F238E27FC236}">
                      <a16:creationId xmlns:a16="http://schemas.microsoft.com/office/drawing/2014/main" id="{B667FC5D-8F7D-2499-5730-AA29C2816F09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3" name="Rectangle 882">
                  <a:extLst>
                    <a:ext uri="{FF2B5EF4-FFF2-40B4-BE49-F238E27FC236}">
                      <a16:creationId xmlns:a16="http://schemas.microsoft.com/office/drawing/2014/main" id="{080514CF-E52B-42AB-559B-AA87296ACF62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4" name="Rectangle 883">
                  <a:extLst>
                    <a:ext uri="{FF2B5EF4-FFF2-40B4-BE49-F238E27FC236}">
                      <a16:creationId xmlns:a16="http://schemas.microsoft.com/office/drawing/2014/main" id="{220107D4-2FEC-7D97-645F-69B32F3E6215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5" name="フローチャート: 和接合 16">
                  <a:extLst>
                    <a:ext uri="{FF2B5EF4-FFF2-40B4-BE49-F238E27FC236}">
                      <a16:creationId xmlns:a16="http://schemas.microsoft.com/office/drawing/2014/main" id="{881500B0-31AB-1F41-9C50-8BAA44C7A74A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6" name="Rectangle 885">
                  <a:extLst>
                    <a:ext uri="{FF2B5EF4-FFF2-40B4-BE49-F238E27FC236}">
                      <a16:creationId xmlns:a16="http://schemas.microsoft.com/office/drawing/2014/main" id="{F1C38A58-FDCC-E0BF-368D-69B8F569F7B2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87" name="Group 886">
                  <a:extLst>
                    <a:ext uri="{FF2B5EF4-FFF2-40B4-BE49-F238E27FC236}">
                      <a16:creationId xmlns:a16="http://schemas.microsoft.com/office/drawing/2014/main" id="{8A9FC525-9093-B420-A8C3-D6DBBFA64F5D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6" name="楕円 300">
                    <a:extLst>
                      <a:ext uri="{FF2B5EF4-FFF2-40B4-BE49-F238E27FC236}">
                        <a16:creationId xmlns:a16="http://schemas.microsoft.com/office/drawing/2014/main" id="{6F9C950D-AF67-E408-F523-6B55F2F3BC7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7" name="楕円 301">
                    <a:extLst>
                      <a:ext uri="{FF2B5EF4-FFF2-40B4-BE49-F238E27FC236}">
                        <a16:creationId xmlns:a16="http://schemas.microsoft.com/office/drawing/2014/main" id="{34CCE858-6A28-CF44-1DE5-5077489E50F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88" name="Rectangle 887">
                  <a:extLst>
                    <a:ext uri="{FF2B5EF4-FFF2-40B4-BE49-F238E27FC236}">
                      <a16:creationId xmlns:a16="http://schemas.microsoft.com/office/drawing/2014/main" id="{054B4DAE-EAD6-B47A-2D25-E058D34C0295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9" name="フローチャート: 和接合 16">
                  <a:extLst>
                    <a:ext uri="{FF2B5EF4-FFF2-40B4-BE49-F238E27FC236}">
                      <a16:creationId xmlns:a16="http://schemas.microsoft.com/office/drawing/2014/main" id="{3E60B113-51D1-19AF-AAD8-38D42CF3A510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0" name="Rectangle 889">
                  <a:extLst>
                    <a:ext uri="{FF2B5EF4-FFF2-40B4-BE49-F238E27FC236}">
                      <a16:creationId xmlns:a16="http://schemas.microsoft.com/office/drawing/2014/main" id="{02C88C8D-63B9-63FB-74BE-B4D168765B72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91" name="Group 890">
                  <a:extLst>
                    <a:ext uri="{FF2B5EF4-FFF2-40B4-BE49-F238E27FC236}">
                      <a16:creationId xmlns:a16="http://schemas.microsoft.com/office/drawing/2014/main" id="{D786E442-D1C0-DF2B-CB9C-570329F0BFC6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4" name="楕円 300">
                    <a:extLst>
                      <a:ext uri="{FF2B5EF4-FFF2-40B4-BE49-F238E27FC236}">
                        <a16:creationId xmlns:a16="http://schemas.microsoft.com/office/drawing/2014/main" id="{1E0CAE2A-EAE7-C1FF-52F9-8FC97FA90174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5" name="楕円 301">
                    <a:extLst>
                      <a:ext uri="{FF2B5EF4-FFF2-40B4-BE49-F238E27FC236}">
                        <a16:creationId xmlns:a16="http://schemas.microsoft.com/office/drawing/2014/main" id="{F4CBC6B7-DE5A-0822-389A-E0A29010F64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92" name="Rectangle 891">
                  <a:extLst>
                    <a:ext uri="{FF2B5EF4-FFF2-40B4-BE49-F238E27FC236}">
                      <a16:creationId xmlns:a16="http://schemas.microsoft.com/office/drawing/2014/main" id="{ECB74F14-6450-1A93-8A4A-6A76423F545F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3" name="フローチャート: 和接合 16">
                  <a:extLst>
                    <a:ext uri="{FF2B5EF4-FFF2-40B4-BE49-F238E27FC236}">
                      <a16:creationId xmlns:a16="http://schemas.microsoft.com/office/drawing/2014/main" id="{CD7F0DC3-478C-4679-142A-7EFB66F2A6F6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4" name="Rectangle 893">
                  <a:extLst>
                    <a:ext uri="{FF2B5EF4-FFF2-40B4-BE49-F238E27FC236}">
                      <a16:creationId xmlns:a16="http://schemas.microsoft.com/office/drawing/2014/main" id="{AEA5CC5D-00E7-B326-8963-EFE319E56855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95" name="Group 894">
                  <a:extLst>
                    <a:ext uri="{FF2B5EF4-FFF2-40B4-BE49-F238E27FC236}">
                      <a16:creationId xmlns:a16="http://schemas.microsoft.com/office/drawing/2014/main" id="{BC32758C-E0B8-CF92-3443-003376DA0C4F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2" name="楕円 300">
                    <a:extLst>
                      <a:ext uri="{FF2B5EF4-FFF2-40B4-BE49-F238E27FC236}">
                        <a16:creationId xmlns:a16="http://schemas.microsoft.com/office/drawing/2014/main" id="{6B2BE0A2-8483-0B4E-8756-6ED62B02FF4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3" name="楕円 301">
                    <a:extLst>
                      <a:ext uri="{FF2B5EF4-FFF2-40B4-BE49-F238E27FC236}">
                        <a16:creationId xmlns:a16="http://schemas.microsoft.com/office/drawing/2014/main" id="{62F898A6-647C-255B-5860-19FB1C14B76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96" name="Rectangle 895">
                  <a:extLst>
                    <a:ext uri="{FF2B5EF4-FFF2-40B4-BE49-F238E27FC236}">
                      <a16:creationId xmlns:a16="http://schemas.microsoft.com/office/drawing/2014/main" id="{C9E593E7-66E1-6268-B15F-D5A0CF09DF34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7" name="フローチャート: 和接合 16">
                  <a:extLst>
                    <a:ext uri="{FF2B5EF4-FFF2-40B4-BE49-F238E27FC236}">
                      <a16:creationId xmlns:a16="http://schemas.microsoft.com/office/drawing/2014/main" id="{15FEFF56-8295-7EDA-B09C-73D158A0637C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8" name="Rectangle 897">
                  <a:extLst>
                    <a:ext uri="{FF2B5EF4-FFF2-40B4-BE49-F238E27FC236}">
                      <a16:creationId xmlns:a16="http://schemas.microsoft.com/office/drawing/2014/main" id="{775B2A3D-CE41-88DF-4DE5-439A4B6EE9A9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99" name="Group 898">
                  <a:extLst>
                    <a:ext uri="{FF2B5EF4-FFF2-40B4-BE49-F238E27FC236}">
                      <a16:creationId xmlns:a16="http://schemas.microsoft.com/office/drawing/2014/main" id="{47923D75-FE57-B184-8E15-DBF83AC20C67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0" name="楕円 300">
                    <a:extLst>
                      <a:ext uri="{FF2B5EF4-FFF2-40B4-BE49-F238E27FC236}">
                        <a16:creationId xmlns:a16="http://schemas.microsoft.com/office/drawing/2014/main" id="{3A10C76A-D218-2981-345B-497DA554477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1" name="楕円 301">
                    <a:extLst>
                      <a:ext uri="{FF2B5EF4-FFF2-40B4-BE49-F238E27FC236}">
                        <a16:creationId xmlns:a16="http://schemas.microsoft.com/office/drawing/2014/main" id="{EFA3B241-DF60-65D1-F41F-9D7E19173FD3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F870A755-1DF1-C3E2-AD35-5D809A3005E4}"/>
              </a:ext>
            </a:extLst>
          </p:cNvPr>
          <p:cNvGrpSpPr/>
          <p:nvPr/>
        </p:nvGrpSpPr>
        <p:grpSpPr>
          <a:xfrm>
            <a:off x="641093" y="5540038"/>
            <a:ext cx="2447948" cy="1233452"/>
            <a:chOff x="3747245" y="5034265"/>
            <a:chExt cx="3097925" cy="1560957"/>
          </a:xfrm>
        </p:grpSpPr>
        <p:sp>
          <p:nvSpPr>
            <p:cNvPr id="656" name="Rectangle 655">
              <a:extLst>
                <a:ext uri="{FF2B5EF4-FFF2-40B4-BE49-F238E27FC236}">
                  <a16:creationId xmlns:a16="http://schemas.microsoft.com/office/drawing/2014/main" id="{A694DADB-B24A-C739-D2A2-53D2594504FF}"/>
                </a:ext>
              </a:extLst>
            </p:cNvPr>
            <p:cNvSpPr/>
            <p:nvPr/>
          </p:nvSpPr>
          <p:spPr>
            <a:xfrm>
              <a:off x="3747246" y="5034265"/>
              <a:ext cx="3097924" cy="156095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9AC41F8A-7A4A-7F0B-D979-6AF30073493D}"/>
                </a:ext>
              </a:extLst>
            </p:cNvPr>
            <p:cNvSpPr/>
            <p:nvPr/>
          </p:nvSpPr>
          <p:spPr>
            <a:xfrm>
              <a:off x="3747245" y="5791884"/>
              <a:ext cx="3097924" cy="4571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658" name="Group 657">
              <a:extLst>
                <a:ext uri="{FF2B5EF4-FFF2-40B4-BE49-F238E27FC236}">
                  <a16:creationId xmlns:a16="http://schemas.microsoft.com/office/drawing/2014/main" id="{7B840D44-A8B4-7EC8-28E9-A661410EEC4B}"/>
                </a:ext>
              </a:extLst>
            </p:cNvPr>
            <p:cNvGrpSpPr/>
            <p:nvPr/>
          </p:nvGrpSpPr>
          <p:grpSpPr>
            <a:xfrm flipH="1">
              <a:off x="3969715" y="5239449"/>
              <a:ext cx="1151411" cy="1142317"/>
              <a:chOff x="6978166" y="2617955"/>
              <a:chExt cx="1320364" cy="1319180"/>
            </a:xfrm>
          </p:grpSpPr>
          <p:sp>
            <p:nvSpPr>
              <p:cNvPr id="691" name="Rectangle 690">
                <a:extLst>
                  <a:ext uri="{FF2B5EF4-FFF2-40B4-BE49-F238E27FC236}">
                    <a16:creationId xmlns:a16="http://schemas.microsoft.com/office/drawing/2014/main" id="{EB1A842F-B2BF-D812-A2DC-0F83C70BE3B3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2" name="Rectangle 691">
                <a:extLst>
                  <a:ext uri="{FF2B5EF4-FFF2-40B4-BE49-F238E27FC236}">
                    <a16:creationId xmlns:a16="http://schemas.microsoft.com/office/drawing/2014/main" id="{6EFDB8DF-9618-8F19-E2F3-6842E819342F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3" name="Rectangle 692">
                <a:extLst>
                  <a:ext uri="{FF2B5EF4-FFF2-40B4-BE49-F238E27FC236}">
                    <a16:creationId xmlns:a16="http://schemas.microsoft.com/office/drawing/2014/main" id="{4C83431F-ED5B-A986-5892-9692C6FDAD04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94" name="Group 693">
                <a:extLst>
                  <a:ext uri="{FF2B5EF4-FFF2-40B4-BE49-F238E27FC236}">
                    <a16:creationId xmlns:a16="http://schemas.microsoft.com/office/drawing/2014/main" id="{1524FADD-C126-6EBC-4266-838F9D398978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84" name="Rectangle 783">
                  <a:extLst>
                    <a:ext uri="{FF2B5EF4-FFF2-40B4-BE49-F238E27FC236}">
                      <a16:creationId xmlns:a16="http://schemas.microsoft.com/office/drawing/2014/main" id="{F1208E6B-F490-1838-81AB-618D6A0886B3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5" name="フローチャート: 和接合 16">
                  <a:extLst>
                    <a:ext uri="{FF2B5EF4-FFF2-40B4-BE49-F238E27FC236}">
                      <a16:creationId xmlns:a16="http://schemas.microsoft.com/office/drawing/2014/main" id="{84A5EA90-B6BF-3730-596D-63FF02BB82E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95" name="Rectangle 694">
                <a:extLst>
                  <a:ext uri="{FF2B5EF4-FFF2-40B4-BE49-F238E27FC236}">
                    <a16:creationId xmlns:a16="http://schemas.microsoft.com/office/drawing/2014/main" id="{54905D2D-C1BE-DDCF-5F6F-FB0B41AC673C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96" name="Group 695">
                <a:extLst>
                  <a:ext uri="{FF2B5EF4-FFF2-40B4-BE49-F238E27FC236}">
                    <a16:creationId xmlns:a16="http://schemas.microsoft.com/office/drawing/2014/main" id="{E77ED1FC-379E-0F8C-0FAA-8DEE8737FF65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82" name="楕円 300">
                  <a:extLst>
                    <a:ext uri="{FF2B5EF4-FFF2-40B4-BE49-F238E27FC236}">
                      <a16:creationId xmlns:a16="http://schemas.microsoft.com/office/drawing/2014/main" id="{0A17E240-D60C-3E92-A709-4CFEF7849E8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3" name="楕円 301">
                  <a:extLst>
                    <a:ext uri="{FF2B5EF4-FFF2-40B4-BE49-F238E27FC236}">
                      <a16:creationId xmlns:a16="http://schemas.microsoft.com/office/drawing/2014/main" id="{A8B376B1-742D-F657-553E-8EE0E262B4C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97" name="Group 696">
                <a:extLst>
                  <a:ext uri="{FF2B5EF4-FFF2-40B4-BE49-F238E27FC236}">
                    <a16:creationId xmlns:a16="http://schemas.microsoft.com/office/drawing/2014/main" id="{DBE02E61-34FE-5009-2F80-F81A3E5D89D0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80" name="Rectangle 779">
                  <a:extLst>
                    <a:ext uri="{FF2B5EF4-FFF2-40B4-BE49-F238E27FC236}">
                      <a16:creationId xmlns:a16="http://schemas.microsoft.com/office/drawing/2014/main" id="{4423A0A3-7C28-B999-15F6-3B311CB465BF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1" name="フローチャート: 和接合 16">
                  <a:extLst>
                    <a:ext uri="{FF2B5EF4-FFF2-40B4-BE49-F238E27FC236}">
                      <a16:creationId xmlns:a16="http://schemas.microsoft.com/office/drawing/2014/main" id="{392422BB-BF4C-CC80-286D-47DD4D17F18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98" name="Rectangle 697">
                <a:extLst>
                  <a:ext uri="{FF2B5EF4-FFF2-40B4-BE49-F238E27FC236}">
                    <a16:creationId xmlns:a16="http://schemas.microsoft.com/office/drawing/2014/main" id="{F8DBC7F2-CFC7-2727-63FF-047E2C15F736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99" name="Group 698">
                <a:extLst>
                  <a:ext uri="{FF2B5EF4-FFF2-40B4-BE49-F238E27FC236}">
                    <a16:creationId xmlns:a16="http://schemas.microsoft.com/office/drawing/2014/main" id="{06425174-4380-3F11-DF12-4309322C78E0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8" name="楕円 300">
                  <a:extLst>
                    <a:ext uri="{FF2B5EF4-FFF2-40B4-BE49-F238E27FC236}">
                      <a16:creationId xmlns:a16="http://schemas.microsoft.com/office/drawing/2014/main" id="{6073F8A5-DF2A-CBF6-4D13-6836297C297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9" name="楕円 301">
                  <a:extLst>
                    <a:ext uri="{FF2B5EF4-FFF2-40B4-BE49-F238E27FC236}">
                      <a16:creationId xmlns:a16="http://schemas.microsoft.com/office/drawing/2014/main" id="{273BCF09-D9F7-4929-4CF7-962D6393E0F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00" name="Group 699">
                <a:extLst>
                  <a:ext uri="{FF2B5EF4-FFF2-40B4-BE49-F238E27FC236}">
                    <a16:creationId xmlns:a16="http://schemas.microsoft.com/office/drawing/2014/main" id="{3CDE19D5-EF1B-9A67-FB64-6AE7753E4702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6" name="Rectangle 775">
                  <a:extLst>
                    <a:ext uri="{FF2B5EF4-FFF2-40B4-BE49-F238E27FC236}">
                      <a16:creationId xmlns:a16="http://schemas.microsoft.com/office/drawing/2014/main" id="{9BAFDDAD-0593-A160-05DA-D62947D42569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7" name="フローチャート: 和接合 16">
                  <a:extLst>
                    <a:ext uri="{FF2B5EF4-FFF2-40B4-BE49-F238E27FC236}">
                      <a16:creationId xmlns:a16="http://schemas.microsoft.com/office/drawing/2014/main" id="{B3374FAA-0BC2-C8B9-FC3E-A6C44B2334E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01" name="Rectangle 700">
                <a:extLst>
                  <a:ext uri="{FF2B5EF4-FFF2-40B4-BE49-F238E27FC236}">
                    <a16:creationId xmlns:a16="http://schemas.microsoft.com/office/drawing/2014/main" id="{6D9E46E9-FDE8-D069-589B-CF3C62E99278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02" name="Group 701">
                <a:extLst>
                  <a:ext uri="{FF2B5EF4-FFF2-40B4-BE49-F238E27FC236}">
                    <a16:creationId xmlns:a16="http://schemas.microsoft.com/office/drawing/2014/main" id="{0D24F3DA-0897-AAF4-4F5A-45AA40B3A859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4" name="楕円 300">
                  <a:extLst>
                    <a:ext uri="{FF2B5EF4-FFF2-40B4-BE49-F238E27FC236}">
                      <a16:creationId xmlns:a16="http://schemas.microsoft.com/office/drawing/2014/main" id="{AA08E56E-08DB-8F74-8F8F-208940CDD7B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5" name="楕円 301">
                  <a:extLst>
                    <a:ext uri="{FF2B5EF4-FFF2-40B4-BE49-F238E27FC236}">
                      <a16:creationId xmlns:a16="http://schemas.microsoft.com/office/drawing/2014/main" id="{72A61BAA-29FD-17E9-BCF7-F3C478D7AA7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03" name="Group 702">
                <a:extLst>
                  <a:ext uri="{FF2B5EF4-FFF2-40B4-BE49-F238E27FC236}">
                    <a16:creationId xmlns:a16="http://schemas.microsoft.com/office/drawing/2014/main" id="{060EB56A-D8AB-58F6-ADFA-C62360E6B9E2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2" name="Rectangle 771">
                  <a:extLst>
                    <a:ext uri="{FF2B5EF4-FFF2-40B4-BE49-F238E27FC236}">
                      <a16:creationId xmlns:a16="http://schemas.microsoft.com/office/drawing/2014/main" id="{70CC28A4-8897-6AFB-A095-E01DF6CA4F79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3" name="フローチャート: 和接合 16">
                  <a:extLst>
                    <a:ext uri="{FF2B5EF4-FFF2-40B4-BE49-F238E27FC236}">
                      <a16:creationId xmlns:a16="http://schemas.microsoft.com/office/drawing/2014/main" id="{1E49E9DC-8076-91F2-A163-0E14C188908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68" name="Rectangle 767">
                <a:extLst>
                  <a:ext uri="{FF2B5EF4-FFF2-40B4-BE49-F238E27FC236}">
                    <a16:creationId xmlns:a16="http://schemas.microsoft.com/office/drawing/2014/main" id="{CB512BDD-7A8F-12A1-DC35-1ADA862381C0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69" name="Group 768">
                <a:extLst>
                  <a:ext uri="{FF2B5EF4-FFF2-40B4-BE49-F238E27FC236}">
                    <a16:creationId xmlns:a16="http://schemas.microsoft.com/office/drawing/2014/main" id="{41495199-08D8-7CC7-CFE4-F1052025D485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770" name="楕円 300">
                  <a:extLst>
                    <a:ext uri="{FF2B5EF4-FFF2-40B4-BE49-F238E27FC236}">
                      <a16:creationId xmlns:a16="http://schemas.microsoft.com/office/drawing/2014/main" id="{FCF5C36C-DFA6-BB39-FC45-A3D8BE8025D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1" name="楕円 301">
                  <a:extLst>
                    <a:ext uri="{FF2B5EF4-FFF2-40B4-BE49-F238E27FC236}">
                      <a16:creationId xmlns:a16="http://schemas.microsoft.com/office/drawing/2014/main" id="{A3D86420-EF84-8C60-DC57-0C4E6C027EA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59" name="Group 658">
              <a:extLst>
                <a:ext uri="{FF2B5EF4-FFF2-40B4-BE49-F238E27FC236}">
                  <a16:creationId xmlns:a16="http://schemas.microsoft.com/office/drawing/2014/main" id="{B5C26510-ACB3-15E7-768B-61AD05E04CF8}"/>
                </a:ext>
              </a:extLst>
            </p:cNvPr>
            <p:cNvGrpSpPr/>
            <p:nvPr/>
          </p:nvGrpSpPr>
          <p:grpSpPr>
            <a:xfrm>
              <a:off x="5480428" y="5239449"/>
              <a:ext cx="1142274" cy="1150592"/>
              <a:chOff x="6978166" y="2617955"/>
              <a:chExt cx="1320364" cy="1319180"/>
            </a:xfrm>
          </p:grpSpPr>
          <p:sp>
            <p:nvSpPr>
              <p:cNvPr id="660" name="Rectangle 659">
                <a:extLst>
                  <a:ext uri="{FF2B5EF4-FFF2-40B4-BE49-F238E27FC236}">
                    <a16:creationId xmlns:a16="http://schemas.microsoft.com/office/drawing/2014/main" id="{819B1CC1-C997-9B18-6E16-051E510DF492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1" name="Rectangle 660">
                <a:extLst>
                  <a:ext uri="{FF2B5EF4-FFF2-40B4-BE49-F238E27FC236}">
                    <a16:creationId xmlns:a16="http://schemas.microsoft.com/office/drawing/2014/main" id="{B7AF8CE1-BF0C-9AE4-2F78-BBFE694C32CB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CA9AA7BF-3AAE-576C-0D02-E55C55D3F9AD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63" name="Group 662">
                <a:extLst>
                  <a:ext uri="{FF2B5EF4-FFF2-40B4-BE49-F238E27FC236}">
                    <a16:creationId xmlns:a16="http://schemas.microsoft.com/office/drawing/2014/main" id="{AD9DB198-8C28-51F0-A4EF-507307096B5F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89" name="Rectangle 688">
                  <a:extLst>
                    <a:ext uri="{FF2B5EF4-FFF2-40B4-BE49-F238E27FC236}">
                      <a16:creationId xmlns:a16="http://schemas.microsoft.com/office/drawing/2014/main" id="{FC6E3466-C25A-EA16-54F6-9C5182F4B930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0" name="フローチャート: 和接合 16">
                  <a:extLst>
                    <a:ext uri="{FF2B5EF4-FFF2-40B4-BE49-F238E27FC236}">
                      <a16:creationId xmlns:a16="http://schemas.microsoft.com/office/drawing/2014/main" id="{AA185A43-2F72-6948-06EE-9F17587F458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E7E92582-F298-4088-EBE7-D9BE91828707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65" name="Group 664">
                <a:extLst>
                  <a:ext uri="{FF2B5EF4-FFF2-40B4-BE49-F238E27FC236}">
                    <a16:creationId xmlns:a16="http://schemas.microsoft.com/office/drawing/2014/main" id="{0CE2DC91-D9BC-0868-3E97-514E195B50D8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87" name="楕円 300">
                  <a:extLst>
                    <a:ext uri="{FF2B5EF4-FFF2-40B4-BE49-F238E27FC236}">
                      <a16:creationId xmlns:a16="http://schemas.microsoft.com/office/drawing/2014/main" id="{0A27D956-8EF9-B9E9-DB8B-54D799A2612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8" name="楕円 301">
                  <a:extLst>
                    <a:ext uri="{FF2B5EF4-FFF2-40B4-BE49-F238E27FC236}">
                      <a16:creationId xmlns:a16="http://schemas.microsoft.com/office/drawing/2014/main" id="{4831F0FE-B961-61AE-A869-BAA42B07487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66" name="Group 665">
                <a:extLst>
                  <a:ext uri="{FF2B5EF4-FFF2-40B4-BE49-F238E27FC236}">
                    <a16:creationId xmlns:a16="http://schemas.microsoft.com/office/drawing/2014/main" id="{C78F7D1F-814B-9840-20E3-AFD8254A288B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85" name="Rectangle 684">
                  <a:extLst>
                    <a:ext uri="{FF2B5EF4-FFF2-40B4-BE49-F238E27FC236}">
                      <a16:creationId xmlns:a16="http://schemas.microsoft.com/office/drawing/2014/main" id="{3DA0A58E-CBBD-CCA3-477E-90BDD086B85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6" name="フローチャート: 和接合 16">
                  <a:extLst>
                    <a:ext uri="{FF2B5EF4-FFF2-40B4-BE49-F238E27FC236}">
                      <a16:creationId xmlns:a16="http://schemas.microsoft.com/office/drawing/2014/main" id="{510153CE-5C10-DD3A-FFB8-8487FC580AC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790CCB77-11FB-AAF6-8113-6ADFA1C9B5C8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68" name="Group 667">
                <a:extLst>
                  <a:ext uri="{FF2B5EF4-FFF2-40B4-BE49-F238E27FC236}">
                    <a16:creationId xmlns:a16="http://schemas.microsoft.com/office/drawing/2014/main" id="{F5046B0D-4826-8BCE-697E-3AEADE488585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83" name="楕円 300">
                  <a:extLst>
                    <a:ext uri="{FF2B5EF4-FFF2-40B4-BE49-F238E27FC236}">
                      <a16:creationId xmlns:a16="http://schemas.microsoft.com/office/drawing/2014/main" id="{E3E294C3-FCC9-54D2-4E49-DE4D27B54FC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楕円 301">
                  <a:extLst>
                    <a:ext uri="{FF2B5EF4-FFF2-40B4-BE49-F238E27FC236}">
                      <a16:creationId xmlns:a16="http://schemas.microsoft.com/office/drawing/2014/main" id="{1B47F7EC-F83C-0133-0787-5C72B79A565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69" name="Group 668">
                <a:extLst>
                  <a:ext uri="{FF2B5EF4-FFF2-40B4-BE49-F238E27FC236}">
                    <a16:creationId xmlns:a16="http://schemas.microsoft.com/office/drawing/2014/main" id="{95582680-510D-BF65-D4A3-8823FD57192C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81" name="Rectangle 680">
                  <a:extLst>
                    <a:ext uri="{FF2B5EF4-FFF2-40B4-BE49-F238E27FC236}">
                      <a16:creationId xmlns:a16="http://schemas.microsoft.com/office/drawing/2014/main" id="{96A1075F-0003-CB95-7EFF-CA66FA3CD85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2" name="フローチャート: 和接合 16">
                  <a:extLst>
                    <a:ext uri="{FF2B5EF4-FFF2-40B4-BE49-F238E27FC236}">
                      <a16:creationId xmlns:a16="http://schemas.microsoft.com/office/drawing/2014/main" id="{0D82335F-5AFF-45FC-BD2A-908CBFDFD77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3BD17F77-5D46-D5E6-2625-9C8A184B1F4C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71" name="Group 670">
                <a:extLst>
                  <a:ext uri="{FF2B5EF4-FFF2-40B4-BE49-F238E27FC236}">
                    <a16:creationId xmlns:a16="http://schemas.microsoft.com/office/drawing/2014/main" id="{DAA95A86-782E-8494-68AB-C3F77842B2BF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79" name="楕円 300">
                  <a:extLst>
                    <a:ext uri="{FF2B5EF4-FFF2-40B4-BE49-F238E27FC236}">
                      <a16:creationId xmlns:a16="http://schemas.microsoft.com/office/drawing/2014/main" id="{55B0FF25-B8F8-EF21-F6E7-FF87417C930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0" name="楕円 301">
                  <a:extLst>
                    <a:ext uri="{FF2B5EF4-FFF2-40B4-BE49-F238E27FC236}">
                      <a16:creationId xmlns:a16="http://schemas.microsoft.com/office/drawing/2014/main" id="{1B146D78-1A35-10CE-0441-0AB88A98EC6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72" name="Group 671">
                <a:extLst>
                  <a:ext uri="{FF2B5EF4-FFF2-40B4-BE49-F238E27FC236}">
                    <a16:creationId xmlns:a16="http://schemas.microsoft.com/office/drawing/2014/main" id="{DBFA1AFE-69FD-2D80-1964-1997100D70B7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77" name="Rectangle 676">
                  <a:extLst>
                    <a:ext uri="{FF2B5EF4-FFF2-40B4-BE49-F238E27FC236}">
                      <a16:creationId xmlns:a16="http://schemas.microsoft.com/office/drawing/2014/main" id="{BCCFFCA8-49B0-4A4C-A5F3-099C7B437627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8" name="フローチャート: 和接合 16">
                  <a:extLst>
                    <a:ext uri="{FF2B5EF4-FFF2-40B4-BE49-F238E27FC236}">
                      <a16:creationId xmlns:a16="http://schemas.microsoft.com/office/drawing/2014/main" id="{F1947A11-CE70-2E79-E5B7-ED840B85AA9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5E800646-08DA-B713-7C06-4ED248E2EA7A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74" name="Group 673">
                <a:extLst>
                  <a:ext uri="{FF2B5EF4-FFF2-40B4-BE49-F238E27FC236}">
                    <a16:creationId xmlns:a16="http://schemas.microsoft.com/office/drawing/2014/main" id="{D15F9F80-B3FA-E740-EDFA-6B846E23329F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675" name="楕円 300">
                  <a:extLst>
                    <a:ext uri="{FF2B5EF4-FFF2-40B4-BE49-F238E27FC236}">
                      <a16:creationId xmlns:a16="http://schemas.microsoft.com/office/drawing/2014/main" id="{48DF73C5-0009-9032-FDA1-A62717C55D9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6" name="楕円 301">
                  <a:extLst>
                    <a:ext uri="{FF2B5EF4-FFF2-40B4-BE49-F238E27FC236}">
                      <a16:creationId xmlns:a16="http://schemas.microsoft.com/office/drawing/2014/main" id="{1704EDC0-3A06-278F-4154-B12E181CEA4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pic>
        <p:nvPicPr>
          <p:cNvPr id="796" name="Graphic 795">
            <a:extLst>
              <a:ext uri="{FF2B5EF4-FFF2-40B4-BE49-F238E27FC236}">
                <a16:creationId xmlns:a16="http://schemas.microsoft.com/office/drawing/2014/main" id="{DB3012DC-2B0A-03D1-DA96-DA0D593B1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28200" y="3900233"/>
            <a:ext cx="5677200" cy="3385417"/>
          </a:xfrm>
          <a:prstGeom prst="rect">
            <a:avLst/>
          </a:prstGeom>
        </p:spPr>
      </p:pic>
      <p:grpSp>
        <p:nvGrpSpPr>
          <p:cNvPr id="913" name="Group 912">
            <a:extLst>
              <a:ext uri="{FF2B5EF4-FFF2-40B4-BE49-F238E27FC236}">
                <a16:creationId xmlns:a16="http://schemas.microsoft.com/office/drawing/2014/main" id="{DA870131-CEAA-5F72-812B-737EE4658B4C}"/>
              </a:ext>
            </a:extLst>
          </p:cNvPr>
          <p:cNvGrpSpPr/>
          <p:nvPr/>
        </p:nvGrpSpPr>
        <p:grpSpPr>
          <a:xfrm>
            <a:off x="4307195" y="5756027"/>
            <a:ext cx="2818256" cy="1008713"/>
            <a:chOff x="4257840" y="4866885"/>
            <a:chExt cx="2818256" cy="1008713"/>
          </a:xfrm>
        </p:grpSpPr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969FC595-680D-E7EC-980A-1CA007B0C3C8}"/>
                </a:ext>
              </a:extLst>
            </p:cNvPr>
            <p:cNvSpPr/>
            <p:nvPr/>
          </p:nvSpPr>
          <p:spPr>
            <a:xfrm>
              <a:off x="4257842" y="5535856"/>
              <a:ext cx="2818254" cy="33974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309DB9CC-A49A-1D0F-1E6E-F9283764EE7E}"/>
                </a:ext>
              </a:extLst>
            </p:cNvPr>
            <p:cNvSpPr/>
            <p:nvPr/>
          </p:nvSpPr>
          <p:spPr>
            <a:xfrm rot="10800000">
              <a:off x="5253937" y="4869500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2608946A-DAC0-08C6-95F5-2D61DEA891A1}"/>
                </a:ext>
              </a:extLst>
            </p:cNvPr>
            <p:cNvSpPr/>
            <p:nvPr/>
          </p:nvSpPr>
          <p:spPr>
            <a:xfrm rot="10800000">
              <a:off x="4755889" y="4866885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5564C454-5BC0-B3BC-3D3A-DB13EA727333}"/>
                </a:ext>
              </a:extLst>
            </p:cNvPr>
            <p:cNvSpPr/>
            <p:nvPr/>
          </p:nvSpPr>
          <p:spPr>
            <a:xfrm rot="10800000">
              <a:off x="4257842" y="4868689"/>
              <a:ext cx="328014" cy="56529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E3711EE6-09B6-2C2A-BFC9-4773BD83C1CE}"/>
                </a:ext>
              </a:extLst>
            </p:cNvPr>
            <p:cNvSpPr/>
            <p:nvPr/>
          </p:nvSpPr>
          <p:spPr>
            <a:xfrm rot="5400000">
              <a:off x="5614600" y="4075445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95F75429-D42B-0338-4CB0-8865BF4B6C75}"/>
                </a:ext>
              </a:extLst>
            </p:cNvPr>
            <p:cNvSpPr/>
            <p:nvPr/>
          </p:nvSpPr>
          <p:spPr>
            <a:xfrm rot="10800000">
              <a:off x="6748080" y="4869500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6E6370D9-F13C-EAD9-78EA-58619EDFCE26}"/>
                </a:ext>
              </a:extLst>
            </p:cNvPr>
            <p:cNvSpPr/>
            <p:nvPr/>
          </p:nvSpPr>
          <p:spPr>
            <a:xfrm rot="10800000">
              <a:off x="6250033" y="4869501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C38EC1B0-A2FF-3C0C-36EF-D6CE75CDC13D}"/>
                </a:ext>
              </a:extLst>
            </p:cNvPr>
            <p:cNvSpPr/>
            <p:nvPr/>
          </p:nvSpPr>
          <p:spPr>
            <a:xfrm rot="10800000">
              <a:off x="5740403" y="4867861"/>
              <a:ext cx="328014" cy="56529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EAD87D4E-CA38-4CE0-F0BE-BAA03CCC8C4F}"/>
                </a:ext>
              </a:extLst>
            </p:cNvPr>
            <p:cNvCxnSpPr>
              <a:cxnSpLocks/>
            </p:cNvCxnSpPr>
            <p:nvPr/>
          </p:nvCxnSpPr>
          <p:spPr>
            <a:xfrm>
              <a:off x="4435683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395037CD-2A5B-012E-7961-0455AE9BB92F}"/>
                </a:ext>
              </a:extLst>
            </p:cNvPr>
            <p:cNvCxnSpPr>
              <a:cxnSpLocks/>
            </p:cNvCxnSpPr>
            <p:nvPr/>
          </p:nvCxnSpPr>
          <p:spPr>
            <a:xfrm>
              <a:off x="4929897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2071FCD2-8F7C-48D7-0972-14D99917E879}"/>
                </a:ext>
              </a:extLst>
            </p:cNvPr>
            <p:cNvCxnSpPr>
              <a:cxnSpLocks/>
            </p:cNvCxnSpPr>
            <p:nvPr/>
          </p:nvCxnSpPr>
          <p:spPr>
            <a:xfrm>
              <a:off x="5424112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AF91C852-80DD-0B54-039B-2747A8E6FB5C}"/>
                </a:ext>
              </a:extLst>
            </p:cNvPr>
            <p:cNvCxnSpPr>
              <a:cxnSpLocks/>
            </p:cNvCxnSpPr>
            <p:nvPr/>
          </p:nvCxnSpPr>
          <p:spPr>
            <a:xfrm>
              <a:off x="5918326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6DE07334-DE09-AD13-C3FE-01B10FC6F405}"/>
                </a:ext>
              </a:extLst>
            </p:cNvPr>
            <p:cNvCxnSpPr>
              <a:cxnSpLocks/>
            </p:cNvCxnSpPr>
            <p:nvPr/>
          </p:nvCxnSpPr>
          <p:spPr>
            <a:xfrm>
              <a:off x="6412541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15DAE877-26B3-D1D0-1F93-D52A2EE39565}"/>
                </a:ext>
              </a:extLst>
            </p:cNvPr>
            <p:cNvCxnSpPr>
              <a:cxnSpLocks/>
            </p:cNvCxnSpPr>
            <p:nvPr/>
          </p:nvCxnSpPr>
          <p:spPr>
            <a:xfrm>
              <a:off x="6906754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0" name="Picture 379">
              <a:extLst>
                <a:ext uri="{FF2B5EF4-FFF2-40B4-BE49-F238E27FC236}">
                  <a16:creationId xmlns:a16="http://schemas.microsoft.com/office/drawing/2014/main" id="{618C0975-2AF0-039A-2F3A-367A5E45C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7425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1" name="Picture 380">
              <a:extLst>
                <a:ext uri="{FF2B5EF4-FFF2-40B4-BE49-F238E27FC236}">
                  <a16:creationId xmlns:a16="http://schemas.microsoft.com/office/drawing/2014/main" id="{14B7775A-5AAF-1418-101A-93A5E8D52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55541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2" name="Picture 381">
              <a:extLst>
                <a:ext uri="{FF2B5EF4-FFF2-40B4-BE49-F238E27FC236}">
                  <a16:creationId xmlns:a16="http://schemas.microsoft.com/office/drawing/2014/main" id="{F29ADD3B-216D-5B70-C872-2A8852E9A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760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3" name="Picture 382">
              <a:extLst>
                <a:ext uri="{FF2B5EF4-FFF2-40B4-BE49-F238E27FC236}">
                  <a16:creationId xmlns:a16="http://schemas.microsoft.com/office/drawing/2014/main" id="{7918AE30-EC0E-486E-1C9A-4D48FDF7A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790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4" name="Picture 383">
              <a:extLst>
                <a:ext uri="{FF2B5EF4-FFF2-40B4-BE49-F238E27FC236}">
                  <a16:creationId xmlns:a16="http://schemas.microsoft.com/office/drawing/2014/main" id="{C8A937E3-5234-6CC5-539C-4D6EC5073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854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5" name="Picture 384">
              <a:extLst>
                <a:ext uri="{FF2B5EF4-FFF2-40B4-BE49-F238E27FC236}">
                  <a16:creationId xmlns:a16="http://schemas.microsoft.com/office/drawing/2014/main" id="{281DBD04-0CA1-2301-FE01-A07BF9BF0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884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</p:grp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10B8BC7-AFE6-2372-A5B3-03C204368F7C}"/>
              </a:ext>
            </a:extLst>
          </p:cNvPr>
          <p:cNvCxnSpPr>
            <a:cxnSpLocks/>
          </p:cNvCxnSpPr>
          <p:nvPr/>
        </p:nvCxnSpPr>
        <p:spPr>
          <a:xfrm>
            <a:off x="4061460" y="1685850"/>
            <a:ext cx="0" cy="1205511"/>
          </a:xfrm>
          <a:prstGeom prst="straightConnector1">
            <a:avLst/>
          </a:prstGeom>
          <a:ln w="38100">
            <a:solidFill>
              <a:srgbClr val="1F4E7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809BFD21-023C-AA17-E336-14FF6DE837BA}"/>
              </a:ext>
            </a:extLst>
          </p:cNvPr>
          <p:cNvCxnSpPr>
            <a:cxnSpLocks/>
          </p:cNvCxnSpPr>
          <p:nvPr/>
        </p:nvCxnSpPr>
        <p:spPr>
          <a:xfrm>
            <a:off x="3989246" y="5763190"/>
            <a:ext cx="0" cy="1001795"/>
          </a:xfrm>
          <a:prstGeom prst="straightConnector1">
            <a:avLst/>
          </a:prstGeom>
          <a:ln w="38100">
            <a:solidFill>
              <a:srgbClr val="1F4E7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4" name="Group 913">
            <a:extLst>
              <a:ext uri="{FF2B5EF4-FFF2-40B4-BE49-F238E27FC236}">
                <a16:creationId xmlns:a16="http://schemas.microsoft.com/office/drawing/2014/main" id="{D319091C-BD1C-2FAE-B2E8-EA55D7451F38}"/>
              </a:ext>
            </a:extLst>
          </p:cNvPr>
          <p:cNvGrpSpPr/>
          <p:nvPr/>
        </p:nvGrpSpPr>
        <p:grpSpPr>
          <a:xfrm>
            <a:off x="4304402" y="1365316"/>
            <a:ext cx="2821049" cy="1584047"/>
            <a:chOff x="4304402" y="1365316"/>
            <a:chExt cx="2821049" cy="158404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06D676B9-ED14-71CD-9DE9-03EE630E2B42}"/>
                </a:ext>
              </a:extLst>
            </p:cNvPr>
            <p:cNvSpPr/>
            <p:nvPr/>
          </p:nvSpPr>
          <p:spPr>
            <a:xfrm>
              <a:off x="4307196" y="2609621"/>
              <a:ext cx="2818254" cy="33974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BC253596-511C-E97D-57DB-185729921DE5}"/>
                </a:ext>
              </a:extLst>
            </p:cNvPr>
            <p:cNvSpPr/>
            <p:nvPr/>
          </p:nvSpPr>
          <p:spPr>
            <a:xfrm rot="5400000">
              <a:off x="5552314" y="936934"/>
              <a:ext cx="328015" cy="281825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74B51035-2CEE-F854-9A50-0AC4B43A287A}"/>
                </a:ext>
              </a:extLst>
            </p:cNvPr>
            <p:cNvSpPr/>
            <p:nvPr/>
          </p:nvSpPr>
          <p:spPr>
            <a:xfrm rot="5400000">
              <a:off x="5663954" y="1149210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30E90427-B123-8A11-8A6B-3D2BB200DFAD}"/>
                </a:ext>
              </a:extLst>
            </p:cNvPr>
            <p:cNvSpPr/>
            <p:nvPr/>
          </p:nvSpPr>
          <p:spPr>
            <a:xfrm rot="5400000">
              <a:off x="5552315" y="529233"/>
              <a:ext cx="328015" cy="2818257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9B814F1B-F194-AC5F-6399-5FC57EEAE67F}"/>
                </a:ext>
              </a:extLst>
            </p:cNvPr>
            <p:cNvSpPr/>
            <p:nvPr/>
          </p:nvSpPr>
          <p:spPr>
            <a:xfrm rot="5400000">
              <a:off x="5549523" y="120195"/>
              <a:ext cx="328015" cy="281825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pic>
          <p:nvPicPr>
            <p:cNvPr id="378" name="Picture 377">
              <a:extLst>
                <a:ext uri="{FF2B5EF4-FFF2-40B4-BE49-F238E27FC236}">
                  <a16:creationId xmlns:a16="http://schemas.microsoft.com/office/drawing/2014/main" id="{0B5E512F-EB54-FF80-FE7E-C2A296308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1943522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pic>
          <p:nvPicPr>
            <p:cNvPr id="379" name="Picture 378">
              <a:extLst>
                <a:ext uri="{FF2B5EF4-FFF2-40B4-BE49-F238E27FC236}">
                  <a16:creationId xmlns:a16="http://schemas.microsoft.com/office/drawing/2014/main" id="{67902908-6F0D-9239-5040-FDF324E99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8637" y="151090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CA02510C-36B2-9854-23FF-73ACB6F2F501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1624565"/>
              <a:ext cx="0" cy="533036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6C0F4BCB-1554-914F-E785-89F3E5DE3089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2196275"/>
              <a:ext cx="0" cy="530994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90" name="Picture 389">
              <a:extLst>
                <a:ext uri="{FF2B5EF4-FFF2-40B4-BE49-F238E27FC236}">
                  <a16:creationId xmlns:a16="http://schemas.microsoft.com/office/drawing/2014/main" id="{86B435D3-935C-E7EF-1EEE-CB7CBCC8B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237613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</p:grpSp>
      <p:sp>
        <p:nvSpPr>
          <p:cNvPr id="391" name="テキスト プレースホルダー 2">
            <a:extLst>
              <a:ext uri="{FF2B5EF4-FFF2-40B4-BE49-F238E27FC236}">
                <a16:creationId xmlns:a16="http://schemas.microsoft.com/office/drawing/2014/main" id="{4A0D8688-8CC2-3B36-DDB1-7C3EEB700421}"/>
              </a:ext>
            </a:extLst>
          </p:cNvPr>
          <p:cNvSpPr txBox="1">
            <a:spLocks/>
          </p:cNvSpPr>
          <p:nvPr/>
        </p:nvSpPr>
        <p:spPr>
          <a:xfrm rot="5400000">
            <a:off x="3089705" y="1974444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High </a:t>
            </a:r>
            <a:r>
              <a:rPr kumimoji="1" lang="en-US" altLang="ja-JP" sz="16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600" b="1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6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2" name="テキスト プレースホルダー 2">
            <a:extLst>
              <a:ext uri="{FF2B5EF4-FFF2-40B4-BE49-F238E27FC236}">
                <a16:creationId xmlns:a16="http://schemas.microsoft.com/office/drawing/2014/main" id="{34B52E9C-FA3F-5D6B-7C4B-4C8F6F75BE86}"/>
              </a:ext>
            </a:extLst>
          </p:cNvPr>
          <p:cNvSpPr txBox="1">
            <a:spLocks/>
          </p:cNvSpPr>
          <p:nvPr/>
        </p:nvSpPr>
        <p:spPr>
          <a:xfrm rot="5400000">
            <a:off x="3040351" y="6122737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Low </a:t>
            </a:r>
            <a:r>
              <a:rPr kumimoji="1" lang="en-US" altLang="ja-JP" sz="16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600" b="1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6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6" name="テキスト プレースホルダー 2">
            <a:extLst>
              <a:ext uri="{FF2B5EF4-FFF2-40B4-BE49-F238E27FC236}">
                <a16:creationId xmlns:a16="http://schemas.microsoft.com/office/drawing/2014/main" id="{F0D1B415-7DBF-3754-50B5-4D5132FDA0BC}"/>
              </a:ext>
            </a:extLst>
          </p:cNvPr>
          <p:cNvSpPr txBox="1">
            <a:spLocks/>
          </p:cNvSpPr>
          <p:nvPr/>
        </p:nvSpPr>
        <p:spPr>
          <a:xfrm>
            <a:off x="3351671" y="1413865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inside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7" name="テキスト プレースホルダー 2">
            <a:extLst>
              <a:ext uri="{FF2B5EF4-FFF2-40B4-BE49-F238E27FC236}">
                <a16:creationId xmlns:a16="http://schemas.microsoft.com/office/drawing/2014/main" id="{F15122D1-AFE7-42B1-5AD7-B641C20E19E0}"/>
              </a:ext>
            </a:extLst>
          </p:cNvPr>
          <p:cNvSpPr txBox="1">
            <a:spLocks/>
          </p:cNvSpPr>
          <p:nvPr/>
        </p:nvSpPr>
        <p:spPr>
          <a:xfrm>
            <a:off x="3323021" y="2943809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ambient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8" name="テキスト プレースホルダー 2">
            <a:extLst>
              <a:ext uri="{FF2B5EF4-FFF2-40B4-BE49-F238E27FC236}">
                <a16:creationId xmlns:a16="http://schemas.microsoft.com/office/drawing/2014/main" id="{6E2E864F-A073-E763-1B3E-200A0CAD0B3E}"/>
              </a:ext>
            </a:extLst>
          </p:cNvPr>
          <p:cNvSpPr txBox="1">
            <a:spLocks/>
          </p:cNvSpPr>
          <p:nvPr/>
        </p:nvSpPr>
        <p:spPr>
          <a:xfrm>
            <a:off x="3285269" y="5494602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inside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9" name="テキスト プレースホルダー 2">
            <a:extLst>
              <a:ext uri="{FF2B5EF4-FFF2-40B4-BE49-F238E27FC236}">
                <a16:creationId xmlns:a16="http://schemas.microsoft.com/office/drawing/2014/main" id="{F6675BF6-B0EE-7742-EC47-33123120AE53}"/>
              </a:ext>
            </a:extLst>
          </p:cNvPr>
          <p:cNvSpPr txBox="1">
            <a:spLocks/>
          </p:cNvSpPr>
          <p:nvPr/>
        </p:nvSpPr>
        <p:spPr>
          <a:xfrm>
            <a:off x="3256619" y="6773489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ambient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406" name="Picture 405">
            <a:extLst>
              <a:ext uri="{FF2B5EF4-FFF2-40B4-BE49-F238E27FC236}">
                <a16:creationId xmlns:a16="http://schemas.microsoft.com/office/drawing/2014/main" id="{8AB0D200-6E21-4FC7-69A1-66F728101B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3959" t="-15406" r="13959" b="15406"/>
          <a:stretch/>
        </p:blipFill>
        <p:spPr>
          <a:xfrm rot="14400000">
            <a:off x="2864003" y="912211"/>
            <a:ext cx="683609" cy="686543"/>
          </a:xfrm>
          <a:prstGeom prst="ellipse">
            <a:avLst/>
          </a:prstGeom>
          <a:ln w="50800" cap="rnd">
            <a:solidFill>
              <a:srgbClr val="C8C6BD"/>
            </a:solidFill>
            <a:prstDash val="solid"/>
          </a:ln>
          <a:effectLst/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</p:spPr>
      </p:pic>
      <p:pic>
        <p:nvPicPr>
          <p:cNvPr id="408" name="Picture 407">
            <a:extLst>
              <a:ext uri="{FF2B5EF4-FFF2-40B4-BE49-F238E27FC236}">
                <a16:creationId xmlns:a16="http://schemas.microsoft.com/office/drawing/2014/main" id="{511D5D31-0507-D912-7831-5745C40A28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1448" t="-10593" r="26764" b="25909"/>
          <a:stretch/>
        </p:blipFill>
        <p:spPr>
          <a:xfrm rot="14400000">
            <a:off x="2852396" y="4845724"/>
            <a:ext cx="633267" cy="630672"/>
          </a:xfrm>
          <a:prstGeom prst="ellipse">
            <a:avLst/>
          </a:prstGeom>
          <a:ln w="50800" cap="rnd">
            <a:solidFill>
              <a:srgbClr val="C8C6BD"/>
            </a:solidFill>
            <a:prstDash val="solid"/>
          </a:ln>
          <a:effectLst/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75C4000-7B8E-5B8E-DDB4-BAB4653EF5FB}"/>
              </a:ext>
            </a:extLst>
          </p:cNvPr>
          <p:cNvSpPr/>
          <p:nvPr/>
        </p:nvSpPr>
        <p:spPr>
          <a:xfrm rot="5400000">
            <a:off x="916104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F6C57-2345-36F9-9D48-ACCA2D809D95}"/>
              </a:ext>
            </a:extLst>
          </p:cNvPr>
          <p:cNvSpPr/>
          <p:nvPr/>
        </p:nvSpPr>
        <p:spPr>
          <a:xfrm rot="5400000">
            <a:off x="1454094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22ACB2E-E34C-64A2-B654-582949437CE7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235840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86B521-8B97-2E1E-579B-B58FD419D069}"/>
              </a:ext>
            </a:extLst>
          </p:cNvPr>
          <p:cNvCxnSpPr/>
          <p:nvPr/>
        </p:nvCxnSpPr>
        <p:spPr>
          <a:xfrm>
            <a:off x="1768370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E8CD86-BA02-F92B-9AFB-23F0D660C863}"/>
              </a:ext>
            </a:extLst>
          </p:cNvPr>
          <p:cNvCxnSpPr>
            <a:cxnSpLocks/>
          </p:cNvCxnSpPr>
          <p:nvPr/>
        </p:nvCxnSpPr>
        <p:spPr>
          <a:xfrm>
            <a:off x="1235840" y="-1925381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049D667C-CAE9-8EC6-F509-54D64F6785C1}"/>
              </a:ext>
            </a:extLst>
          </p:cNvPr>
          <p:cNvCxnSpPr>
            <a:cxnSpLocks/>
          </p:cNvCxnSpPr>
          <p:nvPr/>
        </p:nvCxnSpPr>
        <p:spPr>
          <a:xfrm>
            <a:off x="1502105" y="-192538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77CB4BAC-11B0-931E-A940-C07F443AE4B7}"/>
              </a:ext>
            </a:extLst>
          </p:cNvPr>
          <p:cNvCxnSpPr>
            <a:cxnSpLocks/>
          </p:cNvCxnSpPr>
          <p:nvPr/>
        </p:nvCxnSpPr>
        <p:spPr>
          <a:xfrm>
            <a:off x="1266942" y="-1596761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7BF32045-CB38-F868-D005-C4C06BA18842}"/>
              </a:ext>
            </a:extLst>
          </p:cNvPr>
          <p:cNvCxnSpPr>
            <a:cxnSpLocks/>
          </p:cNvCxnSpPr>
          <p:nvPr/>
        </p:nvCxnSpPr>
        <p:spPr>
          <a:xfrm>
            <a:off x="1341621" y="-1460369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CB54C255-ED14-9D21-4808-2C4BEFEFCE58}"/>
              </a:ext>
            </a:extLst>
          </p:cNvPr>
          <p:cNvCxnSpPr>
            <a:cxnSpLocks/>
          </p:cNvCxnSpPr>
          <p:nvPr/>
        </p:nvCxnSpPr>
        <p:spPr>
          <a:xfrm>
            <a:off x="1392251" y="-1131749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8E3D6065-2A00-F690-2776-15A0B1476FC3}"/>
              </a:ext>
            </a:extLst>
          </p:cNvPr>
          <p:cNvCxnSpPr/>
          <p:nvPr/>
        </p:nvCxnSpPr>
        <p:spPr>
          <a:xfrm>
            <a:off x="1502105" y="-146036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292D798F-6DC8-2D24-092E-86AB4A6BA8CD}"/>
              </a:ext>
            </a:extLst>
          </p:cNvPr>
          <p:cNvCxnSpPr>
            <a:cxnSpLocks/>
          </p:cNvCxnSpPr>
          <p:nvPr/>
        </p:nvCxnSpPr>
        <p:spPr>
          <a:xfrm>
            <a:off x="1449972" y="-109424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2408CB5F-61A4-45E4-F400-CDD4D099F63A}"/>
              </a:ext>
            </a:extLst>
          </p:cNvPr>
          <p:cNvCxnSpPr>
            <a:cxnSpLocks/>
          </p:cNvCxnSpPr>
          <p:nvPr/>
        </p:nvCxnSpPr>
        <p:spPr>
          <a:xfrm>
            <a:off x="1474483" y="-105673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57390060-10E2-70E0-15E7-3248BADAD010}"/>
              </a:ext>
            </a:extLst>
          </p:cNvPr>
          <p:cNvCxnSpPr/>
          <p:nvPr/>
        </p:nvCxnSpPr>
        <p:spPr>
          <a:xfrm>
            <a:off x="1235840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0AB7C2FF-861D-614B-873E-5AD8FC42D169}"/>
              </a:ext>
            </a:extLst>
          </p:cNvPr>
          <p:cNvCxnSpPr/>
          <p:nvPr/>
        </p:nvCxnSpPr>
        <p:spPr>
          <a:xfrm>
            <a:off x="1768370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4D82484C-806A-2CF4-7DC0-1ACAD07F0E7A}"/>
              </a:ext>
            </a:extLst>
          </p:cNvPr>
          <p:cNvCxnSpPr>
            <a:cxnSpLocks/>
          </p:cNvCxnSpPr>
          <p:nvPr/>
        </p:nvCxnSpPr>
        <p:spPr>
          <a:xfrm>
            <a:off x="1235840" y="-3210455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52197E13-722C-849F-E77D-5552E9E26E33}"/>
              </a:ext>
            </a:extLst>
          </p:cNvPr>
          <p:cNvCxnSpPr>
            <a:cxnSpLocks/>
          </p:cNvCxnSpPr>
          <p:nvPr/>
        </p:nvCxnSpPr>
        <p:spPr>
          <a:xfrm>
            <a:off x="1502105" y="-355071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Rectangle 222">
            <a:extLst>
              <a:ext uri="{FF2B5EF4-FFF2-40B4-BE49-F238E27FC236}">
                <a16:creationId xmlns:a16="http://schemas.microsoft.com/office/drawing/2014/main" id="{D361165C-4B21-BBC9-3F54-A3C64BD7A5BB}"/>
              </a:ext>
            </a:extLst>
          </p:cNvPr>
          <p:cNvSpPr/>
          <p:nvPr/>
        </p:nvSpPr>
        <p:spPr>
          <a:xfrm rot="10800000">
            <a:off x="1768370" y="-3690863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4C06CCCF-0CA3-7A95-F305-2C11122E834C}"/>
              </a:ext>
            </a:extLst>
          </p:cNvPr>
          <p:cNvCxnSpPr>
            <a:cxnSpLocks/>
          </p:cNvCxnSpPr>
          <p:nvPr/>
        </p:nvCxnSpPr>
        <p:spPr>
          <a:xfrm>
            <a:off x="1502105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9D5D2DF3-BD74-0E3E-2F3D-40009DBE44C6}"/>
              </a:ext>
            </a:extLst>
          </p:cNvPr>
          <p:cNvCxnSpPr>
            <a:cxnSpLocks/>
          </p:cNvCxnSpPr>
          <p:nvPr/>
        </p:nvCxnSpPr>
        <p:spPr>
          <a:xfrm>
            <a:off x="2407842" y="-353383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Oval 225">
            <a:extLst>
              <a:ext uri="{FF2B5EF4-FFF2-40B4-BE49-F238E27FC236}">
                <a16:creationId xmlns:a16="http://schemas.microsoft.com/office/drawing/2014/main" id="{AFE8A8D1-45FA-F1A7-C6EC-57E446FFAF51}"/>
              </a:ext>
            </a:extLst>
          </p:cNvPr>
          <p:cNvSpPr/>
          <p:nvPr/>
        </p:nvSpPr>
        <p:spPr>
          <a:xfrm>
            <a:off x="2650830" y="-3580541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6D18C9CC-20BE-B0DA-92EC-199721A9E7BD}"/>
              </a:ext>
            </a:extLst>
          </p:cNvPr>
          <p:cNvCxnSpPr>
            <a:cxnSpLocks/>
          </p:cNvCxnSpPr>
          <p:nvPr/>
        </p:nvCxnSpPr>
        <p:spPr>
          <a:xfrm>
            <a:off x="2720654" y="-35326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9CE74D34-FD43-207D-8978-FEF8A9E71115}"/>
              </a:ext>
            </a:extLst>
          </p:cNvPr>
          <p:cNvSpPr/>
          <p:nvPr/>
        </p:nvSpPr>
        <p:spPr>
          <a:xfrm rot="10800000">
            <a:off x="2986919" y="-3707125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DCA18D56-78E2-FADD-74EB-0E9A253F3BCB}"/>
              </a:ext>
            </a:extLst>
          </p:cNvPr>
          <p:cNvCxnSpPr>
            <a:cxnSpLocks/>
          </p:cNvCxnSpPr>
          <p:nvPr/>
        </p:nvCxnSpPr>
        <p:spPr>
          <a:xfrm>
            <a:off x="3626391" y="-35431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851CF22B-34FC-DAD3-9C76-4E264D35D353}"/>
              </a:ext>
            </a:extLst>
          </p:cNvPr>
          <p:cNvSpPr/>
          <p:nvPr/>
        </p:nvSpPr>
        <p:spPr>
          <a:xfrm rot="10800000">
            <a:off x="3885731" y="-3699513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135049B-CE93-9EEB-B76B-4E6983683D68}"/>
              </a:ext>
            </a:extLst>
          </p:cNvPr>
          <p:cNvCxnSpPr>
            <a:cxnSpLocks/>
          </p:cNvCxnSpPr>
          <p:nvPr/>
        </p:nvCxnSpPr>
        <p:spPr>
          <a:xfrm>
            <a:off x="4521266" y="-354310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B3F5A608-D497-A472-49AA-3440EE297FB7}"/>
              </a:ext>
            </a:extLst>
          </p:cNvPr>
          <p:cNvSpPr/>
          <p:nvPr/>
        </p:nvSpPr>
        <p:spPr>
          <a:xfrm rot="10800000">
            <a:off x="4780606" y="-3699512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68D11F1B-54F3-8067-954B-05DB3049F1EA}"/>
              </a:ext>
            </a:extLst>
          </p:cNvPr>
          <p:cNvCxnSpPr>
            <a:cxnSpLocks/>
          </p:cNvCxnSpPr>
          <p:nvPr/>
        </p:nvCxnSpPr>
        <p:spPr>
          <a:xfrm>
            <a:off x="5413153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Oval 233">
            <a:extLst>
              <a:ext uri="{FF2B5EF4-FFF2-40B4-BE49-F238E27FC236}">
                <a16:creationId xmlns:a16="http://schemas.microsoft.com/office/drawing/2014/main" id="{467C13F4-9478-4C0F-9C93-FA292E5B385C}"/>
              </a:ext>
            </a:extLst>
          </p:cNvPr>
          <p:cNvSpPr/>
          <p:nvPr/>
        </p:nvSpPr>
        <p:spPr>
          <a:xfrm>
            <a:off x="5656141" y="-3580694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46D4C2EE-B60B-DDD5-3AC6-F25AB9F1DE9B}"/>
              </a:ext>
            </a:extLst>
          </p:cNvPr>
          <p:cNvCxnSpPr>
            <a:cxnSpLocks/>
          </p:cNvCxnSpPr>
          <p:nvPr/>
        </p:nvCxnSpPr>
        <p:spPr>
          <a:xfrm>
            <a:off x="5725965" y="-353282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Rectangle 235">
            <a:extLst>
              <a:ext uri="{FF2B5EF4-FFF2-40B4-BE49-F238E27FC236}">
                <a16:creationId xmlns:a16="http://schemas.microsoft.com/office/drawing/2014/main" id="{63716219-C1C4-79D3-5E8C-5A82AC29AAAD}"/>
              </a:ext>
            </a:extLst>
          </p:cNvPr>
          <p:cNvSpPr/>
          <p:nvPr/>
        </p:nvSpPr>
        <p:spPr>
          <a:xfrm rot="10800000">
            <a:off x="5992230" y="-3704428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7D035295-25C4-B0B4-32D5-4D9006C2B44B}"/>
              </a:ext>
            </a:extLst>
          </p:cNvPr>
          <p:cNvCxnSpPr>
            <a:cxnSpLocks/>
          </p:cNvCxnSpPr>
          <p:nvPr/>
        </p:nvCxnSpPr>
        <p:spPr>
          <a:xfrm>
            <a:off x="6631702" y="-353445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8F08D327-058B-D218-D491-E534CD706A43}"/>
              </a:ext>
            </a:extLst>
          </p:cNvPr>
          <p:cNvSpPr/>
          <p:nvPr/>
        </p:nvSpPr>
        <p:spPr>
          <a:xfrm rot="10800000">
            <a:off x="6891042" y="-3689308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DFA175D4-3456-B430-775C-9A488C622225}"/>
              </a:ext>
            </a:extLst>
          </p:cNvPr>
          <p:cNvCxnSpPr>
            <a:cxnSpLocks/>
          </p:cNvCxnSpPr>
          <p:nvPr/>
        </p:nvCxnSpPr>
        <p:spPr>
          <a:xfrm>
            <a:off x="7530514" y="-353818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テキスト プレースホルダー 2">
            <a:extLst>
              <a:ext uri="{FF2B5EF4-FFF2-40B4-BE49-F238E27FC236}">
                <a16:creationId xmlns:a16="http://schemas.microsoft.com/office/drawing/2014/main" id="{ED69F8FB-471C-62E5-29F1-D9D4C4B50A9E}"/>
              </a:ext>
            </a:extLst>
          </p:cNvPr>
          <p:cNvSpPr txBox="1">
            <a:spLocks/>
          </p:cNvSpPr>
          <p:nvPr/>
        </p:nvSpPr>
        <p:spPr>
          <a:xfrm>
            <a:off x="1877037" y="-1749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1" name="テキスト プレースホルダー 2">
            <a:extLst>
              <a:ext uri="{FF2B5EF4-FFF2-40B4-BE49-F238E27FC236}">
                <a16:creationId xmlns:a16="http://schemas.microsoft.com/office/drawing/2014/main" id="{C04AD825-6BFD-8E50-CEE7-F2A6641C2913}"/>
              </a:ext>
            </a:extLst>
          </p:cNvPr>
          <p:cNvSpPr txBox="1">
            <a:spLocks/>
          </p:cNvSpPr>
          <p:nvPr/>
        </p:nvSpPr>
        <p:spPr>
          <a:xfrm>
            <a:off x="1768368" y="-2325246"/>
            <a:ext cx="121854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2" name="テキスト プレースホルダー 2">
            <a:extLst>
              <a:ext uri="{FF2B5EF4-FFF2-40B4-BE49-F238E27FC236}">
                <a16:creationId xmlns:a16="http://schemas.microsoft.com/office/drawing/2014/main" id="{0AE54E02-E2C9-0530-FA86-6A7A3554B6B4}"/>
              </a:ext>
            </a:extLst>
          </p:cNvPr>
          <p:cNvSpPr txBox="1">
            <a:spLocks/>
          </p:cNvSpPr>
          <p:nvPr/>
        </p:nvSpPr>
        <p:spPr>
          <a:xfrm>
            <a:off x="392418" y="-2343247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3" name="テキスト プレースホルダー 2">
            <a:extLst>
              <a:ext uri="{FF2B5EF4-FFF2-40B4-BE49-F238E27FC236}">
                <a16:creationId xmlns:a16="http://schemas.microsoft.com/office/drawing/2014/main" id="{641894EB-54B8-1816-348C-092841910177}"/>
              </a:ext>
            </a:extLst>
          </p:cNvPr>
          <p:cNvSpPr txBox="1">
            <a:spLocks/>
          </p:cNvSpPr>
          <p:nvPr/>
        </p:nvSpPr>
        <p:spPr>
          <a:xfrm>
            <a:off x="1617288" y="-422835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4" name="テキスト プレースホルダー 2">
            <a:extLst>
              <a:ext uri="{FF2B5EF4-FFF2-40B4-BE49-F238E27FC236}">
                <a16:creationId xmlns:a16="http://schemas.microsoft.com/office/drawing/2014/main" id="{56822F97-4A08-1396-BFF5-C3A4C253F1DF}"/>
              </a:ext>
            </a:extLst>
          </p:cNvPr>
          <p:cNvSpPr txBox="1">
            <a:spLocks/>
          </p:cNvSpPr>
          <p:nvPr/>
        </p:nvSpPr>
        <p:spPr>
          <a:xfrm>
            <a:off x="2870634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5" name="テキスト プレースホルダー 2">
            <a:extLst>
              <a:ext uri="{FF2B5EF4-FFF2-40B4-BE49-F238E27FC236}">
                <a16:creationId xmlns:a16="http://schemas.microsoft.com/office/drawing/2014/main" id="{3017AD56-9BC4-6D31-3345-F45E434BE425}"/>
              </a:ext>
            </a:extLst>
          </p:cNvPr>
          <p:cNvSpPr txBox="1">
            <a:spLocks/>
          </p:cNvSpPr>
          <p:nvPr/>
        </p:nvSpPr>
        <p:spPr>
          <a:xfrm>
            <a:off x="3778421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246" name="テキスト プレースホルダー 2">
            <a:extLst>
              <a:ext uri="{FF2B5EF4-FFF2-40B4-BE49-F238E27FC236}">
                <a16:creationId xmlns:a16="http://schemas.microsoft.com/office/drawing/2014/main" id="{A300123B-8E51-5F24-F047-55E671B7BC95}"/>
              </a:ext>
            </a:extLst>
          </p:cNvPr>
          <p:cNvSpPr txBox="1">
            <a:spLocks/>
          </p:cNvSpPr>
          <p:nvPr/>
        </p:nvSpPr>
        <p:spPr>
          <a:xfrm>
            <a:off x="4702107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247" name="テキスト プレースホルダー 2">
            <a:extLst>
              <a:ext uri="{FF2B5EF4-FFF2-40B4-BE49-F238E27FC236}">
                <a16:creationId xmlns:a16="http://schemas.microsoft.com/office/drawing/2014/main" id="{F4EAF883-48BC-DB82-1FC5-6951D30BC42A}"/>
              </a:ext>
            </a:extLst>
          </p:cNvPr>
          <p:cNvSpPr txBox="1">
            <a:spLocks/>
          </p:cNvSpPr>
          <p:nvPr/>
        </p:nvSpPr>
        <p:spPr>
          <a:xfrm>
            <a:off x="5899432" y="-424241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D1E23FCB-9E2C-B5B6-D16C-69A82A0963C4}"/>
              </a:ext>
            </a:extLst>
          </p:cNvPr>
          <p:cNvSpPr/>
          <p:nvPr/>
        </p:nvSpPr>
        <p:spPr>
          <a:xfrm>
            <a:off x="2407842" y="-3057213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2B55DC3A-030D-D00B-F641-E004A3F30B64}"/>
              </a:ext>
            </a:extLst>
          </p:cNvPr>
          <p:cNvCxnSpPr>
            <a:cxnSpLocks/>
          </p:cNvCxnSpPr>
          <p:nvPr/>
        </p:nvCxnSpPr>
        <p:spPr>
          <a:xfrm flipH="1" flipV="1">
            <a:off x="2692055" y="-2972873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E1A4AA14-BB64-E645-4E5B-5E9CB4811BA2}"/>
              </a:ext>
            </a:extLst>
          </p:cNvPr>
          <p:cNvCxnSpPr>
            <a:cxnSpLocks/>
          </p:cNvCxnSpPr>
          <p:nvPr/>
        </p:nvCxnSpPr>
        <p:spPr>
          <a:xfrm>
            <a:off x="2700947" y="-3487595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2908C596-5904-8EB1-D5A6-863E0D909DE7}"/>
              </a:ext>
            </a:extLst>
          </p:cNvPr>
          <p:cNvCxnSpPr>
            <a:cxnSpLocks/>
          </p:cNvCxnSpPr>
          <p:nvPr/>
        </p:nvCxnSpPr>
        <p:spPr>
          <a:xfrm>
            <a:off x="2592460" y="-2141143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385B2220-C7D1-6BCA-2A47-6594FAA46EAE}"/>
              </a:ext>
            </a:extLst>
          </p:cNvPr>
          <p:cNvCxnSpPr/>
          <p:nvPr/>
        </p:nvCxnSpPr>
        <p:spPr>
          <a:xfrm>
            <a:off x="2702314" y="-246976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71178655-72EA-1DA1-B7E7-D4E93D2632DA}"/>
              </a:ext>
            </a:extLst>
          </p:cNvPr>
          <p:cNvCxnSpPr>
            <a:cxnSpLocks/>
          </p:cNvCxnSpPr>
          <p:nvPr/>
        </p:nvCxnSpPr>
        <p:spPr>
          <a:xfrm>
            <a:off x="2650181" y="-2103635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F0E8F8DB-1855-0548-9FC1-3D42A99F37E0}"/>
              </a:ext>
            </a:extLst>
          </p:cNvPr>
          <p:cNvCxnSpPr>
            <a:cxnSpLocks/>
          </p:cNvCxnSpPr>
          <p:nvPr/>
        </p:nvCxnSpPr>
        <p:spPr>
          <a:xfrm>
            <a:off x="2674692" y="-206612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Oval 254">
            <a:extLst>
              <a:ext uri="{FF2B5EF4-FFF2-40B4-BE49-F238E27FC236}">
                <a16:creationId xmlns:a16="http://schemas.microsoft.com/office/drawing/2014/main" id="{045802F2-611B-6075-367A-FE4DFDE195AE}"/>
              </a:ext>
            </a:extLst>
          </p:cNvPr>
          <p:cNvSpPr/>
          <p:nvPr/>
        </p:nvSpPr>
        <p:spPr>
          <a:xfrm>
            <a:off x="5413153" y="-3057784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5C1F4404-10B3-AC43-B385-847C9B546411}"/>
              </a:ext>
            </a:extLst>
          </p:cNvPr>
          <p:cNvCxnSpPr>
            <a:cxnSpLocks/>
          </p:cNvCxnSpPr>
          <p:nvPr/>
        </p:nvCxnSpPr>
        <p:spPr>
          <a:xfrm flipH="1" flipV="1">
            <a:off x="5697366" y="-2973444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4C9E7921-9644-64A6-0D9F-CB0859CDE587}"/>
              </a:ext>
            </a:extLst>
          </p:cNvPr>
          <p:cNvCxnSpPr>
            <a:cxnSpLocks/>
          </p:cNvCxnSpPr>
          <p:nvPr/>
        </p:nvCxnSpPr>
        <p:spPr>
          <a:xfrm>
            <a:off x="5706258" y="-3488166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3BD01F0-2154-3990-CC18-6DAF9EF424E5}"/>
              </a:ext>
            </a:extLst>
          </p:cNvPr>
          <p:cNvCxnSpPr>
            <a:cxnSpLocks/>
          </p:cNvCxnSpPr>
          <p:nvPr/>
        </p:nvCxnSpPr>
        <p:spPr>
          <a:xfrm>
            <a:off x="5587512" y="-214171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E1695ADC-4BB8-FDAC-DF22-B7CECBA45006}"/>
              </a:ext>
            </a:extLst>
          </p:cNvPr>
          <p:cNvCxnSpPr/>
          <p:nvPr/>
        </p:nvCxnSpPr>
        <p:spPr>
          <a:xfrm>
            <a:off x="5697366" y="-247033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EFDB469C-6E3E-480D-D97B-2E7C05EF84D9}"/>
              </a:ext>
            </a:extLst>
          </p:cNvPr>
          <p:cNvCxnSpPr>
            <a:cxnSpLocks/>
          </p:cNvCxnSpPr>
          <p:nvPr/>
        </p:nvCxnSpPr>
        <p:spPr>
          <a:xfrm>
            <a:off x="5645233" y="-210420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4BA0C1A6-2165-21DA-1CA3-0D3E2F6CEA23}"/>
              </a:ext>
            </a:extLst>
          </p:cNvPr>
          <p:cNvCxnSpPr>
            <a:cxnSpLocks/>
          </p:cNvCxnSpPr>
          <p:nvPr/>
        </p:nvCxnSpPr>
        <p:spPr>
          <a:xfrm>
            <a:off x="5669744" y="-206669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テキスト プレースホルダー 2">
            <a:extLst>
              <a:ext uri="{FF2B5EF4-FFF2-40B4-BE49-F238E27FC236}">
                <a16:creationId xmlns:a16="http://schemas.microsoft.com/office/drawing/2014/main" id="{0F21FCFC-6912-A429-E8D5-1E5061FDDFF8}"/>
              </a:ext>
            </a:extLst>
          </p:cNvPr>
          <p:cNvSpPr txBox="1">
            <a:spLocks/>
          </p:cNvSpPr>
          <p:nvPr/>
        </p:nvSpPr>
        <p:spPr>
          <a:xfrm>
            <a:off x="6823118" y="-42486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F4B296D5-58AA-12F0-2006-5D8107CBAC6D}"/>
              </a:ext>
            </a:extLst>
          </p:cNvPr>
          <p:cNvSpPr/>
          <p:nvPr/>
        </p:nvSpPr>
        <p:spPr>
          <a:xfrm rot="10800000">
            <a:off x="7820368" y="-3690034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C0B826A-63AA-5BD5-286F-EA203FA9A6E0}"/>
              </a:ext>
            </a:extLst>
          </p:cNvPr>
          <p:cNvCxnSpPr>
            <a:cxnSpLocks/>
          </p:cNvCxnSpPr>
          <p:nvPr/>
        </p:nvCxnSpPr>
        <p:spPr>
          <a:xfrm>
            <a:off x="8452915" y="-35245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Oval 328">
            <a:extLst>
              <a:ext uri="{FF2B5EF4-FFF2-40B4-BE49-F238E27FC236}">
                <a16:creationId xmlns:a16="http://schemas.microsoft.com/office/drawing/2014/main" id="{08FADBA7-9D48-B74C-241E-1A080F05795B}"/>
              </a:ext>
            </a:extLst>
          </p:cNvPr>
          <p:cNvSpPr/>
          <p:nvPr/>
        </p:nvSpPr>
        <p:spPr>
          <a:xfrm>
            <a:off x="8695903" y="-357121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8D07104A-B8C9-E828-C694-3321B3E54544}"/>
              </a:ext>
            </a:extLst>
          </p:cNvPr>
          <p:cNvCxnSpPr>
            <a:cxnSpLocks/>
          </p:cNvCxnSpPr>
          <p:nvPr/>
        </p:nvCxnSpPr>
        <p:spPr>
          <a:xfrm>
            <a:off x="8765727" y="-352335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>
            <a:extLst>
              <a:ext uri="{FF2B5EF4-FFF2-40B4-BE49-F238E27FC236}">
                <a16:creationId xmlns:a16="http://schemas.microsoft.com/office/drawing/2014/main" id="{F0313C84-F799-481D-3808-929BA6CC498E}"/>
              </a:ext>
            </a:extLst>
          </p:cNvPr>
          <p:cNvSpPr/>
          <p:nvPr/>
        </p:nvSpPr>
        <p:spPr>
          <a:xfrm rot="10800000">
            <a:off x="9031992" y="-3694950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8EA59421-5A41-34BA-2F49-0379ABC54EB7}"/>
              </a:ext>
            </a:extLst>
          </p:cNvPr>
          <p:cNvCxnSpPr>
            <a:cxnSpLocks/>
          </p:cNvCxnSpPr>
          <p:nvPr/>
        </p:nvCxnSpPr>
        <p:spPr>
          <a:xfrm>
            <a:off x="9671464" y="-35249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Rectangle 332">
            <a:extLst>
              <a:ext uri="{FF2B5EF4-FFF2-40B4-BE49-F238E27FC236}">
                <a16:creationId xmlns:a16="http://schemas.microsoft.com/office/drawing/2014/main" id="{92D38777-1984-3743-530D-6CB9340AB6A4}"/>
              </a:ext>
            </a:extLst>
          </p:cNvPr>
          <p:cNvSpPr/>
          <p:nvPr/>
        </p:nvSpPr>
        <p:spPr>
          <a:xfrm rot="10800000">
            <a:off x="9930804" y="-367983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238B312-0D9E-6C29-4392-47D6F00CB40B}"/>
              </a:ext>
            </a:extLst>
          </p:cNvPr>
          <p:cNvCxnSpPr>
            <a:cxnSpLocks/>
          </p:cNvCxnSpPr>
          <p:nvPr/>
        </p:nvCxnSpPr>
        <p:spPr>
          <a:xfrm>
            <a:off x="10570276" y="-352870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テキスト プレースホルダー 2">
            <a:extLst>
              <a:ext uri="{FF2B5EF4-FFF2-40B4-BE49-F238E27FC236}">
                <a16:creationId xmlns:a16="http://schemas.microsoft.com/office/drawing/2014/main" id="{6029BAED-057C-E6B8-E6A8-357FB5724990}"/>
              </a:ext>
            </a:extLst>
          </p:cNvPr>
          <p:cNvSpPr txBox="1">
            <a:spLocks/>
          </p:cNvSpPr>
          <p:nvPr/>
        </p:nvSpPr>
        <p:spPr>
          <a:xfrm>
            <a:off x="7741869" y="-421398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336" name="テキスト プレースホルダー 2">
            <a:extLst>
              <a:ext uri="{FF2B5EF4-FFF2-40B4-BE49-F238E27FC236}">
                <a16:creationId xmlns:a16="http://schemas.microsoft.com/office/drawing/2014/main" id="{5C17684D-2F84-885B-BEBC-0A5E3E6EDF43}"/>
              </a:ext>
            </a:extLst>
          </p:cNvPr>
          <p:cNvSpPr txBox="1">
            <a:spLocks/>
          </p:cNvSpPr>
          <p:nvPr/>
        </p:nvSpPr>
        <p:spPr>
          <a:xfrm>
            <a:off x="8939194" y="-423293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00D2BAC4-40E9-275D-B3E3-42E7FA4575DA}"/>
              </a:ext>
            </a:extLst>
          </p:cNvPr>
          <p:cNvSpPr/>
          <p:nvPr/>
        </p:nvSpPr>
        <p:spPr>
          <a:xfrm>
            <a:off x="8452915" y="-3048306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F2494359-B4CD-8543-FA2C-EF0D1DDFA533}"/>
              </a:ext>
            </a:extLst>
          </p:cNvPr>
          <p:cNvCxnSpPr>
            <a:cxnSpLocks/>
          </p:cNvCxnSpPr>
          <p:nvPr/>
        </p:nvCxnSpPr>
        <p:spPr>
          <a:xfrm flipH="1" flipV="1">
            <a:off x="8737128" y="-2963966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62349A64-5AF4-A66E-FD78-3D7261FA4D6D}"/>
              </a:ext>
            </a:extLst>
          </p:cNvPr>
          <p:cNvCxnSpPr>
            <a:cxnSpLocks/>
          </p:cNvCxnSpPr>
          <p:nvPr/>
        </p:nvCxnSpPr>
        <p:spPr>
          <a:xfrm>
            <a:off x="8746020" y="-347868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5931D949-5ECF-B9B6-38BB-69EA85821CC6}"/>
              </a:ext>
            </a:extLst>
          </p:cNvPr>
          <p:cNvCxnSpPr>
            <a:cxnSpLocks/>
          </p:cNvCxnSpPr>
          <p:nvPr/>
        </p:nvCxnSpPr>
        <p:spPr>
          <a:xfrm>
            <a:off x="8627274" y="-213223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F612EC44-FA3B-2CA6-95FD-9F5E9E8DDDDB}"/>
              </a:ext>
            </a:extLst>
          </p:cNvPr>
          <p:cNvCxnSpPr/>
          <p:nvPr/>
        </p:nvCxnSpPr>
        <p:spPr>
          <a:xfrm>
            <a:off x="8737128" y="-24608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34135F5A-55BE-FD9E-75BE-8481649F67C6}"/>
              </a:ext>
            </a:extLst>
          </p:cNvPr>
          <p:cNvCxnSpPr>
            <a:cxnSpLocks/>
          </p:cNvCxnSpPr>
          <p:nvPr/>
        </p:nvCxnSpPr>
        <p:spPr>
          <a:xfrm>
            <a:off x="8684995" y="-209472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E33E865D-25E7-4E41-F2F5-1F18FE34853E}"/>
              </a:ext>
            </a:extLst>
          </p:cNvPr>
          <p:cNvCxnSpPr>
            <a:cxnSpLocks/>
          </p:cNvCxnSpPr>
          <p:nvPr/>
        </p:nvCxnSpPr>
        <p:spPr>
          <a:xfrm>
            <a:off x="8709506" y="-205722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テキスト プレースホルダー 2">
            <a:extLst>
              <a:ext uri="{FF2B5EF4-FFF2-40B4-BE49-F238E27FC236}">
                <a16:creationId xmlns:a16="http://schemas.microsoft.com/office/drawing/2014/main" id="{3A78990C-64D8-21BB-4FB5-ACC1A8AFD7A8}"/>
              </a:ext>
            </a:extLst>
          </p:cNvPr>
          <p:cNvSpPr txBox="1">
            <a:spLocks/>
          </p:cNvSpPr>
          <p:nvPr/>
        </p:nvSpPr>
        <p:spPr>
          <a:xfrm>
            <a:off x="9862880" y="-423914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E47DF687-2B12-A21A-F85D-E381A28B694C}"/>
              </a:ext>
            </a:extLst>
          </p:cNvPr>
          <p:cNvSpPr/>
          <p:nvPr/>
        </p:nvSpPr>
        <p:spPr>
          <a:xfrm rot="16200000" flipH="1">
            <a:off x="21223717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933B95FD-BF71-08CE-26C0-DE5D644BB7E5}"/>
              </a:ext>
            </a:extLst>
          </p:cNvPr>
          <p:cNvSpPr/>
          <p:nvPr/>
        </p:nvSpPr>
        <p:spPr>
          <a:xfrm rot="16200000" flipH="1">
            <a:off x="20685727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3B516776-2DA5-5540-A820-5D4A14A88242}"/>
              </a:ext>
            </a:extLst>
          </p:cNvPr>
          <p:cNvCxnSpPr>
            <a:cxnSpLocks/>
            <a:stCxn id="404" idx="3"/>
          </p:cNvCxnSpPr>
          <p:nvPr/>
        </p:nvCxnSpPr>
        <p:spPr>
          <a:xfrm flipH="1">
            <a:off x="21543453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6CD62C50-9AE1-B945-9998-D13AF40F2D49}"/>
              </a:ext>
            </a:extLst>
          </p:cNvPr>
          <p:cNvCxnSpPr/>
          <p:nvPr/>
        </p:nvCxnSpPr>
        <p:spPr>
          <a:xfrm flipH="1">
            <a:off x="21010923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D6DFC87C-EC80-6151-B2DC-1EFEEAA736C0}"/>
              </a:ext>
            </a:extLst>
          </p:cNvPr>
          <p:cNvCxnSpPr>
            <a:cxnSpLocks/>
          </p:cNvCxnSpPr>
          <p:nvPr/>
        </p:nvCxnSpPr>
        <p:spPr>
          <a:xfrm flipH="1">
            <a:off x="21010923" y="-1925381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9A7EF8EC-CDA7-99B8-C667-E527D7FE53B9}"/>
              </a:ext>
            </a:extLst>
          </p:cNvPr>
          <p:cNvCxnSpPr>
            <a:cxnSpLocks/>
          </p:cNvCxnSpPr>
          <p:nvPr/>
        </p:nvCxnSpPr>
        <p:spPr>
          <a:xfrm flipH="1">
            <a:off x="21277188" y="-192538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26D7238A-41F1-F1F7-ED61-49FBF1CEEB80}"/>
              </a:ext>
            </a:extLst>
          </p:cNvPr>
          <p:cNvCxnSpPr>
            <a:cxnSpLocks/>
          </p:cNvCxnSpPr>
          <p:nvPr/>
        </p:nvCxnSpPr>
        <p:spPr>
          <a:xfrm flipH="1">
            <a:off x="21038983" y="-1596761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8A7AD5FE-1DA6-9C89-A0A8-01AEC7F8D104}"/>
              </a:ext>
            </a:extLst>
          </p:cNvPr>
          <p:cNvCxnSpPr>
            <a:cxnSpLocks/>
          </p:cNvCxnSpPr>
          <p:nvPr/>
        </p:nvCxnSpPr>
        <p:spPr>
          <a:xfrm flipH="1">
            <a:off x="21116704" y="-1460369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CFA21A48-09BD-AE1D-C990-CEA880920A5D}"/>
              </a:ext>
            </a:extLst>
          </p:cNvPr>
          <p:cNvCxnSpPr>
            <a:cxnSpLocks/>
          </p:cNvCxnSpPr>
          <p:nvPr/>
        </p:nvCxnSpPr>
        <p:spPr>
          <a:xfrm flipH="1">
            <a:off x="21161874" y="-1131749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3B6D3B4B-F4F5-2BAE-D042-434EABFFBFE2}"/>
              </a:ext>
            </a:extLst>
          </p:cNvPr>
          <p:cNvCxnSpPr/>
          <p:nvPr/>
        </p:nvCxnSpPr>
        <p:spPr>
          <a:xfrm flipH="1">
            <a:off x="21277188" y="-146036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CB76AA6E-7889-7122-4D73-BE6F737C3EF1}"/>
              </a:ext>
            </a:extLst>
          </p:cNvPr>
          <p:cNvCxnSpPr>
            <a:cxnSpLocks/>
          </p:cNvCxnSpPr>
          <p:nvPr/>
        </p:nvCxnSpPr>
        <p:spPr>
          <a:xfrm flipH="1">
            <a:off x="21211383" y="-109424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2128C192-9328-F59C-9A3D-9C27460AF208}"/>
              </a:ext>
            </a:extLst>
          </p:cNvPr>
          <p:cNvCxnSpPr>
            <a:cxnSpLocks/>
          </p:cNvCxnSpPr>
          <p:nvPr/>
        </p:nvCxnSpPr>
        <p:spPr>
          <a:xfrm flipH="1">
            <a:off x="21245841" y="-105673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E33A40ED-EC37-862A-5B86-87AB003DDABF}"/>
              </a:ext>
            </a:extLst>
          </p:cNvPr>
          <p:cNvCxnSpPr/>
          <p:nvPr/>
        </p:nvCxnSpPr>
        <p:spPr>
          <a:xfrm flipH="1">
            <a:off x="21543453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13B9AA05-4463-C097-53D9-067324FFE801}"/>
              </a:ext>
            </a:extLst>
          </p:cNvPr>
          <p:cNvCxnSpPr/>
          <p:nvPr/>
        </p:nvCxnSpPr>
        <p:spPr>
          <a:xfrm flipH="1">
            <a:off x="21010923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5A4B15B2-0F9B-8401-D2EC-FC362DE1F361}"/>
              </a:ext>
            </a:extLst>
          </p:cNvPr>
          <p:cNvCxnSpPr>
            <a:cxnSpLocks/>
          </p:cNvCxnSpPr>
          <p:nvPr/>
        </p:nvCxnSpPr>
        <p:spPr>
          <a:xfrm flipH="1">
            <a:off x="21010923" y="-3210455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B5B76F92-8039-CFA6-C7CC-828735BF79C4}"/>
              </a:ext>
            </a:extLst>
          </p:cNvPr>
          <p:cNvCxnSpPr>
            <a:cxnSpLocks/>
          </p:cNvCxnSpPr>
          <p:nvPr/>
        </p:nvCxnSpPr>
        <p:spPr>
          <a:xfrm flipH="1">
            <a:off x="21277188" y="-355071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Rectangle 423">
            <a:extLst>
              <a:ext uri="{FF2B5EF4-FFF2-40B4-BE49-F238E27FC236}">
                <a16:creationId xmlns:a16="http://schemas.microsoft.com/office/drawing/2014/main" id="{4D0D59D2-DE5A-1722-0238-C3B356FD6318}"/>
              </a:ext>
            </a:extLst>
          </p:cNvPr>
          <p:cNvSpPr/>
          <p:nvPr/>
        </p:nvSpPr>
        <p:spPr>
          <a:xfrm rot="10800000" flipH="1">
            <a:off x="20371451" y="-3690863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D14C0C47-5D3F-814C-9A30-612DEA6BBA3D}"/>
              </a:ext>
            </a:extLst>
          </p:cNvPr>
          <p:cNvCxnSpPr>
            <a:cxnSpLocks/>
          </p:cNvCxnSpPr>
          <p:nvPr/>
        </p:nvCxnSpPr>
        <p:spPr>
          <a:xfrm flipH="1">
            <a:off x="21010923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66A47E36-894C-35FF-0378-0D4DB1384974}"/>
              </a:ext>
            </a:extLst>
          </p:cNvPr>
          <p:cNvCxnSpPr>
            <a:cxnSpLocks/>
          </p:cNvCxnSpPr>
          <p:nvPr/>
        </p:nvCxnSpPr>
        <p:spPr>
          <a:xfrm flipH="1">
            <a:off x="20105186" y="-353383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Oval 426">
            <a:extLst>
              <a:ext uri="{FF2B5EF4-FFF2-40B4-BE49-F238E27FC236}">
                <a16:creationId xmlns:a16="http://schemas.microsoft.com/office/drawing/2014/main" id="{3831A4F4-D236-9C18-F338-7AB77542F8FE}"/>
              </a:ext>
            </a:extLst>
          </p:cNvPr>
          <p:cNvSpPr/>
          <p:nvPr/>
        </p:nvSpPr>
        <p:spPr>
          <a:xfrm flipH="1">
            <a:off x="20035364" y="-3580541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E0232E51-45F1-31D7-6F0E-F234017D27D5}"/>
              </a:ext>
            </a:extLst>
          </p:cNvPr>
          <p:cNvCxnSpPr>
            <a:cxnSpLocks/>
          </p:cNvCxnSpPr>
          <p:nvPr/>
        </p:nvCxnSpPr>
        <p:spPr>
          <a:xfrm flipH="1">
            <a:off x="19792374" y="-35326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Rectangle 428">
            <a:extLst>
              <a:ext uri="{FF2B5EF4-FFF2-40B4-BE49-F238E27FC236}">
                <a16:creationId xmlns:a16="http://schemas.microsoft.com/office/drawing/2014/main" id="{91DF1620-CE14-FEAB-A3BF-FA4296E0A9F1}"/>
              </a:ext>
            </a:extLst>
          </p:cNvPr>
          <p:cNvSpPr/>
          <p:nvPr/>
        </p:nvSpPr>
        <p:spPr>
          <a:xfrm rot="10800000" flipH="1">
            <a:off x="19152902" y="-3707125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59E68FB6-742A-52E0-C8FF-FF1867BE7F0F}"/>
              </a:ext>
            </a:extLst>
          </p:cNvPr>
          <p:cNvCxnSpPr>
            <a:cxnSpLocks/>
          </p:cNvCxnSpPr>
          <p:nvPr/>
        </p:nvCxnSpPr>
        <p:spPr>
          <a:xfrm flipH="1">
            <a:off x="18886637" y="-35431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Rectangle 430">
            <a:extLst>
              <a:ext uri="{FF2B5EF4-FFF2-40B4-BE49-F238E27FC236}">
                <a16:creationId xmlns:a16="http://schemas.microsoft.com/office/drawing/2014/main" id="{7C7AB04F-1BAD-B613-8E22-A8A7ABEEA510}"/>
              </a:ext>
            </a:extLst>
          </p:cNvPr>
          <p:cNvSpPr/>
          <p:nvPr/>
        </p:nvSpPr>
        <p:spPr>
          <a:xfrm rot="10800000" flipH="1">
            <a:off x="18254090" y="-3699513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0643504D-2EA2-5B0C-32C2-4C56CD6AA331}"/>
              </a:ext>
            </a:extLst>
          </p:cNvPr>
          <p:cNvCxnSpPr>
            <a:cxnSpLocks/>
          </p:cNvCxnSpPr>
          <p:nvPr/>
        </p:nvCxnSpPr>
        <p:spPr>
          <a:xfrm flipH="1">
            <a:off x="17991762" y="-354310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Rectangle 432">
            <a:extLst>
              <a:ext uri="{FF2B5EF4-FFF2-40B4-BE49-F238E27FC236}">
                <a16:creationId xmlns:a16="http://schemas.microsoft.com/office/drawing/2014/main" id="{0CCB3D82-8F9C-54BD-6584-4D194242BFBF}"/>
              </a:ext>
            </a:extLst>
          </p:cNvPr>
          <p:cNvSpPr/>
          <p:nvPr/>
        </p:nvSpPr>
        <p:spPr>
          <a:xfrm rot="10800000" flipH="1">
            <a:off x="17359215" y="-3699512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2CD5517C-D000-6D2D-0574-CC8E5DF63CAE}"/>
              </a:ext>
            </a:extLst>
          </p:cNvPr>
          <p:cNvCxnSpPr>
            <a:cxnSpLocks/>
          </p:cNvCxnSpPr>
          <p:nvPr/>
        </p:nvCxnSpPr>
        <p:spPr>
          <a:xfrm flipH="1">
            <a:off x="17099875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109A2310-315F-9B90-C2F1-A56D6929331F}"/>
              </a:ext>
            </a:extLst>
          </p:cNvPr>
          <p:cNvSpPr/>
          <p:nvPr/>
        </p:nvSpPr>
        <p:spPr>
          <a:xfrm flipH="1">
            <a:off x="17030053" y="-3580694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6" name="Straight Connector 435">
            <a:extLst>
              <a:ext uri="{FF2B5EF4-FFF2-40B4-BE49-F238E27FC236}">
                <a16:creationId xmlns:a16="http://schemas.microsoft.com/office/drawing/2014/main" id="{9EA6B0A1-4B8A-E7DD-AD2B-AF7B9CE64DBF}"/>
              </a:ext>
            </a:extLst>
          </p:cNvPr>
          <p:cNvCxnSpPr>
            <a:cxnSpLocks/>
          </p:cNvCxnSpPr>
          <p:nvPr/>
        </p:nvCxnSpPr>
        <p:spPr>
          <a:xfrm flipH="1">
            <a:off x="16787063" y="-353282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Rectangle 436">
            <a:extLst>
              <a:ext uri="{FF2B5EF4-FFF2-40B4-BE49-F238E27FC236}">
                <a16:creationId xmlns:a16="http://schemas.microsoft.com/office/drawing/2014/main" id="{3A30940A-6D36-51BD-FB95-3F76673C9B44}"/>
              </a:ext>
            </a:extLst>
          </p:cNvPr>
          <p:cNvSpPr/>
          <p:nvPr/>
        </p:nvSpPr>
        <p:spPr>
          <a:xfrm rot="10800000" flipH="1">
            <a:off x="16147591" y="-3704428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62154C2C-7E36-048D-CF3D-3E5377ECAC48}"/>
              </a:ext>
            </a:extLst>
          </p:cNvPr>
          <p:cNvCxnSpPr>
            <a:cxnSpLocks/>
          </p:cNvCxnSpPr>
          <p:nvPr/>
        </p:nvCxnSpPr>
        <p:spPr>
          <a:xfrm flipH="1">
            <a:off x="15881326" y="-353445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Rectangle 438">
            <a:extLst>
              <a:ext uri="{FF2B5EF4-FFF2-40B4-BE49-F238E27FC236}">
                <a16:creationId xmlns:a16="http://schemas.microsoft.com/office/drawing/2014/main" id="{FAAEF588-DE5A-2EC0-8BE3-629ABF217C86}"/>
              </a:ext>
            </a:extLst>
          </p:cNvPr>
          <p:cNvSpPr/>
          <p:nvPr/>
        </p:nvSpPr>
        <p:spPr>
          <a:xfrm rot="10800000" flipH="1">
            <a:off x="15248779" y="-3689308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815A2609-98DD-EB63-3FEA-F3528536B0C6}"/>
              </a:ext>
            </a:extLst>
          </p:cNvPr>
          <p:cNvCxnSpPr>
            <a:cxnSpLocks/>
          </p:cNvCxnSpPr>
          <p:nvPr/>
        </p:nvCxnSpPr>
        <p:spPr>
          <a:xfrm flipH="1">
            <a:off x="14982514" y="-353818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" name="テキスト プレースホルダー 2">
            <a:extLst>
              <a:ext uri="{FF2B5EF4-FFF2-40B4-BE49-F238E27FC236}">
                <a16:creationId xmlns:a16="http://schemas.microsoft.com/office/drawing/2014/main" id="{5E1DFD41-0BB4-5414-2ED1-0F7D57304FB6}"/>
              </a:ext>
            </a:extLst>
          </p:cNvPr>
          <p:cNvSpPr txBox="1">
            <a:spLocks/>
          </p:cNvSpPr>
          <p:nvPr/>
        </p:nvSpPr>
        <p:spPr>
          <a:xfrm flipH="1">
            <a:off x="19978570" y="-1749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2" name="テキスト プレースホルダー 2">
            <a:extLst>
              <a:ext uri="{FF2B5EF4-FFF2-40B4-BE49-F238E27FC236}">
                <a16:creationId xmlns:a16="http://schemas.microsoft.com/office/drawing/2014/main" id="{745B7F3F-0E81-549A-1A05-194CA77FD382}"/>
              </a:ext>
            </a:extLst>
          </p:cNvPr>
          <p:cNvSpPr txBox="1">
            <a:spLocks/>
          </p:cNvSpPr>
          <p:nvPr/>
        </p:nvSpPr>
        <p:spPr>
          <a:xfrm flipH="1">
            <a:off x="20087237" y="-2325246"/>
            <a:ext cx="1058259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3" name="テキスト プレースホルダー 2">
            <a:extLst>
              <a:ext uri="{FF2B5EF4-FFF2-40B4-BE49-F238E27FC236}">
                <a16:creationId xmlns:a16="http://schemas.microsoft.com/office/drawing/2014/main" id="{9470308A-DF5A-BA63-442A-E62A9199E31A}"/>
              </a:ext>
            </a:extLst>
          </p:cNvPr>
          <p:cNvSpPr txBox="1">
            <a:spLocks/>
          </p:cNvSpPr>
          <p:nvPr/>
        </p:nvSpPr>
        <p:spPr>
          <a:xfrm flipH="1">
            <a:off x="21522183" y="-2225259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4" name="テキスト プレースホルダー 2">
            <a:extLst>
              <a:ext uri="{FF2B5EF4-FFF2-40B4-BE49-F238E27FC236}">
                <a16:creationId xmlns:a16="http://schemas.microsoft.com/office/drawing/2014/main" id="{835BCDF1-610B-E813-E929-56870A8BFB5C}"/>
              </a:ext>
            </a:extLst>
          </p:cNvPr>
          <p:cNvSpPr txBox="1">
            <a:spLocks/>
          </p:cNvSpPr>
          <p:nvPr/>
        </p:nvSpPr>
        <p:spPr>
          <a:xfrm flipH="1">
            <a:off x="20238319" y="-422835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5" name="テキスト プレースホルダー 2">
            <a:extLst>
              <a:ext uri="{FF2B5EF4-FFF2-40B4-BE49-F238E27FC236}">
                <a16:creationId xmlns:a16="http://schemas.microsoft.com/office/drawing/2014/main" id="{ED64EC21-9FCD-C3B7-B654-E1E9A50AE956}"/>
              </a:ext>
            </a:extLst>
          </p:cNvPr>
          <p:cNvSpPr txBox="1">
            <a:spLocks/>
          </p:cNvSpPr>
          <p:nvPr/>
        </p:nvSpPr>
        <p:spPr>
          <a:xfrm flipH="1">
            <a:off x="18984973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6" name="テキスト プレースホルダー 2">
            <a:extLst>
              <a:ext uri="{FF2B5EF4-FFF2-40B4-BE49-F238E27FC236}">
                <a16:creationId xmlns:a16="http://schemas.microsoft.com/office/drawing/2014/main" id="{F7B8E280-7131-0DDF-F5DD-93F91F1B74A0}"/>
              </a:ext>
            </a:extLst>
          </p:cNvPr>
          <p:cNvSpPr txBox="1">
            <a:spLocks/>
          </p:cNvSpPr>
          <p:nvPr/>
        </p:nvSpPr>
        <p:spPr>
          <a:xfrm flipH="1">
            <a:off x="18077186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447" name="テキスト プレースホルダー 2">
            <a:extLst>
              <a:ext uri="{FF2B5EF4-FFF2-40B4-BE49-F238E27FC236}">
                <a16:creationId xmlns:a16="http://schemas.microsoft.com/office/drawing/2014/main" id="{91FDF908-3757-A206-D75B-03055928045D}"/>
              </a:ext>
            </a:extLst>
          </p:cNvPr>
          <p:cNvSpPr txBox="1">
            <a:spLocks/>
          </p:cNvSpPr>
          <p:nvPr/>
        </p:nvSpPr>
        <p:spPr>
          <a:xfrm flipH="1">
            <a:off x="17153500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8" name="テキスト プレースホルダー 2">
            <a:extLst>
              <a:ext uri="{FF2B5EF4-FFF2-40B4-BE49-F238E27FC236}">
                <a16:creationId xmlns:a16="http://schemas.microsoft.com/office/drawing/2014/main" id="{1DDDA95F-19C7-0037-5180-591BD5129E2A}"/>
              </a:ext>
            </a:extLst>
          </p:cNvPr>
          <p:cNvSpPr txBox="1">
            <a:spLocks/>
          </p:cNvSpPr>
          <p:nvPr/>
        </p:nvSpPr>
        <p:spPr>
          <a:xfrm flipH="1">
            <a:off x="15956175" y="-424241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2A84342F-4579-BA6F-DDDE-585D48E0F47D}"/>
              </a:ext>
            </a:extLst>
          </p:cNvPr>
          <p:cNvSpPr/>
          <p:nvPr/>
        </p:nvSpPr>
        <p:spPr>
          <a:xfrm flipH="1">
            <a:off x="19792375" y="-3057213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C9B9BD45-F402-ED61-F26F-C717DF490F8B}"/>
              </a:ext>
            </a:extLst>
          </p:cNvPr>
          <p:cNvCxnSpPr>
            <a:cxnSpLocks/>
          </p:cNvCxnSpPr>
          <p:nvPr/>
        </p:nvCxnSpPr>
        <p:spPr>
          <a:xfrm flipV="1">
            <a:off x="20081913" y="-2972873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2A66EA5C-7F62-99A9-2C96-024B83ABE9A7}"/>
              </a:ext>
            </a:extLst>
          </p:cNvPr>
          <p:cNvCxnSpPr>
            <a:cxnSpLocks/>
          </p:cNvCxnSpPr>
          <p:nvPr/>
        </p:nvCxnSpPr>
        <p:spPr>
          <a:xfrm flipH="1">
            <a:off x="20078346" y="-3487595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2D86AEA1-76FC-49EE-A10D-DBF219160F00}"/>
              </a:ext>
            </a:extLst>
          </p:cNvPr>
          <p:cNvCxnSpPr>
            <a:cxnSpLocks/>
          </p:cNvCxnSpPr>
          <p:nvPr/>
        </p:nvCxnSpPr>
        <p:spPr>
          <a:xfrm flipH="1">
            <a:off x="19961665" y="-2141143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62DDDC45-4632-CBA2-4CE6-D5DAA99ED519}"/>
              </a:ext>
            </a:extLst>
          </p:cNvPr>
          <p:cNvCxnSpPr/>
          <p:nvPr/>
        </p:nvCxnSpPr>
        <p:spPr>
          <a:xfrm flipH="1">
            <a:off x="20076979" y="-246976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70337444-C2BE-F342-C94F-6B90BF16829F}"/>
              </a:ext>
            </a:extLst>
          </p:cNvPr>
          <p:cNvCxnSpPr>
            <a:cxnSpLocks/>
          </p:cNvCxnSpPr>
          <p:nvPr/>
        </p:nvCxnSpPr>
        <p:spPr>
          <a:xfrm flipH="1">
            <a:off x="20011174" y="-2103635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E1DA9320-4CA6-571A-2FEB-6316B54C201F}"/>
              </a:ext>
            </a:extLst>
          </p:cNvPr>
          <p:cNvCxnSpPr>
            <a:cxnSpLocks/>
          </p:cNvCxnSpPr>
          <p:nvPr/>
        </p:nvCxnSpPr>
        <p:spPr>
          <a:xfrm flipH="1">
            <a:off x="20045632" y="-206612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38623BE1-81BB-8912-6D30-220F634E038F}"/>
              </a:ext>
            </a:extLst>
          </p:cNvPr>
          <p:cNvSpPr/>
          <p:nvPr/>
        </p:nvSpPr>
        <p:spPr>
          <a:xfrm flipH="1">
            <a:off x="16787064" y="-3057784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Straight Arrow Connector 456">
            <a:extLst>
              <a:ext uri="{FF2B5EF4-FFF2-40B4-BE49-F238E27FC236}">
                <a16:creationId xmlns:a16="http://schemas.microsoft.com/office/drawing/2014/main" id="{1A656712-F410-32D1-77B1-D600CCADED5F}"/>
              </a:ext>
            </a:extLst>
          </p:cNvPr>
          <p:cNvCxnSpPr>
            <a:cxnSpLocks/>
          </p:cNvCxnSpPr>
          <p:nvPr/>
        </p:nvCxnSpPr>
        <p:spPr>
          <a:xfrm flipV="1">
            <a:off x="17076602" y="-2973444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C2711BA0-16B5-E95B-ACC7-684A4B7D7F36}"/>
              </a:ext>
            </a:extLst>
          </p:cNvPr>
          <p:cNvCxnSpPr>
            <a:cxnSpLocks/>
          </p:cNvCxnSpPr>
          <p:nvPr/>
        </p:nvCxnSpPr>
        <p:spPr>
          <a:xfrm flipH="1">
            <a:off x="17073035" y="-3488166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17D85E12-6E57-92C1-346C-B8C197F5F58F}"/>
              </a:ext>
            </a:extLst>
          </p:cNvPr>
          <p:cNvCxnSpPr>
            <a:cxnSpLocks/>
          </p:cNvCxnSpPr>
          <p:nvPr/>
        </p:nvCxnSpPr>
        <p:spPr>
          <a:xfrm flipH="1">
            <a:off x="16966613" y="-214171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4F977DEC-AF68-B036-0A4E-747F2E676E27}"/>
              </a:ext>
            </a:extLst>
          </p:cNvPr>
          <p:cNvCxnSpPr/>
          <p:nvPr/>
        </p:nvCxnSpPr>
        <p:spPr>
          <a:xfrm flipH="1">
            <a:off x="17081927" y="-247033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7B256B62-328C-105C-0813-375EEE92052E}"/>
              </a:ext>
            </a:extLst>
          </p:cNvPr>
          <p:cNvCxnSpPr>
            <a:cxnSpLocks/>
          </p:cNvCxnSpPr>
          <p:nvPr/>
        </p:nvCxnSpPr>
        <p:spPr>
          <a:xfrm flipH="1">
            <a:off x="17016122" y="-210420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0AE4450A-3CA3-F0D5-F726-F2D637F77C43}"/>
              </a:ext>
            </a:extLst>
          </p:cNvPr>
          <p:cNvCxnSpPr>
            <a:cxnSpLocks/>
          </p:cNvCxnSpPr>
          <p:nvPr/>
        </p:nvCxnSpPr>
        <p:spPr>
          <a:xfrm flipH="1">
            <a:off x="17050580" y="-206669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3" name="テキスト プレースホルダー 2">
            <a:extLst>
              <a:ext uri="{FF2B5EF4-FFF2-40B4-BE49-F238E27FC236}">
                <a16:creationId xmlns:a16="http://schemas.microsoft.com/office/drawing/2014/main" id="{5A5187E3-D86B-187C-0322-691BC660092C}"/>
              </a:ext>
            </a:extLst>
          </p:cNvPr>
          <p:cNvSpPr txBox="1">
            <a:spLocks/>
          </p:cNvSpPr>
          <p:nvPr/>
        </p:nvSpPr>
        <p:spPr>
          <a:xfrm flipH="1">
            <a:off x="15032489" y="-42486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55219C37-B568-962B-2A24-4FEA6B7236F8}"/>
              </a:ext>
            </a:extLst>
          </p:cNvPr>
          <p:cNvSpPr/>
          <p:nvPr/>
        </p:nvSpPr>
        <p:spPr>
          <a:xfrm rot="10800000" flipH="1">
            <a:off x="14319453" y="-3690034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84CE95F5-336E-F94C-6648-54B0CA23AAA4}"/>
              </a:ext>
            </a:extLst>
          </p:cNvPr>
          <p:cNvCxnSpPr>
            <a:cxnSpLocks/>
          </p:cNvCxnSpPr>
          <p:nvPr/>
        </p:nvCxnSpPr>
        <p:spPr>
          <a:xfrm flipH="1">
            <a:off x="14060113" y="-35245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Oval 465">
            <a:extLst>
              <a:ext uri="{FF2B5EF4-FFF2-40B4-BE49-F238E27FC236}">
                <a16:creationId xmlns:a16="http://schemas.microsoft.com/office/drawing/2014/main" id="{AFAD3B83-853A-E9E7-4C60-B6E4ADAA23DE}"/>
              </a:ext>
            </a:extLst>
          </p:cNvPr>
          <p:cNvSpPr/>
          <p:nvPr/>
        </p:nvSpPr>
        <p:spPr>
          <a:xfrm flipH="1">
            <a:off x="13990291" y="-357121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E9DCF15F-6016-5BDE-75F7-2831FDDA194A}"/>
              </a:ext>
            </a:extLst>
          </p:cNvPr>
          <p:cNvCxnSpPr>
            <a:cxnSpLocks/>
          </p:cNvCxnSpPr>
          <p:nvPr/>
        </p:nvCxnSpPr>
        <p:spPr>
          <a:xfrm flipH="1">
            <a:off x="13747301" y="-352335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8" name="Rectangle 467">
            <a:extLst>
              <a:ext uri="{FF2B5EF4-FFF2-40B4-BE49-F238E27FC236}">
                <a16:creationId xmlns:a16="http://schemas.microsoft.com/office/drawing/2014/main" id="{A38E51E7-1977-A6D6-8ED3-F7D8BD0B9813}"/>
              </a:ext>
            </a:extLst>
          </p:cNvPr>
          <p:cNvSpPr/>
          <p:nvPr/>
        </p:nvSpPr>
        <p:spPr>
          <a:xfrm rot="10800000" flipH="1">
            <a:off x="13107829" y="-3694950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0D4F7849-18AC-E8DB-4743-398226477228}"/>
              </a:ext>
            </a:extLst>
          </p:cNvPr>
          <p:cNvCxnSpPr>
            <a:cxnSpLocks/>
          </p:cNvCxnSpPr>
          <p:nvPr/>
        </p:nvCxnSpPr>
        <p:spPr>
          <a:xfrm flipH="1">
            <a:off x="12841564" y="-35249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8D71677-790E-CD11-F21A-16901E2AD7E6}"/>
              </a:ext>
            </a:extLst>
          </p:cNvPr>
          <p:cNvSpPr/>
          <p:nvPr/>
        </p:nvSpPr>
        <p:spPr>
          <a:xfrm rot="10800000" flipH="1">
            <a:off x="12209017" y="-367983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AE259C14-AB90-768F-B7C0-F65446CC7F60}"/>
              </a:ext>
            </a:extLst>
          </p:cNvPr>
          <p:cNvCxnSpPr>
            <a:cxnSpLocks/>
          </p:cNvCxnSpPr>
          <p:nvPr/>
        </p:nvCxnSpPr>
        <p:spPr>
          <a:xfrm flipH="1">
            <a:off x="11942752" y="-352870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テキスト プレースホルダー 2">
            <a:extLst>
              <a:ext uri="{FF2B5EF4-FFF2-40B4-BE49-F238E27FC236}">
                <a16:creationId xmlns:a16="http://schemas.microsoft.com/office/drawing/2014/main" id="{94ED0013-55DE-C640-09BD-2DC10902F31E}"/>
              </a:ext>
            </a:extLst>
          </p:cNvPr>
          <p:cNvSpPr txBox="1">
            <a:spLocks/>
          </p:cNvSpPr>
          <p:nvPr/>
        </p:nvSpPr>
        <p:spPr>
          <a:xfrm flipH="1">
            <a:off x="14113738" y="-421398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73" name="テキスト プレースホルダー 2">
            <a:extLst>
              <a:ext uri="{FF2B5EF4-FFF2-40B4-BE49-F238E27FC236}">
                <a16:creationId xmlns:a16="http://schemas.microsoft.com/office/drawing/2014/main" id="{479DF74A-5128-1354-1D25-CC536D20761B}"/>
              </a:ext>
            </a:extLst>
          </p:cNvPr>
          <p:cNvSpPr txBox="1">
            <a:spLocks/>
          </p:cNvSpPr>
          <p:nvPr/>
        </p:nvSpPr>
        <p:spPr>
          <a:xfrm flipH="1">
            <a:off x="12916413" y="-423293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74" name="Oval 473">
            <a:extLst>
              <a:ext uri="{FF2B5EF4-FFF2-40B4-BE49-F238E27FC236}">
                <a16:creationId xmlns:a16="http://schemas.microsoft.com/office/drawing/2014/main" id="{38040A52-34F2-6168-FE02-E6950877D3B9}"/>
              </a:ext>
            </a:extLst>
          </p:cNvPr>
          <p:cNvSpPr/>
          <p:nvPr/>
        </p:nvSpPr>
        <p:spPr>
          <a:xfrm flipH="1">
            <a:off x="13747302" y="-3048306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FEF6E06B-B0F6-199F-7D7C-E889D6727C14}"/>
              </a:ext>
            </a:extLst>
          </p:cNvPr>
          <p:cNvCxnSpPr>
            <a:cxnSpLocks/>
          </p:cNvCxnSpPr>
          <p:nvPr/>
        </p:nvCxnSpPr>
        <p:spPr>
          <a:xfrm flipV="1">
            <a:off x="14036840" y="-2963966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65276AA6-2435-BCB4-999D-B83F77B97D3F}"/>
              </a:ext>
            </a:extLst>
          </p:cNvPr>
          <p:cNvCxnSpPr>
            <a:cxnSpLocks/>
          </p:cNvCxnSpPr>
          <p:nvPr/>
        </p:nvCxnSpPr>
        <p:spPr>
          <a:xfrm flipH="1">
            <a:off x="14033273" y="-347868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E2677263-5C92-CBD7-C602-E3BFD9FCB408}"/>
              </a:ext>
            </a:extLst>
          </p:cNvPr>
          <p:cNvCxnSpPr>
            <a:cxnSpLocks/>
          </p:cNvCxnSpPr>
          <p:nvPr/>
        </p:nvCxnSpPr>
        <p:spPr>
          <a:xfrm flipH="1">
            <a:off x="13926851" y="-213223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51C2EA83-444D-067D-28C7-B0969CFE2F8D}"/>
              </a:ext>
            </a:extLst>
          </p:cNvPr>
          <p:cNvCxnSpPr/>
          <p:nvPr/>
        </p:nvCxnSpPr>
        <p:spPr>
          <a:xfrm flipH="1">
            <a:off x="14042165" y="-24608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8368E358-6BD3-6524-BDBC-9D6CB56B175B}"/>
              </a:ext>
            </a:extLst>
          </p:cNvPr>
          <p:cNvCxnSpPr>
            <a:cxnSpLocks/>
          </p:cNvCxnSpPr>
          <p:nvPr/>
        </p:nvCxnSpPr>
        <p:spPr>
          <a:xfrm flipH="1">
            <a:off x="13976360" y="-209472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81031099-9FA5-3C1C-A592-D99A8E4E4460}"/>
              </a:ext>
            </a:extLst>
          </p:cNvPr>
          <p:cNvCxnSpPr>
            <a:cxnSpLocks/>
          </p:cNvCxnSpPr>
          <p:nvPr/>
        </p:nvCxnSpPr>
        <p:spPr>
          <a:xfrm flipH="1">
            <a:off x="14010818" y="-205722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テキスト プレースホルダー 2">
            <a:extLst>
              <a:ext uri="{FF2B5EF4-FFF2-40B4-BE49-F238E27FC236}">
                <a16:creationId xmlns:a16="http://schemas.microsoft.com/office/drawing/2014/main" id="{B64A36D3-251D-606E-DF78-CE4580261201}"/>
              </a:ext>
            </a:extLst>
          </p:cNvPr>
          <p:cNvSpPr txBox="1">
            <a:spLocks/>
          </p:cNvSpPr>
          <p:nvPr/>
        </p:nvSpPr>
        <p:spPr>
          <a:xfrm flipH="1">
            <a:off x="11992727" y="-423914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93D7715A-51F3-6D33-98D3-BE1FFE2E787F}"/>
              </a:ext>
            </a:extLst>
          </p:cNvPr>
          <p:cNvSpPr/>
          <p:nvPr/>
        </p:nvSpPr>
        <p:spPr>
          <a:xfrm>
            <a:off x="10953983" y="-3626523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10FE08C8-78E9-7867-24A2-D42E7AEB4F8C}"/>
              </a:ext>
            </a:extLst>
          </p:cNvPr>
          <p:cNvSpPr/>
          <p:nvPr/>
        </p:nvSpPr>
        <p:spPr>
          <a:xfrm>
            <a:off x="11260929" y="-3628670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DB6223CF-18DA-49F2-5258-1201B81A3F0F}"/>
              </a:ext>
            </a:extLst>
          </p:cNvPr>
          <p:cNvSpPr/>
          <p:nvPr/>
        </p:nvSpPr>
        <p:spPr>
          <a:xfrm>
            <a:off x="11567875" y="-3628670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5" name="テキスト プレースホルダー 2">
            <a:extLst>
              <a:ext uri="{FF2B5EF4-FFF2-40B4-BE49-F238E27FC236}">
                <a16:creationId xmlns:a16="http://schemas.microsoft.com/office/drawing/2014/main" id="{B90B4343-07F4-A2D2-B61C-1A114F09B329}"/>
              </a:ext>
            </a:extLst>
          </p:cNvPr>
          <p:cNvSpPr txBox="1">
            <a:spLocks/>
          </p:cNvSpPr>
          <p:nvPr/>
        </p:nvSpPr>
        <p:spPr>
          <a:xfrm>
            <a:off x="4464543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486" name="テキスト プレースホルダー 2">
            <a:extLst>
              <a:ext uri="{FF2B5EF4-FFF2-40B4-BE49-F238E27FC236}">
                <a16:creationId xmlns:a16="http://schemas.microsoft.com/office/drawing/2014/main" id="{31DBFAD2-4255-D1C5-B26D-96EE62941584}"/>
              </a:ext>
            </a:extLst>
          </p:cNvPr>
          <p:cNvSpPr txBox="1">
            <a:spLocks/>
          </p:cNvSpPr>
          <p:nvPr/>
        </p:nvSpPr>
        <p:spPr>
          <a:xfrm>
            <a:off x="7534955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sp>
        <p:nvSpPr>
          <p:cNvPr id="487" name="テキスト プレースホルダー 2">
            <a:extLst>
              <a:ext uri="{FF2B5EF4-FFF2-40B4-BE49-F238E27FC236}">
                <a16:creationId xmlns:a16="http://schemas.microsoft.com/office/drawing/2014/main" id="{AACDADAD-F2C1-F0EC-AF32-6931E6686CEF}"/>
              </a:ext>
            </a:extLst>
          </p:cNvPr>
          <p:cNvSpPr txBox="1">
            <a:spLocks/>
          </p:cNvSpPr>
          <p:nvPr/>
        </p:nvSpPr>
        <p:spPr>
          <a:xfrm>
            <a:off x="12811373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8" name="テキスト プレースホルダー 2">
            <a:extLst>
              <a:ext uri="{FF2B5EF4-FFF2-40B4-BE49-F238E27FC236}">
                <a16:creationId xmlns:a16="http://schemas.microsoft.com/office/drawing/2014/main" id="{98E96275-203E-D038-81A5-9DBFB2D606FC}"/>
              </a:ext>
            </a:extLst>
          </p:cNvPr>
          <p:cNvSpPr txBox="1">
            <a:spLocks/>
          </p:cNvSpPr>
          <p:nvPr/>
        </p:nvSpPr>
        <p:spPr>
          <a:xfrm>
            <a:off x="15881785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9" name="テキスト プレースホルダー 2">
            <a:extLst>
              <a:ext uri="{FF2B5EF4-FFF2-40B4-BE49-F238E27FC236}">
                <a16:creationId xmlns:a16="http://schemas.microsoft.com/office/drawing/2014/main" id="{084DAADF-B261-8F39-DB3D-FE129E4DF59C}"/>
              </a:ext>
            </a:extLst>
          </p:cNvPr>
          <p:cNvSpPr txBox="1">
            <a:spLocks/>
          </p:cNvSpPr>
          <p:nvPr/>
        </p:nvSpPr>
        <p:spPr>
          <a:xfrm>
            <a:off x="3006909" y="-3024457"/>
            <a:ext cx="1222591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90" name="テキスト プレースホルダー 2">
            <a:extLst>
              <a:ext uri="{FF2B5EF4-FFF2-40B4-BE49-F238E27FC236}">
                <a16:creationId xmlns:a16="http://schemas.microsoft.com/office/drawing/2014/main" id="{EEB0842D-738D-1932-C4A6-6B9F21610EE3}"/>
              </a:ext>
            </a:extLst>
          </p:cNvPr>
          <p:cNvSpPr txBox="1">
            <a:spLocks/>
          </p:cNvSpPr>
          <p:nvPr/>
        </p:nvSpPr>
        <p:spPr>
          <a:xfrm>
            <a:off x="18849251" y="-3039680"/>
            <a:ext cx="1222591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491" name="Picture 490">
            <a:extLst>
              <a:ext uri="{FF2B5EF4-FFF2-40B4-BE49-F238E27FC236}">
                <a16:creationId xmlns:a16="http://schemas.microsoft.com/office/drawing/2014/main" id="{7C7258F7-8383-8460-3165-0BEEBB1ED6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965299" y="7914216"/>
            <a:ext cx="12192000" cy="1918510"/>
          </a:xfrm>
          <a:prstGeom prst="rect">
            <a:avLst/>
          </a:prstGeom>
        </p:spPr>
      </p:pic>
      <p:sp>
        <p:nvSpPr>
          <p:cNvPr id="493" name="Rectangle 492">
            <a:extLst>
              <a:ext uri="{FF2B5EF4-FFF2-40B4-BE49-F238E27FC236}">
                <a16:creationId xmlns:a16="http://schemas.microsoft.com/office/drawing/2014/main" id="{D9BA8ED4-B874-9B96-500C-CDF029DD34CA}"/>
              </a:ext>
            </a:extLst>
          </p:cNvPr>
          <p:cNvSpPr/>
          <p:nvPr/>
        </p:nvSpPr>
        <p:spPr>
          <a:xfrm rot="5400000">
            <a:off x="8921304" y="12108102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74567A49-A441-AE92-C315-0E677603784B}"/>
              </a:ext>
            </a:extLst>
          </p:cNvPr>
          <p:cNvSpPr/>
          <p:nvPr/>
        </p:nvSpPr>
        <p:spPr>
          <a:xfrm rot="5400000">
            <a:off x="9459294" y="12108102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01B0F83D-2D69-DC2C-2BE4-6305B0DBE723}"/>
              </a:ext>
            </a:extLst>
          </p:cNvPr>
          <p:cNvCxnSpPr>
            <a:cxnSpLocks/>
            <a:stCxn id="493" idx="3"/>
          </p:cNvCxnSpPr>
          <p:nvPr/>
        </p:nvCxnSpPr>
        <p:spPr>
          <a:xfrm>
            <a:off x="9241040" y="1258424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9DFA8C8D-E104-14C2-18BB-E682EFD834DB}"/>
              </a:ext>
            </a:extLst>
          </p:cNvPr>
          <p:cNvCxnSpPr/>
          <p:nvPr/>
        </p:nvCxnSpPr>
        <p:spPr>
          <a:xfrm>
            <a:off x="9773570" y="1258424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F5F0A489-5260-3FAC-29C2-481882AE8B7D}"/>
              </a:ext>
            </a:extLst>
          </p:cNvPr>
          <p:cNvCxnSpPr>
            <a:cxnSpLocks/>
          </p:cNvCxnSpPr>
          <p:nvPr/>
        </p:nvCxnSpPr>
        <p:spPr>
          <a:xfrm>
            <a:off x="9241040" y="12912869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17821875-E779-E372-316C-91AA195A249E}"/>
              </a:ext>
            </a:extLst>
          </p:cNvPr>
          <p:cNvCxnSpPr>
            <a:cxnSpLocks/>
          </p:cNvCxnSpPr>
          <p:nvPr/>
        </p:nvCxnSpPr>
        <p:spPr>
          <a:xfrm>
            <a:off x="9507305" y="1291286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98">
            <a:extLst>
              <a:ext uri="{FF2B5EF4-FFF2-40B4-BE49-F238E27FC236}">
                <a16:creationId xmlns:a16="http://schemas.microsoft.com/office/drawing/2014/main" id="{6133333F-12A0-C402-3378-224DF80DA9A9}"/>
              </a:ext>
            </a:extLst>
          </p:cNvPr>
          <p:cNvCxnSpPr>
            <a:cxnSpLocks/>
          </p:cNvCxnSpPr>
          <p:nvPr/>
        </p:nvCxnSpPr>
        <p:spPr>
          <a:xfrm>
            <a:off x="9272142" y="13241489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95110413-EDA8-DF38-9748-AA59CA81FC33}"/>
              </a:ext>
            </a:extLst>
          </p:cNvPr>
          <p:cNvCxnSpPr>
            <a:cxnSpLocks/>
          </p:cNvCxnSpPr>
          <p:nvPr/>
        </p:nvCxnSpPr>
        <p:spPr>
          <a:xfrm>
            <a:off x="9346821" y="13377881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Connector 500">
            <a:extLst>
              <a:ext uri="{FF2B5EF4-FFF2-40B4-BE49-F238E27FC236}">
                <a16:creationId xmlns:a16="http://schemas.microsoft.com/office/drawing/2014/main" id="{1079C224-3DD8-414A-BA09-4589F3F2F10C}"/>
              </a:ext>
            </a:extLst>
          </p:cNvPr>
          <p:cNvCxnSpPr>
            <a:cxnSpLocks/>
          </p:cNvCxnSpPr>
          <p:nvPr/>
        </p:nvCxnSpPr>
        <p:spPr>
          <a:xfrm>
            <a:off x="9397451" y="13706501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D88A2B6D-3463-9CEF-F6C8-1F339F71BA59}"/>
              </a:ext>
            </a:extLst>
          </p:cNvPr>
          <p:cNvCxnSpPr/>
          <p:nvPr/>
        </p:nvCxnSpPr>
        <p:spPr>
          <a:xfrm>
            <a:off x="9507305" y="1337788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57420BFA-8F13-694F-E0CE-7BB25BDCE087}"/>
              </a:ext>
            </a:extLst>
          </p:cNvPr>
          <p:cNvCxnSpPr>
            <a:cxnSpLocks/>
          </p:cNvCxnSpPr>
          <p:nvPr/>
        </p:nvCxnSpPr>
        <p:spPr>
          <a:xfrm>
            <a:off x="9455172" y="13744009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5C9E629D-A8A0-998B-68F0-DBC2398452E9}"/>
              </a:ext>
            </a:extLst>
          </p:cNvPr>
          <p:cNvCxnSpPr>
            <a:cxnSpLocks/>
          </p:cNvCxnSpPr>
          <p:nvPr/>
        </p:nvCxnSpPr>
        <p:spPr>
          <a:xfrm>
            <a:off x="9479683" y="1378151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>
            <a:extLst>
              <a:ext uri="{FF2B5EF4-FFF2-40B4-BE49-F238E27FC236}">
                <a16:creationId xmlns:a16="http://schemas.microsoft.com/office/drawing/2014/main" id="{A93FD172-7F3E-D246-66E8-87E839B804F6}"/>
              </a:ext>
            </a:extLst>
          </p:cNvPr>
          <p:cNvCxnSpPr/>
          <p:nvPr/>
        </p:nvCxnSpPr>
        <p:spPr>
          <a:xfrm>
            <a:off x="9241040" y="116161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BD285829-CF43-6BBA-E75D-2DAEF7245D6E}"/>
              </a:ext>
            </a:extLst>
          </p:cNvPr>
          <p:cNvCxnSpPr/>
          <p:nvPr/>
        </p:nvCxnSpPr>
        <p:spPr>
          <a:xfrm>
            <a:off x="9773570" y="116161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6A7E6E90-A9E5-FDA1-D54E-08BA7D405537}"/>
              </a:ext>
            </a:extLst>
          </p:cNvPr>
          <p:cNvCxnSpPr>
            <a:cxnSpLocks/>
          </p:cNvCxnSpPr>
          <p:nvPr/>
        </p:nvCxnSpPr>
        <p:spPr>
          <a:xfrm>
            <a:off x="9241040" y="11627795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EA96B773-E059-70E0-EA59-38515320E5B8}"/>
              </a:ext>
            </a:extLst>
          </p:cNvPr>
          <p:cNvCxnSpPr>
            <a:cxnSpLocks/>
          </p:cNvCxnSpPr>
          <p:nvPr/>
        </p:nvCxnSpPr>
        <p:spPr>
          <a:xfrm>
            <a:off x="9507305" y="1128753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Rectangle 508">
            <a:extLst>
              <a:ext uri="{FF2B5EF4-FFF2-40B4-BE49-F238E27FC236}">
                <a16:creationId xmlns:a16="http://schemas.microsoft.com/office/drawing/2014/main" id="{A9A0A033-95C8-ED3F-E478-14A435D7A74C}"/>
              </a:ext>
            </a:extLst>
          </p:cNvPr>
          <p:cNvSpPr/>
          <p:nvPr/>
        </p:nvSpPr>
        <p:spPr>
          <a:xfrm rot="10800000">
            <a:off x="9773570" y="11147387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711E6101-E0EB-9D29-36EC-332A9A73CC2C}"/>
              </a:ext>
            </a:extLst>
          </p:cNvPr>
          <p:cNvCxnSpPr>
            <a:cxnSpLocks/>
          </p:cNvCxnSpPr>
          <p:nvPr/>
        </p:nvCxnSpPr>
        <p:spPr>
          <a:xfrm>
            <a:off x="9507305" y="1130425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C90B8C1E-5811-DFD2-A655-3419ED1C43A3}"/>
              </a:ext>
            </a:extLst>
          </p:cNvPr>
          <p:cNvCxnSpPr>
            <a:cxnSpLocks/>
          </p:cNvCxnSpPr>
          <p:nvPr/>
        </p:nvCxnSpPr>
        <p:spPr>
          <a:xfrm>
            <a:off x="10413042" y="1130441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Oval 511">
            <a:extLst>
              <a:ext uri="{FF2B5EF4-FFF2-40B4-BE49-F238E27FC236}">
                <a16:creationId xmlns:a16="http://schemas.microsoft.com/office/drawing/2014/main" id="{D08B88FB-BD81-7C89-2800-7537C8169D7B}"/>
              </a:ext>
            </a:extLst>
          </p:cNvPr>
          <p:cNvSpPr/>
          <p:nvPr/>
        </p:nvSpPr>
        <p:spPr>
          <a:xfrm>
            <a:off x="10656030" y="11257709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D78000B8-B7B2-D096-97A1-AF2CE196FD2A}"/>
              </a:ext>
            </a:extLst>
          </p:cNvPr>
          <p:cNvCxnSpPr>
            <a:cxnSpLocks/>
          </p:cNvCxnSpPr>
          <p:nvPr/>
        </p:nvCxnSpPr>
        <p:spPr>
          <a:xfrm>
            <a:off x="10725854" y="113055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Rectangle 513">
            <a:extLst>
              <a:ext uri="{FF2B5EF4-FFF2-40B4-BE49-F238E27FC236}">
                <a16:creationId xmlns:a16="http://schemas.microsoft.com/office/drawing/2014/main" id="{FDFA0457-00C1-4D8C-21CC-076B6E52CDC0}"/>
              </a:ext>
            </a:extLst>
          </p:cNvPr>
          <p:cNvSpPr/>
          <p:nvPr/>
        </p:nvSpPr>
        <p:spPr>
          <a:xfrm rot="10800000">
            <a:off x="10992119" y="11131125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5A39617B-81CA-2448-9EFA-29C6810867E7}"/>
              </a:ext>
            </a:extLst>
          </p:cNvPr>
          <p:cNvCxnSpPr>
            <a:cxnSpLocks/>
          </p:cNvCxnSpPr>
          <p:nvPr/>
        </p:nvCxnSpPr>
        <p:spPr>
          <a:xfrm>
            <a:off x="11631591" y="1129514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" name="Rectangle 515">
            <a:extLst>
              <a:ext uri="{FF2B5EF4-FFF2-40B4-BE49-F238E27FC236}">
                <a16:creationId xmlns:a16="http://schemas.microsoft.com/office/drawing/2014/main" id="{F41A1EB0-A2E6-ED6B-E3B6-24F60C691B38}"/>
              </a:ext>
            </a:extLst>
          </p:cNvPr>
          <p:cNvSpPr/>
          <p:nvPr/>
        </p:nvSpPr>
        <p:spPr>
          <a:xfrm rot="10800000">
            <a:off x="11890931" y="11138737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7" name="Straight Connector 516">
            <a:extLst>
              <a:ext uri="{FF2B5EF4-FFF2-40B4-BE49-F238E27FC236}">
                <a16:creationId xmlns:a16="http://schemas.microsoft.com/office/drawing/2014/main" id="{5CCEAAA6-98C5-9690-C600-49D61A93CDF2}"/>
              </a:ext>
            </a:extLst>
          </p:cNvPr>
          <p:cNvCxnSpPr>
            <a:cxnSpLocks/>
          </p:cNvCxnSpPr>
          <p:nvPr/>
        </p:nvCxnSpPr>
        <p:spPr>
          <a:xfrm>
            <a:off x="12526466" y="11295149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テキスト プレースホルダー 2">
            <a:extLst>
              <a:ext uri="{FF2B5EF4-FFF2-40B4-BE49-F238E27FC236}">
                <a16:creationId xmlns:a16="http://schemas.microsoft.com/office/drawing/2014/main" id="{07A782D3-B012-886C-E31F-5187BAE997F6}"/>
              </a:ext>
            </a:extLst>
          </p:cNvPr>
          <p:cNvSpPr txBox="1">
            <a:spLocks/>
          </p:cNvSpPr>
          <p:nvPr/>
        </p:nvSpPr>
        <p:spPr>
          <a:xfrm>
            <a:off x="9882237" y="13088948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19" name="テキスト プレースホルダー 2">
            <a:extLst>
              <a:ext uri="{FF2B5EF4-FFF2-40B4-BE49-F238E27FC236}">
                <a16:creationId xmlns:a16="http://schemas.microsoft.com/office/drawing/2014/main" id="{77A1415F-4B06-769E-831F-D5A6FA0E531E}"/>
              </a:ext>
            </a:extLst>
          </p:cNvPr>
          <p:cNvSpPr txBox="1">
            <a:spLocks/>
          </p:cNvSpPr>
          <p:nvPr/>
        </p:nvSpPr>
        <p:spPr>
          <a:xfrm>
            <a:off x="9773568" y="12513004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520" name="テキスト プレースホルダー 2">
            <a:extLst>
              <a:ext uri="{FF2B5EF4-FFF2-40B4-BE49-F238E27FC236}">
                <a16:creationId xmlns:a16="http://schemas.microsoft.com/office/drawing/2014/main" id="{D1639273-BFFC-A2C8-6C71-4CA5AC75D507}"/>
              </a:ext>
            </a:extLst>
          </p:cNvPr>
          <p:cNvSpPr txBox="1">
            <a:spLocks/>
          </p:cNvSpPr>
          <p:nvPr/>
        </p:nvSpPr>
        <p:spPr>
          <a:xfrm>
            <a:off x="8397618" y="12495003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1" name="テキスト プレースホルダー 2">
            <a:extLst>
              <a:ext uri="{FF2B5EF4-FFF2-40B4-BE49-F238E27FC236}">
                <a16:creationId xmlns:a16="http://schemas.microsoft.com/office/drawing/2014/main" id="{CB6259C4-B45F-8ABA-D4CA-937EB2E8BFD7}"/>
              </a:ext>
            </a:extLst>
          </p:cNvPr>
          <p:cNvSpPr txBox="1">
            <a:spLocks/>
          </p:cNvSpPr>
          <p:nvPr/>
        </p:nvSpPr>
        <p:spPr>
          <a:xfrm>
            <a:off x="9622488" y="1060989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2" name="テキスト プレースホルダー 2">
            <a:extLst>
              <a:ext uri="{FF2B5EF4-FFF2-40B4-BE49-F238E27FC236}">
                <a16:creationId xmlns:a16="http://schemas.microsoft.com/office/drawing/2014/main" id="{47C29FF9-8CC5-CE0B-819C-20250E5D4D0F}"/>
              </a:ext>
            </a:extLst>
          </p:cNvPr>
          <p:cNvSpPr txBox="1">
            <a:spLocks/>
          </p:cNvSpPr>
          <p:nvPr/>
        </p:nvSpPr>
        <p:spPr>
          <a:xfrm>
            <a:off x="10875834" y="1061479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3" name="テキスト プレースホルダー 2">
            <a:extLst>
              <a:ext uri="{FF2B5EF4-FFF2-40B4-BE49-F238E27FC236}">
                <a16:creationId xmlns:a16="http://schemas.microsoft.com/office/drawing/2014/main" id="{81AD92B0-2B54-2FE3-C5A4-1BE1595A241C}"/>
              </a:ext>
            </a:extLst>
          </p:cNvPr>
          <p:cNvSpPr txBox="1">
            <a:spLocks/>
          </p:cNvSpPr>
          <p:nvPr/>
        </p:nvSpPr>
        <p:spPr>
          <a:xfrm>
            <a:off x="11783621" y="10614790"/>
            <a:ext cx="96497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524" name="Oval 523">
            <a:extLst>
              <a:ext uri="{FF2B5EF4-FFF2-40B4-BE49-F238E27FC236}">
                <a16:creationId xmlns:a16="http://schemas.microsoft.com/office/drawing/2014/main" id="{A5792394-5EF6-04AD-1D9A-C17FDDE8277A}"/>
              </a:ext>
            </a:extLst>
          </p:cNvPr>
          <p:cNvSpPr/>
          <p:nvPr/>
        </p:nvSpPr>
        <p:spPr>
          <a:xfrm>
            <a:off x="10413042" y="11781037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ED222F8E-B394-6C17-6B68-1FA02B32D565}"/>
              </a:ext>
            </a:extLst>
          </p:cNvPr>
          <p:cNvCxnSpPr>
            <a:cxnSpLocks/>
          </p:cNvCxnSpPr>
          <p:nvPr/>
        </p:nvCxnSpPr>
        <p:spPr>
          <a:xfrm flipH="1" flipV="1">
            <a:off x="10697255" y="11865377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00E0797D-7C90-024F-7D3E-F7AA9083FD1D}"/>
              </a:ext>
            </a:extLst>
          </p:cNvPr>
          <p:cNvCxnSpPr>
            <a:cxnSpLocks/>
          </p:cNvCxnSpPr>
          <p:nvPr/>
        </p:nvCxnSpPr>
        <p:spPr>
          <a:xfrm>
            <a:off x="10706147" y="11350655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13375D40-C34D-DAED-A019-250EBF15FF53}"/>
              </a:ext>
            </a:extLst>
          </p:cNvPr>
          <p:cNvCxnSpPr>
            <a:cxnSpLocks/>
          </p:cNvCxnSpPr>
          <p:nvPr/>
        </p:nvCxnSpPr>
        <p:spPr>
          <a:xfrm>
            <a:off x="10597660" y="12697107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55BC0692-D604-65DF-AF78-E9C27C88570C}"/>
              </a:ext>
            </a:extLst>
          </p:cNvPr>
          <p:cNvCxnSpPr/>
          <p:nvPr/>
        </p:nvCxnSpPr>
        <p:spPr>
          <a:xfrm>
            <a:off x="10707514" y="1236848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528">
            <a:extLst>
              <a:ext uri="{FF2B5EF4-FFF2-40B4-BE49-F238E27FC236}">
                <a16:creationId xmlns:a16="http://schemas.microsoft.com/office/drawing/2014/main" id="{C1645B17-44FC-F312-5377-98BF828FCDCD}"/>
              </a:ext>
            </a:extLst>
          </p:cNvPr>
          <p:cNvCxnSpPr>
            <a:cxnSpLocks/>
          </p:cNvCxnSpPr>
          <p:nvPr/>
        </p:nvCxnSpPr>
        <p:spPr>
          <a:xfrm>
            <a:off x="10655381" y="12734615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338ED811-A5CE-026F-06A2-E5233EBAE6EB}"/>
              </a:ext>
            </a:extLst>
          </p:cNvPr>
          <p:cNvCxnSpPr>
            <a:cxnSpLocks/>
          </p:cNvCxnSpPr>
          <p:nvPr/>
        </p:nvCxnSpPr>
        <p:spPr>
          <a:xfrm>
            <a:off x="10679892" y="1277212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60B12776-42CC-8035-AA53-F7E9B0D2DE14}"/>
              </a:ext>
            </a:extLst>
          </p:cNvPr>
          <p:cNvCxnSpPr>
            <a:cxnSpLocks/>
          </p:cNvCxnSpPr>
          <p:nvPr/>
        </p:nvCxnSpPr>
        <p:spPr>
          <a:xfrm>
            <a:off x="13110028" y="8909451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" name="Rectangle 531">
            <a:extLst>
              <a:ext uri="{FF2B5EF4-FFF2-40B4-BE49-F238E27FC236}">
                <a16:creationId xmlns:a16="http://schemas.microsoft.com/office/drawing/2014/main" id="{3230CC0E-6B6A-8AE8-4EA3-9D6210049AFB}"/>
              </a:ext>
            </a:extLst>
          </p:cNvPr>
          <p:cNvSpPr/>
          <p:nvPr/>
        </p:nvSpPr>
        <p:spPr>
          <a:xfrm rot="10800000">
            <a:off x="13709492" y="13426715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40FA6A61-A9B5-B708-B3A2-83769DFB8654}"/>
              </a:ext>
            </a:extLst>
          </p:cNvPr>
          <p:cNvCxnSpPr>
            <a:cxnSpLocks/>
          </p:cNvCxnSpPr>
          <p:nvPr/>
        </p:nvCxnSpPr>
        <p:spPr>
          <a:xfrm>
            <a:off x="14342039" y="1359223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4" name="Oval 533">
            <a:extLst>
              <a:ext uri="{FF2B5EF4-FFF2-40B4-BE49-F238E27FC236}">
                <a16:creationId xmlns:a16="http://schemas.microsoft.com/office/drawing/2014/main" id="{2CB88203-EF6E-111F-2487-AF8DFA323F77}"/>
              </a:ext>
            </a:extLst>
          </p:cNvPr>
          <p:cNvSpPr/>
          <p:nvPr/>
        </p:nvSpPr>
        <p:spPr>
          <a:xfrm>
            <a:off x="14585027" y="1354553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5" name="Straight Connector 534">
            <a:extLst>
              <a:ext uri="{FF2B5EF4-FFF2-40B4-BE49-F238E27FC236}">
                <a16:creationId xmlns:a16="http://schemas.microsoft.com/office/drawing/2014/main" id="{CEB47F67-E48C-B10E-E0B2-8D623C715E06}"/>
              </a:ext>
            </a:extLst>
          </p:cNvPr>
          <p:cNvCxnSpPr>
            <a:cxnSpLocks/>
          </p:cNvCxnSpPr>
          <p:nvPr/>
        </p:nvCxnSpPr>
        <p:spPr>
          <a:xfrm>
            <a:off x="14654851" y="1359339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6" name="Rectangle 535">
            <a:extLst>
              <a:ext uri="{FF2B5EF4-FFF2-40B4-BE49-F238E27FC236}">
                <a16:creationId xmlns:a16="http://schemas.microsoft.com/office/drawing/2014/main" id="{0A800524-B6EE-0F57-821A-DEB37600A6C4}"/>
              </a:ext>
            </a:extLst>
          </p:cNvPr>
          <p:cNvSpPr/>
          <p:nvPr/>
        </p:nvSpPr>
        <p:spPr>
          <a:xfrm rot="10800000">
            <a:off x="14921116" y="13421799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7" name="Straight Connector 536">
            <a:extLst>
              <a:ext uri="{FF2B5EF4-FFF2-40B4-BE49-F238E27FC236}">
                <a16:creationId xmlns:a16="http://schemas.microsoft.com/office/drawing/2014/main" id="{66CB16CC-0D32-21CC-E070-B0103467310C}"/>
              </a:ext>
            </a:extLst>
          </p:cNvPr>
          <p:cNvCxnSpPr>
            <a:cxnSpLocks/>
          </p:cNvCxnSpPr>
          <p:nvPr/>
        </p:nvCxnSpPr>
        <p:spPr>
          <a:xfrm>
            <a:off x="15560588" y="13591774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8" name="Rectangle 537">
            <a:extLst>
              <a:ext uri="{FF2B5EF4-FFF2-40B4-BE49-F238E27FC236}">
                <a16:creationId xmlns:a16="http://schemas.microsoft.com/office/drawing/2014/main" id="{0556103A-655A-8FEE-744A-F2EBBB15595A}"/>
              </a:ext>
            </a:extLst>
          </p:cNvPr>
          <p:cNvSpPr/>
          <p:nvPr/>
        </p:nvSpPr>
        <p:spPr>
          <a:xfrm rot="5400000">
            <a:off x="14313351" y="12682451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A5F41B24-1AEA-3544-BAE9-14AE819B220E}"/>
              </a:ext>
            </a:extLst>
          </p:cNvPr>
          <p:cNvCxnSpPr>
            <a:cxnSpLocks/>
          </p:cNvCxnSpPr>
          <p:nvPr/>
        </p:nvCxnSpPr>
        <p:spPr>
          <a:xfrm>
            <a:off x="13101918" y="11906577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テキスト プレースホルダー 2">
            <a:extLst>
              <a:ext uri="{FF2B5EF4-FFF2-40B4-BE49-F238E27FC236}">
                <a16:creationId xmlns:a16="http://schemas.microsoft.com/office/drawing/2014/main" id="{2D45F753-189A-71E9-72C4-5A49665D762E}"/>
              </a:ext>
            </a:extLst>
          </p:cNvPr>
          <p:cNvSpPr txBox="1">
            <a:spLocks/>
          </p:cNvSpPr>
          <p:nvPr/>
        </p:nvSpPr>
        <p:spPr>
          <a:xfrm>
            <a:off x="13630993" y="129027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41" name="テキスト プレースホルダー 2">
            <a:extLst>
              <a:ext uri="{FF2B5EF4-FFF2-40B4-BE49-F238E27FC236}">
                <a16:creationId xmlns:a16="http://schemas.microsoft.com/office/drawing/2014/main" id="{D48BDA11-797B-43BE-3E27-7CECAC02C302}"/>
              </a:ext>
            </a:extLst>
          </p:cNvPr>
          <p:cNvSpPr txBox="1">
            <a:spLocks/>
          </p:cNvSpPr>
          <p:nvPr/>
        </p:nvSpPr>
        <p:spPr>
          <a:xfrm>
            <a:off x="14828318" y="1288381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F8E29D82-58D8-E0E6-02DE-B57CECA6ABD0}"/>
              </a:ext>
            </a:extLst>
          </p:cNvPr>
          <p:cNvSpPr/>
          <p:nvPr/>
        </p:nvSpPr>
        <p:spPr>
          <a:xfrm>
            <a:off x="14342039" y="14068443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3" name="Straight Arrow Connector 542">
            <a:extLst>
              <a:ext uri="{FF2B5EF4-FFF2-40B4-BE49-F238E27FC236}">
                <a16:creationId xmlns:a16="http://schemas.microsoft.com/office/drawing/2014/main" id="{98AB848F-4EB9-6FE9-0272-913E452EDC7C}"/>
              </a:ext>
            </a:extLst>
          </p:cNvPr>
          <p:cNvCxnSpPr>
            <a:cxnSpLocks/>
          </p:cNvCxnSpPr>
          <p:nvPr/>
        </p:nvCxnSpPr>
        <p:spPr>
          <a:xfrm flipH="1" flipV="1">
            <a:off x="14626252" y="14152783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543">
            <a:extLst>
              <a:ext uri="{FF2B5EF4-FFF2-40B4-BE49-F238E27FC236}">
                <a16:creationId xmlns:a16="http://schemas.microsoft.com/office/drawing/2014/main" id="{727B188E-2CDB-6593-0158-20862AE63F73}"/>
              </a:ext>
            </a:extLst>
          </p:cNvPr>
          <p:cNvCxnSpPr>
            <a:cxnSpLocks/>
          </p:cNvCxnSpPr>
          <p:nvPr/>
        </p:nvCxnSpPr>
        <p:spPr>
          <a:xfrm>
            <a:off x="14635144" y="13638061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544">
            <a:extLst>
              <a:ext uri="{FF2B5EF4-FFF2-40B4-BE49-F238E27FC236}">
                <a16:creationId xmlns:a16="http://schemas.microsoft.com/office/drawing/2014/main" id="{34A9E276-68D2-F0B4-3ED8-F2A1C61BA3F3}"/>
              </a:ext>
            </a:extLst>
          </p:cNvPr>
          <p:cNvCxnSpPr>
            <a:cxnSpLocks/>
          </p:cNvCxnSpPr>
          <p:nvPr/>
        </p:nvCxnSpPr>
        <p:spPr>
          <a:xfrm>
            <a:off x="14516398" y="14984513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5A5734D1-770B-0956-62F5-D1422D1B734F}"/>
              </a:ext>
            </a:extLst>
          </p:cNvPr>
          <p:cNvCxnSpPr/>
          <p:nvPr/>
        </p:nvCxnSpPr>
        <p:spPr>
          <a:xfrm>
            <a:off x="14626252" y="1465589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546">
            <a:extLst>
              <a:ext uri="{FF2B5EF4-FFF2-40B4-BE49-F238E27FC236}">
                <a16:creationId xmlns:a16="http://schemas.microsoft.com/office/drawing/2014/main" id="{50DF738A-82F5-2A77-A770-EC536033BD37}"/>
              </a:ext>
            </a:extLst>
          </p:cNvPr>
          <p:cNvCxnSpPr>
            <a:cxnSpLocks/>
          </p:cNvCxnSpPr>
          <p:nvPr/>
        </p:nvCxnSpPr>
        <p:spPr>
          <a:xfrm>
            <a:off x="14574119" y="1502202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2AFC1147-1A83-32FD-9196-5A25148FF82E}"/>
              </a:ext>
            </a:extLst>
          </p:cNvPr>
          <p:cNvCxnSpPr>
            <a:cxnSpLocks/>
          </p:cNvCxnSpPr>
          <p:nvPr/>
        </p:nvCxnSpPr>
        <p:spPr>
          <a:xfrm>
            <a:off x="14598630" y="15059529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テキスト プレースホルダー 2">
            <a:extLst>
              <a:ext uri="{FF2B5EF4-FFF2-40B4-BE49-F238E27FC236}">
                <a16:creationId xmlns:a16="http://schemas.microsoft.com/office/drawing/2014/main" id="{687362E4-85AB-B684-29EC-C9906F541E34}"/>
              </a:ext>
            </a:extLst>
          </p:cNvPr>
          <p:cNvSpPr txBox="1">
            <a:spLocks/>
          </p:cNvSpPr>
          <p:nvPr/>
        </p:nvSpPr>
        <p:spPr>
          <a:xfrm>
            <a:off x="14749338" y="1242620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B4F84053-8BB6-1B7E-3DBC-0DB778B4B169}"/>
              </a:ext>
            </a:extLst>
          </p:cNvPr>
          <p:cNvSpPr/>
          <p:nvPr/>
        </p:nvSpPr>
        <p:spPr>
          <a:xfrm rot="10800000">
            <a:off x="13739840" y="11754729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Connector 550">
            <a:extLst>
              <a:ext uri="{FF2B5EF4-FFF2-40B4-BE49-F238E27FC236}">
                <a16:creationId xmlns:a16="http://schemas.microsoft.com/office/drawing/2014/main" id="{B47CDFFA-87E5-E461-33EA-6E36C8FA8D20}"/>
              </a:ext>
            </a:extLst>
          </p:cNvPr>
          <p:cNvCxnSpPr>
            <a:cxnSpLocks/>
          </p:cNvCxnSpPr>
          <p:nvPr/>
        </p:nvCxnSpPr>
        <p:spPr>
          <a:xfrm>
            <a:off x="14372387" y="1192025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Oval 551">
            <a:extLst>
              <a:ext uri="{FF2B5EF4-FFF2-40B4-BE49-F238E27FC236}">
                <a16:creationId xmlns:a16="http://schemas.microsoft.com/office/drawing/2014/main" id="{5B18B520-097F-CBEB-5684-55BB3228AB5F}"/>
              </a:ext>
            </a:extLst>
          </p:cNvPr>
          <p:cNvSpPr/>
          <p:nvPr/>
        </p:nvSpPr>
        <p:spPr>
          <a:xfrm>
            <a:off x="14589975" y="11873547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A8A54B78-1470-1041-5F50-ED78B2F9D245}"/>
              </a:ext>
            </a:extLst>
          </p:cNvPr>
          <p:cNvCxnSpPr>
            <a:cxnSpLocks/>
          </p:cNvCxnSpPr>
          <p:nvPr/>
        </p:nvCxnSpPr>
        <p:spPr>
          <a:xfrm>
            <a:off x="14685199" y="119214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Rectangle 553">
            <a:extLst>
              <a:ext uri="{FF2B5EF4-FFF2-40B4-BE49-F238E27FC236}">
                <a16:creationId xmlns:a16="http://schemas.microsoft.com/office/drawing/2014/main" id="{CF4F15C9-BF46-AC3C-E488-ED4A36105E5F}"/>
              </a:ext>
            </a:extLst>
          </p:cNvPr>
          <p:cNvSpPr/>
          <p:nvPr/>
        </p:nvSpPr>
        <p:spPr>
          <a:xfrm rot="10800000">
            <a:off x="14951464" y="11749813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5" name="テキスト プレースホルダー 2">
            <a:extLst>
              <a:ext uri="{FF2B5EF4-FFF2-40B4-BE49-F238E27FC236}">
                <a16:creationId xmlns:a16="http://schemas.microsoft.com/office/drawing/2014/main" id="{C1087ED3-4F2F-4555-AC8B-3251A81ACC01}"/>
              </a:ext>
            </a:extLst>
          </p:cNvPr>
          <p:cNvSpPr txBox="1">
            <a:spLocks/>
          </p:cNvSpPr>
          <p:nvPr/>
        </p:nvSpPr>
        <p:spPr>
          <a:xfrm>
            <a:off x="13661341" y="1123078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556" name="テキスト プレースホルダー 2">
            <a:extLst>
              <a:ext uri="{FF2B5EF4-FFF2-40B4-BE49-F238E27FC236}">
                <a16:creationId xmlns:a16="http://schemas.microsoft.com/office/drawing/2014/main" id="{5F3344AE-05BE-8145-49F2-4915239A3418}"/>
              </a:ext>
            </a:extLst>
          </p:cNvPr>
          <p:cNvSpPr txBox="1">
            <a:spLocks/>
          </p:cNvSpPr>
          <p:nvPr/>
        </p:nvSpPr>
        <p:spPr>
          <a:xfrm>
            <a:off x="14858666" y="11211829"/>
            <a:ext cx="923686" cy="5487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BD62FC57-BF30-4351-895D-F987F49A5135}"/>
              </a:ext>
            </a:extLst>
          </p:cNvPr>
          <p:cNvSpPr/>
          <p:nvPr/>
        </p:nvSpPr>
        <p:spPr>
          <a:xfrm>
            <a:off x="13747391" y="12250576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8" name="Straight Arrow Connector 557">
            <a:extLst>
              <a:ext uri="{FF2B5EF4-FFF2-40B4-BE49-F238E27FC236}">
                <a16:creationId xmlns:a16="http://schemas.microsoft.com/office/drawing/2014/main" id="{0423A48D-D8A6-9576-3861-1B3EEFE46081}"/>
              </a:ext>
            </a:extLst>
          </p:cNvPr>
          <p:cNvCxnSpPr>
            <a:cxnSpLocks/>
          </p:cNvCxnSpPr>
          <p:nvPr/>
        </p:nvCxnSpPr>
        <p:spPr>
          <a:xfrm flipV="1">
            <a:off x="13905884" y="12378307"/>
            <a:ext cx="248168" cy="31476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F5446971-AA5E-5674-DA0F-95FFF33C25D1}"/>
              </a:ext>
            </a:extLst>
          </p:cNvPr>
          <p:cNvCxnSpPr>
            <a:cxnSpLocks/>
            <a:stCxn id="552" idx="7"/>
            <a:endCxn id="557" idx="7"/>
          </p:cNvCxnSpPr>
          <p:nvPr/>
        </p:nvCxnSpPr>
        <p:spPr>
          <a:xfrm flipH="1">
            <a:off x="14241663" y="11887181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0" name="テキスト プレースホルダー 2">
            <a:extLst>
              <a:ext uri="{FF2B5EF4-FFF2-40B4-BE49-F238E27FC236}">
                <a16:creationId xmlns:a16="http://schemas.microsoft.com/office/drawing/2014/main" id="{AB86BBFC-2996-D2A4-E09F-029FD575628C}"/>
              </a:ext>
            </a:extLst>
          </p:cNvPr>
          <p:cNvSpPr txBox="1">
            <a:spLocks/>
          </p:cNvSpPr>
          <p:nvPr/>
        </p:nvSpPr>
        <p:spPr>
          <a:xfrm>
            <a:off x="13393429" y="140368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61" name="テキスト プレースホルダー 2">
            <a:extLst>
              <a:ext uri="{FF2B5EF4-FFF2-40B4-BE49-F238E27FC236}">
                <a16:creationId xmlns:a16="http://schemas.microsoft.com/office/drawing/2014/main" id="{5129D28B-1019-1C9E-0BFB-50626AEE21E7}"/>
              </a:ext>
            </a:extLst>
          </p:cNvPr>
          <p:cNvSpPr txBox="1">
            <a:spLocks/>
          </p:cNvSpPr>
          <p:nvPr/>
        </p:nvSpPr>
        <p:spPr>
          <a:xfrm>
            <a:off x="13064481" y="1184230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BFB5E530-DE61-C7B9-B3D0-B63665908EE8}"/>
              </a:ext>
            </a:extLst>
          </p:cNvPr>
          <p:cNvCxnSpPr>
            <a:cxnSpLocks/>
          </p:cNvCxnSpPr>
          <p:nvPr/>
        </p:nvCxnSpPr>
        <p:spPr>
          <a:xfrm>
            <a:off x="13127114" y="13591385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1DAA20A4-A604-C050-65C4-BAC6EB5F6CD9}"/>
              </a:ext>
            </a:extLst>
          </p:cNvPr>
          <p:cNvGrpSpPr/>
          <p:nvPr/>
        </p:nvGrpSpPr>
        <p:grpSpPr>
          <a:xfrm rot="5400000">
            <a:off x="13546342" y="12585137"/>
            <a:ext cx="225168" cy="403636"/>
            <a:chOff x="5124498" y="3780453"/>
            <a:chExt cx="225168" cy="403636"/>
          </a:xfrm>
        </p:grpSpPr>
        <p:cxnSp>
          <p:nvCxnSpPr>
            <p:cNvPr id="564" name="Straight Connector 563">
              <a:extLst>
                <a:ext uri="{FF2B5EF4-FFF2-40B4-BE49-F238E27FC236}">
                  <a16:creationId xmlns:a16="http://schemas.microsoft.com/office/drawing/2014/main" id="{A1E2BCD5-5661-B15A-B1E8-8A5FF1D1DA0A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564">
              <a:extLst>
                <a:ext uri="{FF2B5EF4-FFF2-40B4-BE49-F238E27FC236}">
                  <a16:creationId xmlns:a16="http://schemas.microsoft.com/office/drawing/2014/main" id="{DA875009-ACAA-25C1-3115-F29007B6BAA0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565">
              <a:extLst>
                <a:ext uri="{FF2B5EF4-FFF2-40B4-BE49-F238E27FC236}">
                  <a16:creationId xmlns:a16="http://schemas.microsoft.com/office/drawing/2014/main" id="{E77F97D1-4F56-8919-CB20-78FDFE2DA8B6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566">
              <a:extLst>
                <a:ext uri="{FF2B5EF4-FFF2-40B4-BE49-F238E27FC236}">
                  <a16:creationId xmlns:a16="http://schemas.microsoft.com/office/drawing/2014/main" id="{5BBE52E1-2E3B-F61B-B1DB-D1A8391F0E10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59AC4634-A80E-D2E4-B32F-F7217D5681C5}"/>
              </a:ext>
            </a:extLst>
          </p:cNvPr>
          <p:cNvCxnSpPr>
            <a:cxnSpLocks/>
          </p:cNvCxnSpPr>
          <p:nvPr/>
        </p:nvCxnSpPr>
        <p:spPr>
          <a:xfrm>
            <a:off x="14636551" y="13170910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3A742A82-52C0-B82F-967C-E3924BFEDE93}"/>
              </a:ext>
            </a:extLst>
          </p:cNvPr>
          <p:cNvCxnSpPr>
            <a:cxnSpLocks/>
          </p:cNvCxnSpPr>
          <p:nvPr/>
        </p:nvCxnSpPr>
        <p:spPr>
          <a:xfrm>
            <a:off x="14620776" y="11865751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424E9660-A181-14DB-7791-0EA40D2BBB16}"/>
              </a:ext>
            </a:extLst>
          </p:cNvPr>
          <p:cNvGrpSpPr/>
          <p:nvPr/>
        </p:nvGrpSpPr>
        <p:grpSpPr>
          <a:xfrm rot="16200000">
            <a:off x="14229154" y="11072082"/>
            <a:ext cx="794196" cy="182451"/>
            <a:chOff x="5478663" y="1384702"/>
            <a:chExt cx="794196" cy="182451"/>
          </a:xfrm>
        </p:grpSpPr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E4359EBC-9A46-8CD3-8F82-8EFCF3A76F60}"/>
                </a:ext>
              </a:extLst>
            </p:cNvPr>
            <p:cNvSpPr/>
            <p:nvPr/>
          </p:nvSpPr>
          <p:spPr>
            <a:xfrm>
              <a:off x="5478663" y="1386849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A5AB709A-998D-44A5-9C8E-DB94D28C4D17}"/>
                </a:ext>
              </a:extLst>
            </p:cNvPr>
            <p:cNvSpPr/>
            <p:nvPr/>
          </p:nvSpPr>
          <p:spPr>
            <a:xfrm>
              <a:off x="5785609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3" name="Oval 572">
              <a:extLst>
                <a:ext uri="{FF2B5EF4-FFF2-40B4-BE49-F238E27FC236}">
                  <a16:creationId xmlns:a16="http://schemas.microsoft.com/office/drawing/2014/main" id="{07F1D19E-D7B4-A00D-B6A5-E5AD47DB6CA7}"/>
                </a:ext>
              </a:extLst>
            </p:cNvPr>
            <p:cNvSpPr/>
            <p:nvPr/>
          </p:nvSpPr>
          <p:spPr>
            <a:xfrm>
              <a:off x="6092555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4" name="Rectangle 573">
            <a:extLst>
              <a:ext uri="{FF2B5EF4-FFF2-40B4-BE49-F238E27FC236}">
                <a16:creationId xmlns:a16="http://schemas.microsoft.com/office/drawing/2014/main" id="{541BB09E-2FC5-75B3-77FB-794F6494FAE9}"/>
              </a:ext>
            </a:extLst>
          </p:cNvPr>
          <p:cNvSpPr/>
          <p:nvPr/>
        </p:nvSpPr>
        <p:spPr>
          <a:xfrm rot="10800000" flipV="1">
            <a:off x="13733677" y="8742216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5" name="Straight Connector 574">
            <a:extLst>
              <a:ext uri="{FF2B5EF4-FFF2-40B4-BE49-F238E27FC236}">
                <a16:creationId xmlns:a16="http://schemas.microsoft.com/office/drawing/2014/main" id="{4F4B7B11-CD77-560F-FB32-600FE08F7072}"/>
              </a:ext>
            </a:extLst>
          </p:cNvPr>
          <p:cNvCxnSpPr>
            <a:cxnSpLocks/>
          </p:cNvCxnSpPr>
          <p:nvPr/>
        </p:nvCxnSpPr>
        <p:spPr>
          <a:xfrm flipV="1">
            <a:off x="14366224" y="888951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Oval 575">
            <a:extLst>
              <a:ext uri="{FF2B5EF4-FFF2-40B4-BE49-F238E27FC236}">
                <a16:creationId xmlns:a16="http://schemas.microsoft.com/office/drawing/2014/main" id="{ACFEECCD-5490-71B3-0FD9-6871940310CB}"/>
              </a:ext>
            </a:extLst>
          </p:cNvPr>
          <p:cNvSpPr/>
          <p:nvPr/>
        </p:nvSpPr>
        <p:spPr>
          <a:xfrm flipV="1">
            <a:off x="14609212" y="884312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42296F60-EF27-37F2-785F-F8E962542FB7}"/>
              </a:ext>
            </a:extLst>
          </p:cNvPr>
          <p:cNvCxnSpPr>
            <a:cxnSpLocks/>
          </p:cNvCxnSpPr>
          <p:nvPr/>
        </p:nvCxnSpPr>
        <p:spPr>
          <a:xfrm flipV="1">
            <a:off x="14679036" y="888835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Rectangle 577">
            <a:extLst>
              <a:ext uri="{FF2B5EF4-FFF2-40B4-BE49-F238E27FC236}">
                <a16:creationId xmlns:a16="http://schemas.microsoft.com/office/drawing/2014/main" id="{6AA40AA8-129F-51DD-AC80-6A3E99CD8E3F}"/>
              </a:ext>
            </a:extLst>
          </p:cNvPr>
          <p:cNvSpPr/>
          <p:nvPr/>
        </p:nvSpPr>
        <p:spPr>
          <a:xfrm rot="10800000" flipV="1">
            <a:off x="14945301" y="8747132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F6E1AE0E-3030-00FA-CD57-AA6E53A56C94}"/>
              </a:ext>
            </a:extLst>
          </p:cNvPr>
          <p:cNvCxnSpPr>
            <a:cxnSpLocks/>
          </p:cNvCxnSpPr>
          <p:nvPr/>
        </p:nvCxnSpPr>
        <p:spPr>
          <a:xfrm flipV="1">
            <a:off x="15584773" y="888997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0" name="Rectangle 579">
            <a:extLst>
              <a:ext uri="{FF2B5EF4-FFF2-40B4-BE49-F238E27FC236}">
                <a16:creationId xmlns:a16="http://schemas.microsoft.com/office/drawing/2014/main" id="{017A6157-CD17-6B75-C428-974625C7F847}"/>
              </a:ext>
            </a:extLst>
          </p:cNvPr>
          <p:cNvSpPr/>
          <p:nvPr/>
        </p:nvSpPr>
        <p:spPr>
          <a:xfrm rot="16200000" flipV="1">
            <a:off x="14337536" y="948648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3ABEBE0C-C86C-D47E-7614-D420AE21F3FB}"/>
              </a:ext>
            </a:extLst>
          </p:cNvPr>
          <p:cNvCxnSpPr>
            <a:cxnSpLocks/>
          </p:cNvCxnSpPr>
          <p:nvPr/>
        </p:nvCxnSpPr>
        <p:spPr>
          <a:xfrm flipV="1">
            <a:off x="13126103" y="10575175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2" name="テキスト プレースホルダー 2">
            <a:extLst>
              <a:ext uri="{FF2B5EF4-FFF2-40B4-BE49-F238E27FC236}">
                <a16:creationId xmlns:a16="http://schemas.microsoft.com/office/drawing/2014/main" id="{DEA1ECF2-7888-EDFB-7CFF-31A6C7F19AF7}"/>
              </a:ext>
            </a:extLst>
          </p:cNvPr>
          <p:cNvSpPr txBox="1">
            <a:spLocks/>
          </p:cNvSpPr>
          <p:nvPr/>
        </p:nvSpPr>
        <p:spPr>
          <a:xfrm>
            <a:off x="13655178" y="903024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83" name="テキスト プレースホルダー 2">
            <a:extLst>
              <a:ext uri="{FF2B5EF4-FFF2-40B4-BE49-F238E27FC236}">
                <a16:creationId xmlns:a16="http://schemas.microsoft.com/office/drawing/2014/main" id="{C5BED71F-F900-3358-C7C6-56B26B35B840}"/>
              </a:ext>
            </a:extLst>
          </p:cNvPr>
          <p:cNvSpPr txBox="1">
            <a:spLocks/>
          </p:cNvSpPr>
          <p:nvPr/>
        </p:nvSpPr>
        <p:spPr>
          <a:xfrm>
            <a:off x="14852503" y="9049196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84" name="Oval 583">
            <a:extLst>
              <a:ext uri="{FF2B5EF4-FFF2-40B4-BE49-F238E27FC236}">
                <a16:creationId xmlns:a16="http://schemas.microsoft.com/office/drawing/2014/main" id="{34816DFD-2487-13F1-1B13-B3EEEB4A1310}"/>
              </a:ext>
            </a:extLst>
          </p:cNvPr>
          <p:cNvSpPr/>
          <p:nvPr/>
        </p:nvSpPr>
        <p:spPr>
          <a:xfrm flipV="1">
            <a:off x="14366224" y="7834233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5" name="Straight Arrow Connector 584">
            <a:extLst>
              <a:ext uri="{FF2B5EF4-FFF2-40B4-BE49-F238E27FC236}">
                <a16:creationId xmlns:a16="http://schemas.microsoft.com/office/drawing/2014/main" id="{5773708B-B7BE-D6A6-D5F8-6D3AA3A3035F}"/>
              </a:ext>
            </a:extLst>
          </p:cNvPr>
          <p:cNvCxnSpPr>
            <a:cxnSpLocks/>
          </p:cNvCxnSpPr>
          <p:nvPr/>
        </p:nvCxnSpPr>
        <p:spPr>
          <a:xfrm flipH="1">
            <a:off x="14650437" y="7918573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67F8DAE8-668D-FB76-18D4-A950A022AE90}"/>
              </a:ext>
            </a:extLst>
          </p:cNvPr>
          <p:cNvCxnSpPr>
            <a:cxnSpLocks/>
          </p:cNvCxnSpPr>
          <p:nvPr/>
        </p:nvCxnSpPr>
        <p:spPr>
          <a:xfrm flipV="1">
            <a:off x="14659329" y="8413880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F64C269C-4FE5-506E-7E2B-2776E2CF88F9}"/>
              </a:ext>
            </a:extLst>
          </p:cNvPr>
          <p:cNvCxnSpPr>
            <a:cxnSpLocks/>
          </p:cNvCxnSpPr>
          <p:nvPr/>
        </p:nvCxnSpPr>
        <p:spPr>
          <a:xfrm flipV="1">
            <a:off x="14540583" y="7497239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17ADBE74-B3DD-901B-31FF-5A92C9BD9BFD}"/>
              </a:ext>
            </a:extLst>
          </p:cNvPr>
          <p:cNvCxnSpPr/>
          <p:nvPr/>
        </p:nvCxnSpPr>
        <p:spPr>
          <a:xfrm flipV="1">
            <a:off x="14650437" y="749723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60849B1D-0BCF-E5A5-E553-B076FCB905F7}"/>
              </a:ext>
            </a:extLst>
          </p:cNvPr>
          <p:cNvCxnSpPr>
            <a:cxnSpLocks/>
          </p:cNvCxnSpPr>
          <p:nvPr/>
        </p:nvCxnSpPr>
        <p:spPr>
          <a:xfrm flipV="1">
            <a:off x="14598304" y="745973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7D71CB02-6FCC-F9C4-50E0-2E0F5AF70061}"/>
              </a:ext>
            </a:extLst>
          </p:cNvPr>
          <p:cNvCxnSpPr>
            <a:cxnSpLocks/>
          </p:cNvCxnSpPr>
          <p:nvPr/>
        </p:nvCxnSpPr>
        <p:spPr>
          <a:xfrm flipV="1">
            <a:off x="14622815" y="742222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1" name="テキスト プレースホルダー 2">
            <a:extLst>
              <a:ext uri="{FF2B5EF4-FFF2-40B4-BE49-F238E27FC236}">
                <a16:creationId xmlns:a16="http://schemas.microsoft.com/office/drawing/2014/main" id="{D45708BD-F053-3278-5D39-282388CE3B62}"/>
              </a:ext>
            </a:extLst>
          </p:cNvPr>
          <p:cNvSpPr txBox="1">
            <a:spLocks/>
          </p:cNvSpPr>
          <p:nvPr/>
        </p:nvSpPr>
        <p:spPr>
          <a:xfrm>
            <a:off x="14773523" y="950681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C02FF0D7-F800-3ED9-54D6-B3A54DD9A027}"/>
              </a:ext>
            </a:extLst>
          </p:cNvPr>
          <p:cNvSpPr/>
          <p:nvPr/>
        </p:nvSpPr>
        <p:spPr>
          <a:xfrm rot="10800000" flipV="1">
            <a:off x="13764025" y="10414202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1759C16D-3CF3-49B9-4F32-5A5AF237FB52}"/>
              </a:ext>
            </a:extLst>
          </p:cNvPr>
          <p:cNvCxnSpPr>
            <a:cxnSpLocks/>
          </p:cNvCxnSpPr>
          <p:nvPr/>
        </p:nvCxnSpPr>
        <p:spPr>
          <a:xfrm flipV="1">
            <a:off x="14396572" y="105615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" name="Oval 593">
            <a:extLst>
              <a:ext uri="{FF2B5EF4-FFF2-40B4-BE49-F238E27FC236}">
                <a16:creationId xmlns:a16="http://schemas.microsoft.com/office/drawing/2014/main" id="{4B72FA45-E02F-96E5-A87E-0D9DEE7923A7}"/>
              </a:ext>
            </a:extLst>
          </p:cNvPr>
          <p:cNvSpPr/>
          <p:nvPr/>
        </p:nvSpPr>
        <p:spPr>
          <a:xfrm flipV="1">
            <a:off x="14614160" y="1051510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BA821ACD-88A0-5BE9-5FED-1912953A05C0}"/>
              </a:ext>
            </a:extLst>
          </p:cNvPr>
          <p:cNvCxnSpPr>
            <a:cxnSpLocks/>
          </p:cNvCxnSpPr>
          <p:nvPr/>
        </p:nvCxnSpPr>
        <p:spPr>
          <a:xfrm flipV="1">
            <a:off x="14709384" y="1056033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6" name="Rectangle 595">
            <a:extLst>
              <a:ext uri="{FF2B5EF4-FFF2-40B4-BE49-F238E27FC236}">
                <a16:creationId xmlns:a16="http://schemas.microsoft.com/office/drawing/2014/main" id="{2FA9883B-6256-621C-37E3-7E70A4BA2DBF}"/>
              </a:ext>
            </a:extLst>
          </p:cNvPr>
          <p:cNvSpPr/>
          <p:nvPr/>
        </p:nvSpPr>
        <p:spPr>
          <a:xfrm rot="10800000" flipV="1">
            <a:off x="14975649" y="10419118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7" name="テキスト プレースホルダー 2">
            <a:extLst>
              <a:ext uri="{FF2B5EF4-FFF2-40B4-BE49-F238E27FC236}">
                <a16:creationId xmlns:a16="http://schemas.microsoft.com/office/drawing/2014/main" id="{63E1290C-1522-8B58-6167-A645942EEF54}"/>
              </a:ext>
            </a:extLst>
          </p:cNvPr>
          <p:cNvSpPr txBox="1">
            <a:spLocks/>
          </p:cNvSpPr>
          <p:nvPr/>
        </p:nvSpPr>
        <p:spPr>
          <a:xfrm>
            <a:off x="13685526" y="1070223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98" name="テキスト プレースホルダー 2">
            <a:extLst>
              <a:ext uri="{FF2B5EF4-FFF2-40B4-BE49-F238E27FC236}">
                <a16:creationId xmlns:a16="http://schemas.microsoft.com/office/drawing/2014/main" id="{21AAA3D3-D269-0F07-47D5-2C64E6E61510}"/>
              </a:ext>
            </a:extLst>
          </p:cNvPr>
          <p:cNvSpPr txBox="1">
            <a:spLocks/>
          </p:cNvSpPr>
          <p:nvPr/>
        </p:nvSpPr>
        <p:spPr>
          <a:xfrm>
            <a:off x="14882851" y="1072118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99" name="Oval 598">
            <a:extLst>
              <a:ext uri="{FF2B5EF4-FFF2-40B4-BE49-F238E27FC236}">
                <a16:creationId xmlns:a16="http://schemas.microsoft.com/office/drawing/2014/main" id="{6B33A18D-BB36-DE74-3704-C435D10A47FC}"/>
              </a:ext>
            </a:extLst>
          </p:cNvPr>
          <p:cNvSpPr/>
          <p:nvPr/>
        </p:nvSpPr>
        <p:spPr>
          <a:xfrm flipV="1">
            <a:off x="13771576" y="9652100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0" name="Straight Arrow Connector 599">
            <a:extLst>
              <a:ext uri="{FF2B5EF4-FFF2-40B4-BE49-F238E27FC236}">
                <a16:creationId xmlns:a16="http://schemas.microsoft.com/office/drawing/2014/main" id="{C7484E9C-E459-A7EA-14DB-CF383BD870E6}"/>
              </a:ext>
            </a:extLst>
          </p:cNvPr>
          <p:cNvCxnSpPr>
            <a:cxnSpLocks/>
          </p:cNvCxnSpPr>
          <p:nvPr/>
        </p:nvCxnSpPr>
        <p:spPr>
          <a:xfrm>
            <a:off x="13930069" y="9788678"/>
            <a:ext cx="248168" cy="314767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720E1C54-6073-3258-D243-F4D749E49BF7}"/>
              </a:ext>
            </a:extLst>
          </p:cNvPr>
          <p:cNvCxnSpPr>
            <a:cxnSpLocks/>
            <a:stCxn id="594" idx="7"/>
            <a:endCxn id="599" idx="7"/>
          </p:cNvCxnSpPr>
          <p:nvPr/>
        </p:nvCxnSpPr>
        <p:spPr>
          <a:xfrm flipH="1" flipV="1">
            <a:off x="14265848" y="10146372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2" name="テキスト プレースホルダー 2">
            <a:extLst>
              <a:ext uri="{FF2B5EF4-FFF2-40B4-BE49-F238E27FC236}">
                <a16:creationId xmlns:a16="http://schemas.microsoft.com/office/drawing/2014/main" id="{D38F139F-FD11-AAD0-567C-91B17C675522}"/>
              </a:ext>
            </a:extLst>
          </p:cNvPr>
          <p:cNvSpPr txBox="1">
            <a:spLocks/>
          </p:cNvSpPr>
          <p:nvPr/>
        </p:nvSpPr>
        <p:spPr>
          <a:xfrm>
            <a:off x="13417614" y="789620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03" name="テキスト プレースホルダー 2">
            <a:extLst>
              <a:ext uri="{FF2B5EF4-FFF2-40B4-BE49-F238E27FC236}">
                <a16:creationId xmlns:a16="http://schemas.microsoft.com/office/drawing/2014/main" id="{AC0D273F-208F-D3D8-E239-ED51983084FE}"/>
              </a:ext>
            </a:extLst>
          </p:cNvPr>
          <p:cNvSpPr txBox="1">
            <a:spLocks/>
          </p:cNvSpPr>
          <p:nvPr/>
        </p:nvSpPr>
        <p:spPr>
          <a:xfrm>
            <a:off x="13075414" y="98521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4B32DD34-6BA4-62D0-0A1F-4E356188F7BC}"/>
              </a:ext>
            </a:extLst>
          </p:cNvPr>
          <p:cNvCxnSpPr>
            <a:cxnSpLocks/>
          </p:cNvCxnSpPr>
          <p:nvPr/>
        </p:nvCxnSpPr>
        <p:spPr>
          <a:xfrm>
            <a:off x="13101918" y="8890367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4D8AF92C-A06F-66F8-112C-0680B8DF5C2D}"/>
              </a:ext>
            </a:extLst>
          </p:cNvPr>
          <p:cNvGrpSpPr/>
          <p:nvPr/>
        </p:nvGrpSpPr>
        <p:grpSpPr>
          <a:xfrm rot="16200000" flipV="1">
            <a:off x="13570527" y="9492979"/>
            <a:ext cx="225168" cy="403636"/>
            <a:chOff x="5124498" y="3780453"/>
            <a:chExt cx="225168" cy="403636"/>
          </a:xfrm>
        </p:grpSpPr>
        <p:cxnSp>
          <p:nvCxnSpPr>
            <p:cNvPr id="606" name="Straight Connector 605">
              <a:extLst>
                <a:ext uri="{FF2B5EF4-FFF2-40B4-BE49-F238E27FC236}">
                  <a16:creationId xmlns:a16="http://schemas.microsoft.com/office/drawing/2014/main" id="{FBF0F24F-C32D-D983-99F7-83DA834C9C38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DE8A14FA-E769-0F73-D3B9-728E32DCC3D0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805B4C67-1E53-63F9-8ABA-16E1F298739A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BA64E55A-29F1-CC43-EF12-A334253C4F36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81EFA653-6E47-0191-BC53-0C9E1F418D03}"/>
              </a:ext>
            </a:extLst>
          </p:cNvPr>
          <p:cNvCxnSpPr>
            <a:cxnSpLocks/>
          </p:cNvCxnSpPr>
          <p:nvPr/>
        </p:nvCxnSpPr>
        <p:spPr>
          <a:xfrm flipV="1">
            <a:off x="14660736" y="8881031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07463DC1-E352-5EEF-312C-B148EB76C44C}"/>
              </a:ext>
            </a:extLst>
          </p:cNvPr>
          <p:cNvCxnSpPr>
            <a:cxnSpLocks/>
          </p:cNvCxnSpPr>
          <p:nvPr/>
        </p:nvCxnSpPr>
        <p:spPr>
          <a:xfrm flipV="1">
            <a:off x="14644961" y="9960976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2" name="Rectangle 611">
            <a:extLst>
              <a:ext uri="{FF2B5EF4-FFF2-40B4-BE49-F238E27FC236}">
                <a16:creationId xmlns:a16="http://schemas.microsoft.com/office/drawing/2014/main" id="{CCE273AC-31A3-FDB6-A540-F6B45E57B7A8}"/>
              </a:ext>
            </a:extLst>
          </p:cNvPr>
          <p:cNvSpPr/>
          <p:nvPr/>
        </p:nvSpPr>
        <p:spPr>
          <a:xfrm rot="16200000" flipH="1">
            <a:off x="19792212" y="12033086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1DFB62F9-5AB2-DE4F-E068-50D55BFF431D}"/>
              </a:ext>
            </a:extLst>
          </p:cNvPr>
          <p:cNvSpPr/>
          <p:nvPr/>
        </p:nvSpPr>
        <p:spPr>
          <a:xfrm rot="16200000" flipH="1">
            <a:off x="19254222" y="12033086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EB873E0-7A2F-79F7-0425-088CDCE3544B}"/>
              </a:ext>
            </a:extLst>
          </p:cNvPr>
          <p:cNvCxnSpPr>
            <a:cxnSpLocks/>
            <a:stCxn id="612" idx="3"/>
          </p:cNvCxnSpPr>
          <p:nvPr/>
        </p:nvCxnSpPr>
        <p:spPr>
          <a:xfrm flipH="1">
            <a:off x="20111948" y="125092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09D768B4-2C97-C78A-C5C7-899A26C484C9}"/>
              </a:ext>
            </a:extLst>
          </p:cNvPr>
          <p:cNvCxnSpPr/>
          <p:nvPr/>
        </p:nvCxnSpPr>
        <p:spPr>
          <a:xfrm flipH="1">
            <a:off x="19579418" y="125092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F1769640-B242-9054-B20D-65FFC91CEC81}"/>
              </a:ext>
            </a:extLst>
          </p:cNvPr>
          <p:cNvCxnSpPr>
            <a:cxnSpLocks/>
          </p:cNvCxnSpPr>
          <p:nvPr/>
        </p:nvCxnSpPr>
        <p:spPr>
          <a:xfrm flipH="1">
            <a:off x="19579418" y="12837853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BCDD83F5-BBBD-9441-DA8D-1B353928CD68}"/>
              </a:ext>
            </a:extLst>
          </p:cNvPr>
          <p:cNvCxnSpPr>
            <a:cxnSpLocks/>
          </p:cNvCxnSpPr>
          <p:nvPr/>
        </p:nvCxnSpPr>
        <p:spPr>
          <a:xfrm flipH="1">
            <a:off x="19845683" y="1283785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9599BE14-442D-CE45-3F64-FC7740C38EF2}"/>
              </a:ext>
            </a:extLst>
          </p:cNvPr>
          <p:cNvCxnSpPr>
            <a:cxnSpLocks/>
          </p:cNvCxnSpPr>
          <p:nvPr/>
        </p:nvCxnSpPr>
        <p:spPr>
          <a:xfrm flipH="1">
            <a:off x="19607478" y="13166473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E362C195-4353-E230-CB90-476F35EB7116}"/>
              </a:ext>
            </a:extLst>
          </p:cNvPr>
          <p:cNvCxnSpPr>
            <a:cxnSpLocks/>
          </p:cNvCxnSpPr>
          <p:nvPr/>
        </p:nvCxnSpPr>
        <p:spPr>
          <a:xfrm flipH="1">
            <a:off x="19685199" y="13302865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3E2B25C2-BBC4-C574-71A3-258F59EB4668}"/>
              </a:ext>
            </a:extLst>
          </p:cNvPr>
          <p:cNvCxnSpPr>
            <a:cxnSpLocks/>
          </p:cNvCxnSpPr>
          <p:nvPr/>
        </p:nvCxnSpPr>
        <p:spPr>
          <a:xfrm flipH="1">
            <a:off x="19730369" y="13631485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008A1F25-C56D-6547-CD2D-6C1E7EF2EE03}"/>
              </a:ext>
            </a:extLst>
          </p:cNvPr>
          <p:cNvCxnSpPr/>
          <p:nvPr/>
        </p:nvCxnSpPr>
        <p:spPr>
          <a:xfrm flipH="1">
            <a:off x="19845683" y="13302865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F6CAC3BC-B6DA-3C32-1E5A-A0FF903AA049}"/>
              </a:ext>
            </a:extLst>
          </p:cNvPr>
          <p:cNvCxnSpPr>
            <a:cxnSpLocks/>
          </p:cNvCxnSpPr>
          <p:nvPr/>
        </p:nvCxnSpPr>
        <p:spPr>
          <a:xfrm flipH="1">
            <a:off x="19779878" y="13668993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A1A40EBC-7C5B-8D34-E6AF-374FB1B30F35}"/>
              </a:ext>
            </a:extLst>
          </p:cNvPr>
          <p:cNvCxnSpPr>
            <a:cxnSpLocks/>
          </p:cNvCxnSpPr>
          <p:nvPr/>
        </p:nvCxnSpPr>
        <p:spPr>
          <a:xfrm flipH="1">
            <a:off x="19814336" y="13706501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AE7552A3-4402-7012-0AE7-8F5F2ECE6A47}"/>
              </a:ext>
            </a:extLst>
          </p:cNvPr>
          <p:cNvCxnSpPr/>
          <p:nvPr/>
        </p:nvCxnSpPr>
        <p:spPr>
          <a:xfrm flipH="1">
            <a:off x="20111948" y="1154114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A208715B-26C1-0CA6-0BB7-AE97A5554DBC}"/>
              </a:ext>
            </a:extLst>
          </p:cNvPr>
          <p:cNvCxnSpPr/>
          <p:nvPr/>
        </p:nvCxnSpPr>
        <p:spPr>
          <a:xfrm flipH="1">
            <a:off x="19579418" y="1154114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1DB9369D-72C0-DD21-1593-76C5436F0DA0}"/>
              </a:ext>
            </a:extLst>
          </p:cNvPr>
          <p:cNvCxnSpPr>
            <a:cxnSpLocks/>
          </p:cNvCxnSpPr>
          <p:nvPr/>
        </p:nvCxnSpPr>
        <p:spPr>
          <a:xfrm flipH="1">
            <a:off x="19579418" y="11552779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97D6DBFA-B201-9CC0-E4AA-5C679E0B32D8}"/>
              </a:ext>
            </a:extLst>
          </p:cNvPr>
          <p:cNvCxnSpPr>
            <a:cxnSpLocks/>
          </p:cNvCxnSpPr>
          <p:nvPr/>
        </p:nvCxnSpPr>
        <p:spPr>
          <a:xfrm flipH="1">
            <a:off x="19845683" y="1121252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8" name="Rectangle 627">
            <a:extLst>
              <a:ext uri="{FF2B5EF4-FFF2-40B4-BE49-F238E27FC236}">
                <a16:creationId xmlns:a16="http://schemas.microsoft.com/office/drawing/2014/main" id="{51367859-1A5D-E7DC-F570-C0326C2AF769}"/>
              </a:ext>
            </a:extLst>
          </p:cNvPr>
          <p:cNvSpPr/>
          <p:nvPr/>
        </p:nvSpPr>
        <p:spPr>
          <a:xfrm rot="10800000" flipH="1">
            <a:off x="18939946" y="11072371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29B4AE67-AB5E-612F-F7C1-478F0D3E0A8B}"/>
              </a:ext>
            </a:extLst>
          </p:cNvPr>
          <p:cNvCxnSpPr>
            <a:cxnSpLocks/>
          </p:cNvCxnSpPr>
          <p:nvPr/>
        </p:nvCxnSpPr>
        <p:spPr>
          <a:xfrm flipH="1">
            <a:off x="19579418" y="1122924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43935F0F-A220-C611-1131-93B2098AE9D8}"/>
              </a:ext>
            </a:extLst>
          </p:cNvPr>
          <p:cNvCxnSpPr>
            <a:cxnSpLocks/>
          </p:cNvCxnSpPr>
          <p:nvPr/>
        </p:nvCxnSpPr>
        <p:spPr>
          <a:xfrm flipH="1">
            <a:off x="18673681" y="1122939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0A5F34CB-5EA6-45A9-293F-725D60246279}"/>
              </a:ext>
            </a:extLst>
          </p:cNvPr>
          <p:cNvSpPr/>
          <p:nvPr/>
        </p:nvSpPr>
        <p:spPr>
          <a:xfrm flipH="1">
            <a:off x="18603859" y="1118269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2" name="Straight Connector 631">
            <a:extLst>
              <a:ext uri="{FF2B5EF4-FFF2-40B4-BE49-F238E27FC236}">
                <a16:creationId xmlns:a16="http://schemas.microsoft.com/office/drawing/2014/main" id="{D36392FF-AC83-38D5-FA30-A6BF033F5DB4}"/>
              </a:ext>
            </a:extLst>
          </p:cNvPr>
          <p:cNvCxnSpPr>
            <a:cxnSpLocks/>
          </p:cNvCxnSpPr>
          <p:nvPr/>
        </p:nvCxnSpPr>
        <p:spPr>
          <a:xfrm flipH="1">
            <a:off x="18360869" y="1123055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Rectangle 632">
            <a:extLst>
              <a:ext uri="{FF2B5EF4-FFF2-40B4-BE49-F238E27FC236}">
                <a16:creationId xmlns:a16="http://schemas.microsoft.com/office/drawing/2014/main" id="{7FF33145-DDE0-5E1A-9CB9-843129F8449D}"/>
              </a:ext>
            </a:extLst>
          </p:cNvPr>
          <p:cNvSpPr/>
          <p:nvPr/>
        </p:nvSpPr>
        <p:spPr>
          <a:xfrm rot="10800000" flipH="1">
            <a:off x="17721397" y="11056109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B08A41E8-5EC6-9893-CB7D-6AE430EA9E22}"/>
              </a:ext>
            </a:extLst>
          </p:cNvPr>
          <p:cNvCxnSpPr>
            <a:cxnSpLocks/>
          </p:cNvCxnSpPr>
          <p:nvPr/>
        </p:nvCxnSpPr>
        <p:spPr>
          <a:xfrm flipH="1">
            <a:off x="17455132" y="1122013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Rectangle 634">
            <a:extLst>
              <a:ext uri="{FF2B5EF4-FFF2-40B4-BE49-F238E27FC236}">
                <a16:creationId xmlns:a16="http://schemas.microsoft.com/office/drawing/2014/main" id="{2C399369-97DF-886B-AEDD-DB5E8C3019EA}"/>
              </a:ext>
            </a:extLst>
          </p:cNvPr>
          <p:cNvSpPr/>
          <p:nvPr/>
        </p:nvSpPr>
        <p:spPr>
          <a:xfrm rot="10800000" flipH="1">
            <a:off x="16822585" y="11063721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03F2C71E-88FF-4AE2-26C7-4F2550B33554}"/>
              </a:ext>
            </a:extLst>
          </p:cNvPr>
          <p:cNvCxnSpPr>
            <a:cxnSpLocks/>
          </p:cNvCxnSpPr>
          <p:nvPr/>
        </p:nvCxnSpPr>
        <p:spPr>
          <a:xfrm flipH="1">
            <a:off x="16257494" y="11220133"/>
            <a:ext cx="5737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テキスト プレースホルダー 2">
            <a:extLst>
              <a:ext uri="{FF2B5EF4-FFF2-40B4-BE49-F238E27FC236}">
                <a16:creationId xmlns:a16="http://schemas.microsoft.com/office/drawing/2014/main" id="{ED4AB92F-95D5-1F94-CB20-7064BA13F048}"/>
              </a:ext>
            </a:extLst>
          </p:cNvPr>
          <p:cNvSpPr txBox="1">
            <a:spLocks/>
          </p:cNvSpPr>
          <p:nvPr/>
        </p:nvSpPr>
        <p:spPr>
          <a:xfrm flipH="1">
            <a:off x="18547065" y="1301393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38" name="テキスト プレースホルダー 2">
            <a:extLst>
              <a:ext uri="{FF2B5EF4-FFF2-40B4-BE49-F238E27FC236}">
                <a16:creationId xmlns:a16="http://schemas.microsoft.com/office/drawing/2014/main" id="{AD4B3164-08D6-03A7-7AAF-BC7202CA5284}"/>
              </a:ext>
            </a:extLst>
          </p:cNvPr>
          <p:cNvSpPr txBox="1">
            <a:spLocks/>
          </p:cNvSpPr>
          <p:nvPr/>
        </p:nvSpPr>
        <p:spPr>
          <a:xfrm flipH="1">
            <a:off x="18655732" y="12437988"/>
            <a:ext cx="101049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639" name="テキスト プレースホルダー 2">
            <a:extLst>
              <a:ext uri="{FF2B5EF4-FFF2-40B4-BE49-F238E27FC236}">
                <a16:creationId xmlns:a16="http://schemas.microsoft.com/office/drawing/2014/main" id="{2795E3FC-E7CE-74F1-4816-31C074C2C156}"/>
              </a:ext>
            </a:extLst>
          </p:cNvPr>
          <p:cNvSpPr txBox="1">
            <a:spLocks/>
          </p:cNvSpPr>
          <p:nvPr/>
        </p:nvSpPr>
        <p:spPr>
          <a:xfrm flipH="1">
            <a:off x="20190711" y="12459744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0" name="テキスト プレースホルダー 2">
            <a:extLst>
              <a:ext uri="{FF2B5EF4-FFF2-40B4-BE49-F238E27FC236}">
                <a16:creationId xmlns:a16="http://schemas.microsoft.com/office/drawing/2014/main" id="{52FF3B05-B3EF-37EE-8625-5775EE63FE8C}"/>
              </a:ext>
            </a:extLst>
          </p:cNvPr>
          <p:cNvSpPr txBox="1">
            <a:spLocks/>
          </p:cNvSpPr>
          <p:nvPr/>
        </p:nvSpPr>
        <p:spPr>
          <a:xfrm flipH="1">
            <a:off x="18806814" y="1053487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1" name="テキスト プレースホルダー 2">
            <a:extLst>
              <a:ext uri="{FF2B5EF4-FFF2-40B4-BE49-F238E27FC236}">
                <a16:creationId xmlns:a16="http://schemas.microsoft.com/office/drawing/2014/main" id="{B43AECDA-6080-114E-4705-7C92A3FD05DC}"/>
              </a:ext>
            </a:extLst>
          </p:cNvPr>
          <p:cNvSpPr txBox="1">
            <a:spLocks/>
          </p:cNvSpPr>
          <p:nvPr/>
        </p:nvSpPr>
        <p:spPr>
          <a:xfrm flipH="1">
            <a:off x="17553468" y="1053977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2" name="テキスト プレースホルダー 2">
            <a:extLst>
              <a:ext uri="{FF2B5EF4-FFF2-40B4-BE49-F238E27FC236}">
                <a16:creationId xmlns:a16="http://schemas.microsoft.com/office/drawing/2014/main" id="{3A404BBA-A7C2-FD18-ADE1-B76858A50268}"/>
              </a:ext>
            </a:extLst>
          </p:cNvPr>
          <p:cNvSpPr txBox="1">
            <a:spLocks/>
          </p:cNvSpPr>
          <p:nvPr/>
        </p:nvSpPr>
        <p:spPr>
          <a:xfrm flipH="1">
            <a:off x="16538713" y="10539774"/>
            <a:ext cx="1030654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A6A8EF37-186A-B1D9-436C-9713A8555EEC}"/>
              </a:ext>
            </a:extLst>
          </p:cNvPr>
          <p:cNvSpPr/>
          <p:nvPr/>
        </p:nvSpPr>
        <p:spPr>
          <a:xfrm flipH="1">
            <a:off x="18360870" y="11706021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4" name="Straight Arrow Connector 643">
            <a:extLst>
              <a:ext uri="{FF2B5EF4-FFF2-40B4-BE49-F238E27FC236}">
                <a16:creationId xmlns:a16="http://schemas.microsoft.com/office/drawing/2014/main" id="{BF3AE07F-9022-4BA2-F772-BCDE73DF9C73}"/>
              </a:ext>
            </a:extLst>
          </p:cNvPr>
          <p:cNvCxnSpPr>
            <a:cxnSpLocks/>
          </p:cNvCxnSpPr>
          <p:nvPr/>
        </p:nvCxnSpPr>
        <p:spPr>
          <a:xfrm flipV="1">
            <a:off x="18650408" y="11790361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BC415299-E9C8-ED59-BB58-33F0B0DB27E9}"/>
              </a:ext>
            </a:extLst>
          </p:cNvPr>
          <p:cNvCxnSpPr>
            <a:cxnSpLocks/>
          </p:cNvCxnSpPr>
          <p:nvPr/>
        </p:nvCxnSpPr>
        <p:spPr>
          <a:xfrm flipH="1">
            <a:off x="18646841" y="11275639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645">
            <a:extLst>
              <a:ext uri="{FF2B5EF4-FFF2-40B4-BE49-F238E27FC236}">
                <a16:creationId xmlns:a16="http://schemas.microsoft.com/office/drawing/2014/main" id="{8E94D190-8DEF-3241-EEB9-197B76B4B98C}"/>
              </a:ext>
            </a:extLst>
          </p:cNvPr>
          <p:cNvCxnSpPr>
            <a:cxnSpLocks/>
          </p:cNvCxnSpPr>
          <p:nvPr/>
        </p:nvCxnSpPr>
        <p:spPr>
          <a:xfrm flipH="1">
            <a:off x="18530160" y="12622091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646">
            <a:extLst>
              <a:ext uri="{FF2B5EF4-FFF2-40B4-BE49-F238E27FC236}">
                <a16:creationId xmlns:a16="http://schemas.microsoft.com/office/drawing/2014/main" id="{99D08A0D-842D-EA94-3F47-ABAD70D651E3}"/>
              </a:ext>
            </a:extLst>
          </p:cNvPr>
          <p:cNvCxnSpPr/>
          <p:nvPr/>
        </p:nvCxnSpPr>
        <p:spPr>
          <a:xfrm flipH="1">
            <a:off x="18645474" y="1229347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823EA25B-AF2D-8A15-FDA7-3556629E14D6}"/>
              </a:ext>
            </a:extLst>
          </p:cNvPr>
          <p:cNvCxnSpPr>
            <a:cxnSpLocks/>
          </p:cNvCxnSpPr>
          <p:nvPr/>
        </p:nvCxnSpPr>
        <p:spPr>
          <a:xfrm flipH="1">
            <a:off x="18579669" y="12659599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648">
            <a:extLst>
              <a:ext uri="{FF2B5EF4-FFF2-40B4-BE49-F238E27FC236}">
                <a16:creationId xmlns:a16="http://schemas.microsoft.com/office/drawing/2014/main" id="{4C42F543-CF54-54B2-C140-87B8CDABEE64}"/>
              </a:ext>
            </a:extLst>
          </p:cNvPr>
          <p:cNvCxnSpPr>
            <a:cxnSpLocks/>
          </p:cNvCxnSpPr>
          <p:nvPr/>
        </p:nvCxnSpPr>
        <p:spPr>
          <a:xfrm flipH="1">
            <a:off x="18614127" y="1269710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649">
            <a:extLst>
              <a:ext uri="{FF2B5EF4-FFF2-40B4-BE49-F238E27FC236}">
                <a16:creationId xmlns:a16="http://schemas.microsoft.com/office/drawing/2014/main" id="{B91CBD1F-E9D2-894A-3B98-3ABECA1C9C40}"/>
              </a:ext>
            </a:extLst>
          </p:cNvPr>
          <p:cNvCxnSpPr>
            <a:cxnSpLocks/>
          </p:cNvCxnSpPr>
          <p:nvPr/>
        </p:nvCxnSpPr>
        <p:spPr>
          <a:xfrm>
            <a:off x="15605632" y="11908641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650">
            <a:extLst>
              <a:ext uri="{FF2B5EF4-FFF2-40B4-BE49-F238E27FC236}">
                <a16:creationId xmlns:a16="http://schemas.microsoft.com/office/drawing/2014/main" id="{007DF7B1-C6E6-ADB1-29C4-B081669BE94F}"/>
              </a:ext>
            </a:extLst>
          </p:cNvPr>
          <p:cNvCxnSpPr>
            <a:cxnSpLocks/>
          </p:cNvCxnSpPr>
          <p:nvPr/>
        </p:nvCxnSpPr>
        <p:spPr>
          <a:xfrm>
            <a:off x="15630828" y="13593449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651">
            <a:extLst>
              <a:ext uri="{FF2B5EF4-FFF2-40B4-BE49-F238E27FC236}">
                <a16:creationId xmlns:a16="http://schemas.microsoft.com/office/drawing/2014/main" id="{EF25AC63-0000-59BF-191B-0FAE50106385}"/>
              </a:ext>
            </a:extLst>
          </p:cNvPr>
          <p:cNvCxnSpPr>
            <a:cxnSpLocks/>
          </p:cNvCxnSpPr>
          <p:nvPr/>
        </p:nvCxnSpPr>
        <p:spPr>
          <a:xfrm flipV="1">
            <a:off x="15629817" y="10577239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C6151BAD-5C67-16AC-6892-D4DD4BA1ECC6}"/>
              </a:ext>
            </a:extLst>
          </p:cNvPr>
          <p:cNvCxnSpPr>
            <a:cxnSpLocks/>
          </p:cNvCxnSpPr>
          <p:nvPr/>
        </p:nvCxnSpPr>
        <p:spPr>
          <a:xfrm>
            <a:off x="15605632" y="8892431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01ED256A-5641-D061-9B91-6B956BA0A440}"/>
              </a:ext>
            </a:extLst>
          </p:cNvPr>
          <p:cNvCxnSpPr>
            <a:cxnSpLocks/>
          </p:cNvCxnSpPr>
          <p:nvPr/>
        </p:nvCxnSpPr>
        <p:spPr>
          <a:xfrm>
            <a:off x="16239804" y="8909557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5" name="Graphic 654">
            <a:extLst>
              <a:ext uri="{FF2B5EF4-FFF2-40B4-BE49-F238E27FC236}">
                <a16:creationId xmlns:a16="http://schemas.microsoft.com/office/drawing/2014/main" id="{EF9EA0BB-AE4F-635C-FFED-518150875A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4937" y="1249770"/>
            <a:ext cx="9975600" cy="1506038"/>
          </a:xfrm>
          <a:prstGeom prst="rect">
            <a:avLst/>
          </a:prstGeom>
        </p:spPr>
      </p:pic>
      <p:sp>
        <p:nvSpPr>
          <p:cNvPr id="793" name="テキスト プレースホルダー 2">
            <a:extLst>
              <a:ext uri="{FF2B5EF4-FFF2-40B4-BE49-F238E27FC236}">
                <a16:creationId xmlns:a16="http://schemas.microsoft.com/office/drawing/2014/main" id="{CE148CC2-1770-2E41-5C7E-F7C4810FF4D5}"/>
              </a:ext>
            </a:extLst>
          </p:cNvPr>
          <p:cNvSpPr txBox="1">
            <a:spLocks/>
          </p:cNvSpPr>
          <p:nvPr/>
        </p:nvSpPr>
        <p:spPr>
          <a:xfrm>
            <a:off x="11012646" y="11830517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794" name="テキスト プレースホルダー 2">
            <a:extLst>
              <a:ext uri="{FF2B5EF4-FFF2-40B4-BE49-F238E27FC236}">
                <a16:creationId xmlns:a16="http://schemas.microsoft.com/office/drawing/2014/main" id="{9F0E5F95-1EA0-4A22-5176-9CC74806D801}"/>
              </a:ext>
            </a:extLst>
          </p:cNvPr>
          <p:cNvSpPr txBox="1">
            <a:spLocks/>
          </p:cNvSpPr>
          <p:nvPr/>
        </p:nvSpPr>
        <p:spPr>
          <a:xfrm>
            <a:off x="17486333" y="11770882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E8470294-49E4-9F95-C36D-D13B239D3683}"/>
              </a:ext>
            </a:extLst>
          </p:cNvPr>
          <p:cNvSpPr/>
          <p:nvPr/>
        </p:nvSpPr>
        <p:spPr>
          <a:xfrm>
            <a:off x="1877036" y="2215952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912" name="Rectangle 911">
            <a:extLst>
              <a:ext uri="{FF2B5EF4-FFF2-40B4-BE49-F238E27FC236}">
                <a16:creationId xmlns:a16="http://schemas.microsoft.com/office/drawing/2014/main" id="{EF2C8A32-2E74-B170-C648-821A5137B15D}"/>
              </a:ext>
            </a:extLst>
          </p:cNvPr>
          <p:cNvSpPr/>
          <p:nvPr/>
        </p:nvSpPr>
        <p:spPr>
          <a:xfrm>
            <a:off x="1877036" y="6177705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661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E0DB2-A5E1-5B27-595F-58F49344E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6" name="Table 445">
            <a:extLst>
              <a:ext uri="{FF2B5EF4-FFF2-40B4-BE49-F238E27FC236}">
                <a16:creationId xmlns:a16="http://schemas.microsoft.com/office/drawing/2014/main" id="{B28CC989-A242-CB31-BD2F-D5609837A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014418"/>
              </p:ext>
            </p:extLst>
          </p:nvPr>
        </p:nvGraphicFramePr>
        <p:xfrm>
          <a:off x="-1463143" y="2435720"/>
          <a:ext cx="5478552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932">
                  <a:extLst>
                    <a:ext uri="{9D8B030D-6E8A-4147-A177-3AD203B41FA5}">
                      <a16:colId xmlns:a16="http://schemas.microsoft.com/office/drawing/2014/main" val="3665055018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4101493283"/>
                    </a:ext>
                  </a:extLst>
                </a:gridCol>
                <a:gridCol w="1152939">
                  <a:extLst>
                    <a:ext uri="{9D8B030D-6E8A-4147-A177-3AD203B41FA5}">
                      <a16:colId xmlns:a16="http://schemas.microsoft.com/office/drawing/2014/main" val="2112276240"/>
                    </a:ext>
                  </a:extLst>
                </a:gridCol>
                <a:gridCol w="1122803">
                  <a:extLst>
                    <a:ext uri="{9D8B030D-6E8A-4147-A177-3AD203B41FA5}">
                      <a16:colId xmlns:a16="http://schemas.microsoft.com/office/drawing/2014/main" val="1097526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JP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Interwinding Capacitance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396.03 pF</a:t>
                      </a:r>
                      <a:endParaRPr lang="en-JP" sz="1800" b="0" i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632.89 pF</a:t>
                      </a:r>
                      <a:endParaRPr lang="en-JP" sz="1800" b="0" i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8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107.22 pF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839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 Resistance</a:t>
                      </a:r>
                      <a:endParaRPr lang="en-JP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P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P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JP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486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JP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Manufacturability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JP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JP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JP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708703"/>
                  </a:ext>
                </a:extLst>
              </a:tr>
            </a:tbl>
          </a:graphicData>
        </a:graphic>
      </p:graphicFrame>
      <p:pic>
        <p:nvPicPr>
          <p:cNvPr id="468" name="グラフィックス 56" descr="バッジ: チェックマーク 1 単色塗りつぶし">
            <a:extLst>
              <a:ext uri="{FF2B5EF4-FFF2-40B4-BE49-F238E27FC236}">
                <a16:creationId xmlns:a16="http://schemas.microsoft.com/office/drawing/2014/main" id="{64D13A68-9A5B-D2EB-8D7B-CA94F864FF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65759" y="3472570"/>
            <a:ext cx="307778" cy="307778"/>
          </a:xfrm>
          <a:prstGeom prst="rect">
            <a:avLst/>
          </a:prstGeom>
        </p:spPr>
      </p:pic>
      <p:pic>
        <p:nvPicPr>
          <p:cNvPr id="469" name="グラフィックス 56" descr="バッジ: チェックマーク 1 単色塗りつぶし">
            <a:extLst>
              <a:ext uri="{FF2B5EF4-FFF2-40B4-BE49-F238E27FC236}">
                <a16:creationId xmlns:a16="http://schemas.microsoft.com/office/drawing/2014/main" id="{C61F0327-FC02-DAA2-CC36-A03097F1A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78414" y="3462563"/>
            <a:ext cx="307778" cy="307778"/>
          </a:xfrm>
          <a:prstGeom prst="rect">
            <a:avLst/>
          </a:prstGeom>
        </p:spPr>
      </p:pic>
      <p:pic>
        <p:nvPicPr>
          <p:cNvPr id="470" name="グラフィックス 60" descr="バッジ: バツ 単色塗りつぶし">
            <a:extLst>
              <a:ext uri="{FF2B5EF4-FFF2-40B4-BE49-F238E27FC236}">
                <a16:creationId xmlns:a16="http://schemas.microsoft.com/office/drawing/2014/main" id="{1D96D9F1-B44C-EDE3-2E97-6D67A259D4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374" y="3472570"/>
            <a:ext cx="307778" cy="307778"/>
          </a:xfrm>
          <a:prstGeom prst="rect">
            <a:avLst/>
          </a:prstGeom>
        </p:spPr>
      </p:pic>
      <p:sp>
        <p:nvSpPr>
          <p:cNvPr id="2" name="テキスト プレースホルダー 2">
            <a:extLst>
              <a:ext uri="{FF2B5EF4-FFF2-40B4-BE49-F238E27FC236}">
                <a16:creationId xmlns:a16="http://schemas.microsoft.com/office/drawing/2014/main" id="{314A5C92-8874-C286-0726-D191931E3803}"/>
              </a:ext>
            </a:extLst>
          </p:cNvPr>
          <p:cNvSpPr txBox="1">
            <a:spLocks/>
          </p:cNvSpPr>
          <p:nvPr/>
        </p:nvSpPr>
        <p:spPr>
          <a:xfrm>
            <a:off x="1141668" y="1729232"/>
            <a:ext cx="1767527" cy="38093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PSSP</a:t>
            </a: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950646-FF2B-634D-E78A-2132D8513FA6}"/>
              </a:ext>
            </a:extLst>
          </p:cNvPr>
          <p:cNvSpPr txBox="1">
            <a:spLocks/>
          </p:cNvSpPr>
          <p:nvPr/>
        </p:nvSpPr>
        <p:spPr>
          <a:xfrm>
            <a:off x="2490848" y="1720935"/>
            <a:ext cx="1535085" cy="397527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Full</a:t>
            </a: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70EB0B55-C13C-4732-F370-7FF27A24B743}"/>
              </a:ext>
            </a:extLst>
          </p:cNvPr>
          <p:cNvSpPr txBox="1">
            <a:spLocks/>
          </p:cNvSpPr>
          <p:nvPr/>
        </p:nvSpPr>
        <p:spPr>
          <a:xfrm>
            <a:off x="3840028" y="1729232"/>
            <a:ext cx="1535085" cy="397527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8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None</a:t>
            </a:r>
            <a:endParaRPr kumimoji="1" lang="en-US" altLang="ja-JP" sz="18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3D8F67-42B4-E94B-0DFC-2CDABA62B3DD}"/>
              </a:ext>
            </a:extLst>
          </p:cNvPr>
          <p:cNvGrpSpPr/>
          <p:nvPr/>
        </p:nvGrpSpPr>
        <p:grpSpPr>
          <a:xfrm>
            <a:off x="1514026" y="-38425"/>
            <a:ext cx="1042418" cy="1561164"/>
            <a:chOff x="4105484" y="1504369"/>
            <a:chExt cx="1740587" cy="2544646"/>
          </a:xfrm>
        </p:grpSpPr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D8A4433B-D92F-6241-29B8-6CFC9CD9F189}"/>
                </a:ext>
              </a:extLst>
            </p:cNvPr>
            <p:cNvSpPr/>
            <p:nvPr/>
          </p:nvSpPr>
          <p:spPr>
            <a:xfrm>
              <a:off x="4476949" y="2083902"/>
              <a:ext cx="940757" cy="160453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98471F12-AB93-68E5-A52D-F869554265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4395" y="1974619"/>
              <a:ext cx="547249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FB3B8293-73B3-8279-F82F-F2EE08EACF75}"/>
                </a:ext>
              </a:extLst>
            </p:cNvPr>
            <p:cNvCxnSpPr>
              <a:cxnSpLocks/>
            </p:cNvCxnSpPr>
            <p:nvPr/>
          </p:nvCxnSpPr>
          <p:spPr>
            <a:xfrm>
              <a:off x="4374395" y="1974619"/>
              <a:ext cx="0" cy="1797021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B8C6D0BE-4435-F8AF-E0DC-FD00D1A2F4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5923" y="3771640"/>
              <a:ext cx="547251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9D2B08CD-F0CA-0D06-1677-9F689D8CCA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1645" y="3771640"/>
              <a:ext cx="0" cy="270381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AB1F108F-4711-56CC-DA4C-F4062BD4FF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0580" y="3853898"/>
              <a:ext cx="547249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A88EE4D5-3FC9-DAF9-3992-44050FE630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9359" y="3853898"/>
              <a:ext cx="0" cy="95929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7A8BC017-134F-742F-D3F6-09BEEEA9F6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5484" y="4042021"/>
              <a:ext cx="807690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3718BAF7-579C-B9FE-6FEA-51E30E3B9E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7386" y="3949826"/>
              <a:ext cx="621973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A30E097C-0A2E-C9F6-59C7-99B0D878CB57}"/>
                </a:ext>
              </a:extLst>
            </p:cNvPr>
            <p:cNvCxnSpPr>
              <a:cxnSpLocks/>
            </p:cNvCxnSpPr>
            <p:nvPr/>
          </p:nvCxnSpPr>
          <p:spPr>
            <a:xfrm>
              <a:off x="4300580" y="1884848"/>
              <a:ext cx="0" cy="196905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87">
              <a:extLst>
                <a:ext uri="{FF2B5EF4-FFF2-40B4-BE49-F238E27FC236}">
                  <a16:creationId xmlns:a16="http://schemas.microsoft.com/office/drawing/2014/main" id="{2C7777C9-D7A0-FB42-42AB-2868BEAF6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110" y="1891425"/>
              <a:ext cx="629535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59E1ABCF-DE0C-B933-121F-6727975B955A}"/>
                </a:ext>
              </a:extLst>
            </p:cNvPr>
            <p:cNvCxnSpPr>
              <a:cxnSpLocks/>
            </p:cNvCxnSpPr>
            <p:nvPr/>
          </p:nvCxnSpPr>
          <p:spPr>
            <a:xfrm>
              <a:off x="4985097" y="3778695"/>
              <a:ext cx="547249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48FF426C-5EF2-89FB-28B3-FDDAF237D5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3567" y="3771640"/>
              <a:ext cx="0" cy="270381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1C6E1149-FE13-D671-E5B1-45A635DEFB5A}"/>
                </a:ext>
              </a:extLst>
            </p:cNvPr>
            <p:cNvCxnSpPr>
              <a:cxnSpLocks/>
            </p:cNvCxnSpPr>
            <p:nvPr/>
          </p:nvCxnSpPr>
          <p:spPr>
            <a:xfrm>
              <a:off x="4993567" y="4042021"/>
              <a:ext cx="831262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A5296414-1433-81A8-421E-3CC647DFF203}"/>
                </a:ext>
              </a:extLst>
            </p:cNvPr>
            <p:cNvCxnSpPr>
              <a:cxnSpLocks/>
            </p:cNvCxnSpPr>
            <p:nvPr/>
          </p:nvCxnSpPr>
          <p:spPr>
            <a:xfrm>
              <a:off x="5532346" y="1822568"/>
              <a:ext cx="0" cy="1949072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F50F2864-D134-48FA-CA24-68893BC3F0FE}"/>
                </a:ext>
              </a:extLst>
            </p:cNvPr>
            <p:cNvCxnSpPr>
              <a:cxnSpLocks/>
            </p:cNvCxnSpPr>
            <p:nvPr/>
          </p:nvCxnSpPr>
          <p:spPr>
            <a:xfrm>
              <a:off x="4217386" y="1822568"/>
              <a:ext cx="0" cy="2121101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DAD24C19-3CC7-40F7-AF99-F112FEEA0F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7386" y="1808702"/>
              <a:ext cx="1314961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0360DE51-CFC3-9455-8D8A-00FDD0DBE921}"/>
                </a:ext>
              </a:extLst>
            </p:cNvPr>
            <p:cNvCxnSpPr>
              <a:cxnSpLocks/>
            </p:cNvCxnSpPr>
            <p:nvPr/>
          </p:nvCxnSpPr>
          <p:spPr>
            <a:xfrm>
              <a:off x="4119350" y="1726641"/>
              <a:ext cx="0" cy="231538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66069A8A-A989-683A-A37D-A0EDC6E08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5484" y="1726641"/>
              <a:ext cx="1525226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AFB38D9F-658D-BEC8-FDED-727D75C9D2AD}"/>
                </a:ext>
              </a:extLst>
            </p:cNvPr>
            <p:cNvCxnSpPr>
              <a:cxnSpLocks/>
            </p:cNvCxnSpPr>
            <p:nvPr/>
          </p:nvCxnSpPr>
          <p:spPr>
            <a:xfrm>
              <a:off x="5630710" y="1711682"/>
              <a:ext cx="0" cy="2142216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12EBF3FA-1C6F-3876-EEF7-E18DC244A7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3458" y="3868822"/>
              <a:ext cx="547251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7F4E0095-8385-DBA9-ED79-6D44C8B9AC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8941" y="3860830"/>
              <a:ext cx="0" cy="95929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99">
              <a:extLst>
                <a:ext uri="{FF2B5EF4-FFF2-40B4-BE49-F238E27FC236}">
                  <a16:creationId xmlns:a16="http://schemas.microsoft.com/office/drawing/2014/main" id="{E46A0D6B-6948-641B-8594-66D44F70CE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8701" y="3943669"/>
              <a:ext cx="646001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7E182CF1-3189-D38C-DB57-DAEF892C2AC1}"/>
                </a:ext>
              </a:extLst>
            </p:cNvPr>
            <p:cNvCxnSpPr>
              <a:cxnSpLocks/>
            </p:cNvCxnSpPr>
            <p:nvPr/>
          </p:nvCxnSpPr>
          <p:spPr>
            <a:xfrm>
              <a:off x="5734702" y="1615504"/>
              <a:ext cx="0" cy="234928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6A3CED1D-61E3-418D-7D68-D1202E855338}"/>
                </a:ext>
              </a:extLst>
            </p:cNvPr>
            <p:cNvCxnSpPr>
              <a:cxnSpLocks/>
            </p:cNvCxnSpPr>
            <p:nvPr/>
          </p:nvCxnSpPr>
          <p:spPr>
            <a:xfrm>
              <a:off x="5830293" y="1504369"/>
              <a:ext cx="0" cy="2544646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85ECB909-A80D-1F39-1BC2-F908CA9303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3174" y="1623686"/>
              <a:ext cx="834535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98D4A65F-3E76-2C26-2B4A-B05112947F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3174" y="1532928"/>
              <a:ext cx="932897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56C2EA-FD9D-0B0E-29C2-B7E010030C1E}"/>
              </a:ext>
            </a:extLst>
          </p:cNvPr>
          <p:cNvGrpSpPr/>
          <p:nvPr/>
        </p:nvGrpSpPr>
        <p:grpSpPr>
          <a:xfrm>
            <a:off x="2773909" y="-25468"/>
            <a:ext cx="1097098" cy="1570738"/>
            <a:chOff x="6705097" y="1555368"/>
            <a:chExt cx="1709691" cy="2490444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2452D49-2573-111C-D144-FBA009774D52}"/>
                </a:ext>
              </a:extLst>
            </p:cNvPr>
            <p:cNvSpPr/>
            <p:nvPr/>
          </p:nvSpPr>
          <p:spPr>
            <a:xfrm>
              <a:off x="7088920" y="2102247"/>
              <a:ext cx="933765" cy="159260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728A384-1EE6-5ED2-A76B-2B7EE69893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87129" y="1993776"/>
              <a:ext cx="543182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DFB21FE-AE44-93D3-3FEF-7D41DF57A490}"/>
                </a:ext>
              </a:extLst>
            </p:cNvPr>
            <p:cNvCxnSpPr>
              <a:cxnSpLocks/>
            </p:cNvCxnSpPr>
            <p:nvPr/>
          </p:nvCxnSpPr>
          <p:spPr>
            <a:xfrm>
              <a:off x="7000892" y="1993776"/>
              <a:ext cx="0" cy="1783665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ED14ABD-73B2-0BBD-A44B-73B7993DD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8720" y="3777441"/>
              <a:ext cx="1143928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5749081-32D3-3F23-EFB4-3D41736C4F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62" y="3859087"/>
              <a:ext cx="1318887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EDC0434-649F-2551-42A4-8D2CA0B4928B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62" y="1904672"/>
              <a:ext cx="0" cy="1954415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6F7A1B5-1B3C-F150-EAFF-75D734E4A2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5455" y="1911200"/>
              <a:ext cx="624856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70A35E8-DA7E-1A1F-24DF-C5CCAB11102C}"/>
                </a:ext>
              </a:extLst>
            </p:cNvPr>
            <p:cNvCxnSpPr>
              <a:cxnSpLocks/>
            </p:cNvCxnSpPr>
            <p:nvPr/>
          </p:nvCxnSpPr>
          <p:spPr>
            <a:xfrm>
              <a:off x="8115664" y="1829093"/>
              <a:ext cx="0" cy="1948348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CF105E7-480B-DD9D-6155-E365A91D9FB7}"/>
                </a:ext>
              </a:extLst>
            </p:cNvPr>
            <p:cNvCxnSpPr>
              <a:cxnSpLocks/>
            </p:cNvCxnSpPr>
            <p:nvPr/>
          </p:nvCxnSpPr>
          <p:spPr>
            <a:xfrm>
              <a:off x="8214430" y="1732793"/>
              <a:ext cx="0" cy="2141107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F29A550-3C16-8050-B8AF-0EA2B8E90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8317" y="1829093"/>
              <a:ext cx="1307348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0A12DD9-F953-00EF-D7A1-4D0A228426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5097" y="1726033"/>
              <a:ext cx="1509333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AC22EB1-779C-4AD4-D41F-7FA9FEE39FF0}"/>
                </a:ext>
              </a:extLst>
            </p:cNvPr>
            <p:cNvCxnSpPr>
              <a:cxnSpLocks/>
            </p:cNvCxnSpPr>
            <p:nvPr/>
          </p:nvCxnSpPr>
          <p:spPr>
            <a:xfrm>
              <a:off x="6808317" y="1807083"/>
              <a:ext cx="0" cy="2141107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EC3DD139-FA6E-EC29-17C4-AFE3D67F0579}"/>
                </a:ext>
              </a:extLst>
            </p:cNvPr>
            <p:cNvCxnSpPr>
              <a:cxnSpLocks/>
            </p:cNvCxnSpPr>
            <p:nvPr/>
          </p:nvCxnSpPr>
          <p:spPr>
            <a:xfrm>
              <a:off x="6707423" y="1726033"/>
              <a:ext cx="0" cy="2319779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4BED9C7-D07D-E102-EACA-AC1926C5C3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5097" y="4032049"/>
              <a:ext cx="1685922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8FD30C9E-117C-3815-154F-8D5FE6AE2E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8317" y="3948620"/>
              <a:ext cx="1493245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5665930A-183B-2059-9731-A1BD12580F76}"/>
                </a:ext>
              </a:extLst>
            </p:cNvPr>
            <p:cNvCxnSpPr>
              <a:cxnSpLocks/>
            </p:cNvCxnSpPr>
            <p:nvPr/>
          </p:nvCxnSpPr>
          <p:spPr>
            <a:xfrm>
              <a:off x="8301562" y="1637330"/>
              <a:ext cx="0" cy="2331818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3565DF77-CAD0-F9B3-6138-646C4BB84BDF}"/>
                </a:ext>
              </a:extLst>
            </p:cNvPr>
            <p:cNvCxnSpPr>
              <a:cxnSpLocks/>
            </p:cNvCxnSpPr>
            <p:nvPr/>
          </p:nvCxnSpPr>
          <p:spPr>
            <a:xfrm>
              <a:off x="8391019" y="1555368"/>
              <a:ext cx="0" cy="2490411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B2254AE7-DFC8-697D-FE3B-E9E517F470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0311" y="1644327"/>
              <a:ext cx="755757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0C2F7A37-D60D-B4B1-FA50-6B2FEEABFD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0311" y="1562525"/>
              <a:ext cx="884477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D4531F-DE6A-2D00-EEDB-3563C6EAFBA2}"/>
              </a:ext>
            </a:extLst>
          </p:cNvPr>
          <p:cNvGrpSpPr/>
          <p:nvPr/>
        </p:nvGrpSpPr>
        <p:grpSpPr>
          <a:xfrm>
            <a:off x="4083029" y="-38425"/>
            <a:ext cx="1096737" cy="1583674"/>
            <a:chOff x="5872745" y="1647947"/>
            <a:chExt cx="1693656" cy="240184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26CDD3A-504C-6527-91DF-26CFAB4DAF28}"/>
                </a:ext>
              </a:extLst>
            </p:cNvPr>
            <p:cNvSpPr/>
            <p:nvPr/>
          </p:nvSpPr>
          <p:spPr>
            <a:xfrm>
              <a:off x="6260302" y="2140046"/>
              <a:ext cx="910936" cy="155367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B89162E-602C-001C-212E-645D32634F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0999" y="2034227"/>
              <a:ext cx="529902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27B562-1866-6419-A809-ECBD1D568CBD}"/>
                </a:ext>
              </a:extLst>
            </p:cNvPr>
            <p:cNvCxnSpPr>
              <a:cxnSpLocks/>
            </p:cNvCxnSpPr>
            <p:nvPr/>
          </p:nvCxnSpPr>
          <p:spPr>
            <a:xfrm>
              <a:off x="6174425" y="2034227"/>
              <a:ext cx="0" cy="1740058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B39A42C-5E99-3F2E-A9A2-03E9ABDE97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2796" y="3774284"/>
              <a:ext cx="1115961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195E473-AB71-594E-6333-8F52FBCA20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89524" y="3853934"/>
              <a:ext cx="1286643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F49726A-0412-B923-E93D-E1F6C651857B}"/>
                </a:ext>
              </a:extLst>
            </p:cNvPr>
            <p:cNvCxnSpPr>
              <a:cxnSpLocks/>
            </p:cNvCxnSpPr>
            <p:nvPr/>
          </p:nvCxnSpPr>
          <p:spPr>
            <a:xfrm>
              <a:off x="6089524" y="1947301"/>
              <a:ext cx="0" cy="1906633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D0DD072-ACDB-8E13-0771-E503F89B0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81322" y="1953670"/>
              <a:ext cx="1180622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1D2DEE4-8928-E339-0A62-490969D8EDF5}"/>
                </a:ext>
              </a:extLst>
            </p:cNvPr>
            <p:cNvCxnSpPr>
              <a:cxnSpLocks/>
            </p:cNvCxnSpPr>
            <p:nvPr/>
          </p:nvCxnSpPr>
          <p:spPr>
            <a:xfrm>
              <a:off x="7261944" y="1947301"/>
              <a:ext cx="0" cy="1826983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49B5566-6311-7101-DC12-FDA4439808F6}"/>
                </a:ext>
              </a:extLst>
            </p:cNvPr>
            <p:cNvCxnSpPr>
              <a:cxnSpLocks/>
            </p:cNvCxnSpPr>
            <p:nvPr/>
          </p:nvCxnSpPr>
          <p:spPr>
            <a:xfrm>
              <a:off x="7358296" y="1857382"/>
              <a:ext cx="0" cy="2011004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395788-81DA-5C8F-8AD7-E83140122D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0901" y="1857382"/>
              <a:ext cx="617394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96E8B81-5FBD-D98B-9BD0-449208D22241}"/>
                </a:ext>
              </a:extLst>
            </p:cNvPr>
            <p:cNvCxnSpPr>
              <a:cxnSpLocks/>
            </p:cNvCxnSpPr>
            <p:nvPr/>
          </p:nvCxnSpPr>
          <p:spPr>
            <a:xfrm>
              <a:off x="5982114" y="1839689"/>
              <a:ext cx="0" cy="2106455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95E9B0A-1230-1D45-2322-E32B71125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4521" y="3946143"/>
              <a:ext cx="1492511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C5ABA7C-FF85-70AD-80AF-9F3AD140C396}"/>
                </a:ext>
              </a:extLst>
            </p:cNvPr>
            <p:cNvCxnSpPr>
              <a:cxnSpLocks/>
            </p:cNvCxnSpPr>
            <p:nvPr/>
          </p:nvCxnSpPr>
          <p:spPr>
            <a:xfrm>
              <a:off x="7457032" y="1762899"/>
              <a:ext cx="0" cy="2183244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ABA37EE-2E6F-A519-6F57-E4212607C1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2114" y="1856964"/>
              <a:ext cx="708787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B76278D-247A-ADAA-C83E-A55964B3BC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2745" y="1762899"/>
              <a:ext cx="1584287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8A8F630-7A2B-339E-BEC0-FFF15FBEF266}"/>
                </a:ext>
              </a:extLst>
            </p:cNvPr>
            <p:cNvCxnSpPr>
              <a:cxnSpLocks/>
            </p:cNvCxnSpPr>
            <p:nvPr/>
          </p:nvCxnSpPr>
          <p:spPr>
            <a:xfrm>
              <a:off x="5872745" y="1762899"/>
              <a:ext cx="0" cy="2278479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9558262-AE48-5B8D-8FF9-52FCD03C53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2745" y="4049789"/>
              <a:ext cx="1684983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A8C1E19-9B82-A6CF-01F9-E148BFB25A70}"/>
                </a:ext>
              </a:extLst>
            </p:cNvPr>
            <p:cNvCxnSpPr>
              <a:cxnSpLocks/>
            </p:cNvCxnSpPr>
            <p:nvPr/>
          </p:nvCxnSpPr>
          <p:spPr>
            <a:xfrm>
              <a:off x="7557728" y="1647947"/>
              <a:ext cx="0" cy="2393431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1BBC798-E8C7-4807-9CEA-FAF1C72B5D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0901" y="1653027"/>
              <a:ext cx="875500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B6DB67AE-D71C-3561-F4DE-BEE9B3D2E7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9578" y="-787423"/>
            <a:ext cx="1191705" cy="675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0B8971-86DB-7896-ED32-63223CAB5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239" y="-808606"/>
            <a:ext cx="1191706" cy="7095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848EFA0-5F09-8F9A-AE00-0E535E7C99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38408" y="-808606"/>
            <a:ext cx="1191705" cy="709570"/>
          </a:xfrm>
          <a:prstGeom prst="rect">
            <a:avLst/>
          </a:prstGeom>
        </p:spPr>
      </p:pic>
      <p:pic>
        <p:nvPicPr>
          <p:cNvPr id="18" name="グラフィックス 60" descr="バッジ: バツ 単色塗りつぶし">
            <a:extLst>
              <a:ext uri="{FF2B5EF4-FFF2-40B4-BE49-F238E27FC236}">
                <a16:creationId xmlns:a16="http://schemas.microsoft.com/office/drawing/2014/main" id="{FF0BBFFB-E7D7-4545-2B18-BF97AB5502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5481" y="1519245"/>
            <a:ext cx="265367" cy="265367"/>
          </a:xfrm>
          <a:prstGeom prst="rect">
            <a:avLst/>
          </a:prstGeom>
        </p:spPr>
      </p:pic>
      <p:pic>
        <p:nvPicPr>
          <p:cNvPr id="506" name="グラフィックス 56" descr="バッジ: チェックマーク 1 単色塗りつぶし">
            <a:extLst>
              <a:ext uri="{FF2B5EF4-FFF2-40B4-BE49-F238E27FC236}">
                <a16:creationId xmlns:a16="http://schemas.microsoft.com/office/drawing/2014/main" id="{BC246BB6-34CC-51E1-A6A8-1B144C623F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374" y="3111669"/>
            <a:ext cx="307778" cy="307778"/>
          </a:xfrm>
          <a:prstGeom prst="rect">
            <a:avLst/>
          </a:prstGeom>
        </p:spPr>
      </p:pic>
      <p:pic>
        <p:nvPicPr>
          <p:cNvPr id="507" name="グラフィックス 56" descr="バッジ: チェックマーク 1 単色塗りつぶし">
            <a:extLst>
              <a:ext uri="{FF2B5EF4-FFF2-40B4-BE49-F238E27FC236}">
                <a16:creationId xmlns:a16="http://schemas.microsoft.com/office/drawing/2014/main" id="{9F3E5415-1437-B99A-83DC-E8634219A8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60552" y="3111669"/>
            <a:ext cx="307778" cy="307778"/>
          </a:xfrm>
          <a:prstGeom prst="rect">
            <a:avLst/>
          </a:prstGeom>
        </p:spPr>
      </p:pic>
      <p:pic>
        <p:nvPicPr>
          <p:cNvPr id="508" name="グラフィックス 56" descr="バッジ: チェックマーク 1 単色塗りつぶし">
            <a:extLst>
              <a:ext uri="{FF2B5EF4-FFF2-40B4-BE49-F238E27FC236}">
                <a16:creationId xmlns:a16="http://schemas.microsoft.com/office/drawing/2014/main" id="{18AED5F3-BC4F-1192-C0C1-6069C5D276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44114" y="3087659"/>
            <a:ext cx="307778" cy="3077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166C0C3-B120-279A-7E7E-A09539F8A1FC}"/>
              </a:ext>
            </a:extLst>
          </p:cNvPr>
          <p:cNvSpPr/>
          <p:nvPr/>
        </p:nvSpPr>
        <p:spPr>
          <a:xfrm>
            <a:off x="1806570" y="1239598"/>
            <a:ext cx="418911" cy="380934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783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325AE-E098-BEC0-4FCE-BBBBD179D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roup 252">
            <a:extLst>
              <a:ext uri="{FF2B5EF4-FFF2-40B4-BE49-F238E27FC236}">
                <a16:creationId xmlns:a16="http://schemas.microsoft.com/office/drawing/2014/main" id="{3ED497D0-C9E6-2CA5-227B-5F1A8888DD11}"/>
              </a:ext>
            </a:extLst>
          </p:cNvPr>
          <p:cNvGrpSpPr/>
          <p:nvPr/>
        </p:nvGrpSpPr>
        <p:grpSpPr>
          <a:xfrm>
            <a:off x="9413481" y="1463201"/>
            <a:ext cx="2082999" cy="2039631"/>
            <a:chOff x="4693246" y="2402296"/>
            <a:chExt cx="1780068" cy="1743007"/>
          </a:xfrm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4B694C04-F67F-E50D-AA63-F47C1B78D9CC}"/>
                </a:ext>
              </a:extLst>
            </p:cNvPr>
            <p:cNvSpPr/>
            <p:nvPr/>
          </p:nvSpPr>
          <p:spPr>
            <a:xfrm>
              <a:off x="4693246" y="2402296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8DCC7094-D890-8292-2CD5-AAE4077655A8}"/>
                </a:ext>
              </a:extLst>
            </p:cNvPr>
            <p:cNvSpPr/>
            <p:nvPr/>
          </p:nvSpPr>
          <p:spPr>
            <a:xfrm>
              <a:off x="4921120" y="2612583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73D8CEF-1EAB-AE31-1CAA-984E03E9A1AE}"/>
                </a:ext>
              </a:extLst>
            </p:cNvPr>
            <p:cNvSpPr/>
            <p:nvPr/>
          </p:nvSpPr>
          <p:spPr>
            <a:xfrm rot="5400000">
              <a:off x="5559040" y="1974661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9385C470-D25A-81A8-3EEE-BC2A84935E7E}"/>
                </a:ext>
              </a:extLst>
            </p:cNvPr>
            <p:cNvSpPr/>
            <p:nvPr/>
          </p:nvSpPr>
          <p:spPr>
            <a:xfrm rot="5400000">
              <a:off x="5560873" y="3251149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DFF7C95D-C277-5822-B506-D364017C9F1A}"/>
                </a:ext>
              </a:extLst>
            </p:cNvPr>
            <p:cNvSpPr/>
            <p:nvPr/>
          </p:nvSpPr>
          <p:spPr>
            <a:xfrm rot="5400000">
              <a:off x="5519768" y="2256054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0" name="フローチャート: 和接合 16">
              <a:extLst>
                <a:ext uri="{FF2B5EF4-FFF2-40B4-BE49-F238E27FC236}">
                  <a16:creationId xmlns:a16="http://schemas.microsoft.com/office/drawing/2014/main" id="{29F46EED-E2FF-4AC6-3FF2-62F618EDE052}"/>
                </a:ext>
              </a:extLst>
            </p:cNvPr>
            <p:cNvSpPr/>
            <p:nvPr/>
          </p:nvSpPr>
          <p:spPr bwMode="auto">
            <a:xfrm rot="10800000">
              <a:off x="5548568" y="2843234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A0040748-08DA-7821-AE4D-83D8D80C9D2C}"/>
                </a:ext>
              </a:extLst>
            </p:cNvPr>
            <p:cNvSpPr/>
            <p:nvPr/>
          </p:nvSpPr>
          <p:spPr>
            <a:xfrm rot="5400000">
              <a:off x="5520147" y="2097234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72EDC184-5B07-CC6E-D48A-A36AAA12E7ED}"/>
                </a:ext>
              </a:extLst>
            </p:cNvPr>
            <p:cNvGrpSpPr/>
            <p:nvPr/>
          </p:nvGrpSpPr>
          <p:grpSpPr>
            <a:xfrm>
              <a:off x="5550747" y="2685552"/>
              <a:ext cx="57600" cy="58165"/>
              <a:chOff x="5550747" y="2678351"/>
              <a:chExt cx="57600" cy="58165"/>
            </a:xfrm>
          </p:grpSpPr>
          <p:sp>
            <p:nvSpPr>
              <p:cNvPr id="233" name="楕円 300">
                <a:extLst>
                  <a:ext uri="{FF2B5EF4-FFF2-40B4-BE49-F238E27FC236}">
                    <a16:creationId xmlns:a16="http://schemas.microsoft.com/office/drawing/2014/main" id="{B59F6D73-C6B3-571C-40CA-2EAE18BEF5F3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4" name="楕円 301">
                <a:extLst>
                  <a:ext uri="{FF2B5EF4-FFF2-40B4-BE49-F238E27FC236}">
                    <a16:creationId xmlns:a16="http://schemas.microsoft.com/office/drawing/2014/main" id="{08CF4D1C-D5B8-EB99-8A27-0C04CED0E8BF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4A4664CB-7E35-832D-88C1-6707A353EC64}"/>
                </a:ext>
              </a:extLst>
            </p:cNvPr>
            <p:cNvSpPr/>
            <p:nvPr/>
          </p:nvSpPr>
          <p:spPr>
            <a:xfrm rot="5400000">
              <a:off x="5519768" y="2574456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フローチャート: 和接合 16">
              <a:extLst>
                <a:ext uri="{FF2B5EF4-FFF2-40B4-BE49-F238E27FC236}">
                  <a16:creationId xmlns:a16="http://schemas.microsoft.com/office/drawing/2014/main" id="{2743372E-CBB4-C006-2A2D-42E184922852}"/>
                </a:ext>
              </a:extLst>
            </p:cNvPr>
            <p:cNvSpPr/>
            <p:nvPr/>
          </p:nvSpPr>
          <p:spPr bwMode="auto">
            <a:xfrm rot="10800000">
              <a:off x="5548568" y="3161636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BE36F48F-9B22-DE6D-BBD3-58A794AEA322}"/>
                </a:ext>
              </a:extLst>
            </p:cNvPr>
            <p:cNvSpPr/>
            <p:nvPr/>
          </p:nvSpPr>
          <p:spPr>
            <a:xfrm rot="5400000">
              <a:off x="5520147" y="2415636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6FB5E49B-D921-A736-39AF-8A8E7F25E6BF}"/>
                </a:ext>
              </a:extLst>
            </p:cNvPr>
            <p:cNvGrpSpPr/>
            <p:nvPr/>
          </p:nvGrpSpPr>
          <p:grpSpPr>
            <a:xfrm>
              <a:off x="5550747" y="3003954"/>
              <a:ext cx="57600" cy="58165"/>
              <a:chOff x="5550747" y="2678351"/>
              <a:chExt cx="57600" cy="58165"/>
            </a:xfrm>
          </p:grpSpPr>
          <p:sp>
            <p:nvSpPr>
              <p:cNvPr id="239" name="楕円 300">
                <a:extLst>
                  <a:ext uri="{FF2B5EF4-FFF2-40B4-BE49-F238E27FC236}">
                    <a16:creationId xmlns:a16="http://schemas.microsoft.com/office/drawing/2014/main" id="{692ABB8E-1367-DFE2-6294-3BB73B84853B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0" name="楕円 301">
                <a:extLst>
                  <a:ext uri="{FF2B5EF4-FFF2-40B4-BE49-F238E27FC236}">
                    <a16:creationId xmlns:a16="http://schemas.microsoft.com/office/drawing/2014/main" id="{97306C29-4214-38E2-B134-261ED22B1ABB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23398422-27CB-1DFF-A0D7-667945015BE5}"/>
                </a:ext>
              </a:extLst>
            </p:cNvPr>
            <p:cNvSpPr/>
            <p:nvPr/>
          </p:nvSpPr>
          <p:spPr>
            <a:xfrm rot="5400000">
              <a:off x="5519768" y="2892858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2" name="フローチャート: 和接合 16">
              <a:extLst>
                <a:ext uri="{FF2B5EF4-FFF2-40B4-BE49-F238E27FC236}">
                  <a16:creationId xmlns:a16="http://schemas.microsoft.com/office/drawing/2014/main" id="{51CB3F99-295C-FDC3-7513-8378B7873501}"/>
                </a:ext>
              </a:extLst>
            </p:cNvPr>
            <p:cNvSpPr/>
            <p:nvPr/>
          </p:nvSpPr>
          <p:spPr bwMode="auto">
            <a:xfrm rot="10800000">
              <a:off x="5548568" y="3480038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B5055153-A24F-E1D9-2BB6-B765F23A11C5}"/>
                </a:ext>
              </a:extLst>
            </p:cNvPr>
            <p:cNvSpPr/>
            <p:nvPr/>
          </p:nvSpPr>
          <p:spPr>
            <a:xfrm rot="5400000">
              <a:off x="5520147" y="2734038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4A3F85C4-48D1-5081-076E-309947507330}"/>
                </a:ext>
              </a:extLst>
            </p:cNvPr>
            <p:cNvGrpSpPr/>
            <p:nvPr/>
          </p:nvGrpSpPr>
          <p:grpSpPr>
            <a:xfrm>
              <a:off x="5550747" y="3322356"/>
              <a:ext cx="57600" cy="58165"/>
              <a:chOff x="5550747" y="2678351"/>
              <a:chExt cx="57600" cy="58165"/>
            </a:xfrm>
          </p:grpSpPr>
          <p:sp>
            <p:nvSpPr>
              <p:cNvPr id="245" name="楕円 300">
                <a:extLst>
                  <a:ext uri="{FF2B5EF4-FFF2-40B4-BE49-F238E27FC236}">
                    <a16:creationId xmlns:a16="http://schemas.microsoft.com/office/drawing/2014/main" id="{129045FF-AD1D-5EBA-063F-3F6EE9E39D0C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6" name="楕円 301">
                <a:extLst>
                  <a:ext uri="{FF2B5EF4-FFF2-40B4-BE49-F238E27FC236}">
                    <a16:creationId xmlns:a16="http://schemas.microsoft.com/office/drawing/2014/main" id="{F366C369-8C3C-E0F1-5225-CF6C86C5684B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E4B5F610-1949-D01D-7733-9894316A21CF}"/>
                </a:ext>
              </a:extLst>
            </p:cNvPr>
            <p:cNvSpPr/>
            <p:nvPr/>
          </p:nvSpPr>
          <p:spPr>
            <a:xfrm rot="5400000">
              <a:off x="5519768" y="3211262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フローチャート: 和接合 16">
              <a:extLst>
                <a:ext uri="{FF2B5EF4-FFF2-40B4-BE49-F238E27FC236}">
                  <a16:creationId xmlns:a16="http://schemas.microsoft.com/office/drawing/2014/main" id="{CB4FEB0F-CBBC-3639-876D-2948BCAA27A0}"/>
                </a:ext>
              </a:extLst>
            </p:cNvPr>
            <p:cNvSpPr/>
            <p:nvPr/>
          </p:nvSpPr>
          <p:spPr bwMode="auto">
            <a:xfrm rot="10800000">
              <a:off x="5548568" y="3798442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4CF13019-E2F1-6CAA-45EC-8B551F5D186F}"/>
                </a:ext>
              </a:extLst>
            </p:cNvPr>
            <p:cNvSpPr/>
            <p:nvPr/>
          </p:nvSpPr>
          <p:spPr>
            <a:xfrm rot="5400000">
              <a:off x="5520147" y="3052440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F41F1C14-EE73-EA82-F764-A4D128D13451}"/>
                </a:ext>
              </a:extLst>
            </p:cNvPr>
            <p:cNvGrpSpPr/>
            <p:nvPr/>
          </p:nvGrpSpPr>
          <p:grpSpPr>
            <a:xfrm>
              <a:off x="5550747" y="3640758"/>
              <a:ext cx="57600" cy="58165"/>
              <a:chOff x="5550747" y="2678351"/>
              <a:chExt cx="57600" cy="58165"/>
            </a:xfrm>
          </p:grpSpPr>
          <p:sp>
            <p:nvSpPr>
              <p:cNvPr id="251" name="楕円 300">
                <a:extLst>
                  <a:ext uri="{FF2B5EF4-FFF2-40B4-BE49-F238E27FC236}">
                    <a16:creationId xmlns:a16="http://schemas.microsoft.com/office/drawing/2014/main" id="{4D87A377-2830-0F43-B366-0A4A9E359C3B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2" name="楕円 301">
                <a:extLst>
                  <a:ext uri="{FF2B5EF4-FFF2-40B4-BE49-F238E27FC236}">
                    <a16:creationId xmlns:a16="http://schemas.microsoft.com/office/drawing/2014/main" id="{3B5B20A2-D939-25C1-8152-2FE394AE8210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50D99B60-1AB7-EDA6-C205-304BFF974ADA}"/>
              </a:ext>
            </a:extLst>
          </p:cNvPr>
          <p:cNvGrpSpPr/>
          <p:nvPr/>
        </p:nvGrpSpPr>
        <p:grpSpPr>
          <a:xfrm>
            <a:off x="3599995" y="1425931"/>
            <a:ext cx="2099208" cy="2055503"/>
            <a:chOff x="6750293" y="2407669"/>
            <a:chExt cx="1780068" cy="1743007"/>
          </a:xfrm>
        </p:grpSpPr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8D2FB238-01F9-5352-5983-782B18AE7A54}"/>
                </a:ext>
              </a:extLst>
            </p:cNvPr>
            <p:cNvSpPr/>
            <p:nvPr/>
          </p:nvSpPr>
          <p:spPr>
            <a:xfrm>
              <a:off x="6750293" y="2407669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54" name="Group 453">
              <a:extLst>
                <a:ext uri="{FF2B5EF4-FFF2-40B4-BE49-F238E27FC236}">
                  <a16:creationId xmlns:a16="http://schemas.microsoft.com/office/drawing/2014/main" id="{C6A4D260-2AE3-7BEB-1CEA-3B309BE0E8B2}"/>
                </a:ext>
              </a:extLst>
            </p:cNvPr>
            <p:cNvGrpSpPr/>
            <p:nvPr/>
          </p:nvGrpSpPr>
          <p:grpSpPr>
            <a:xfrm>
              <a:off x="6978166" y="2617955"/>
              <a:ext cx="1320364" cy="1319180"/>
              <a:chOff x="6978166" y="2617955"/>
              <a:chExt cx="1320364" cy="1319180"/>
            </a:xfrm>
          </p:grpSpPr>
          <p:sp>
            <p:nvSpPr>
              <p:cNvPr id="455" name="Rectangle 454">
                <a:extLst>
                  <a:ext uri="{FF2B5EF4-FFF2-40B4-BE49-F238E27FC236}">
                    <a16:creationId xmlns:a16="http://schemas.microsoft.com/office/drawing/2014/main" id="{0BB59BB6-D4C4-3A52-EC0A-489B62DF45E8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6" name="Rectangle 455">
                <a:extLst>
                  <a:ext uri="{FF2B5EF4-FFF2-40B4-BE49-F238E27FC236}">
                    <a16:creationId xmlns:a16="http://schemas.microsoft.com/office/drawing/2014/main" id="{C3F59D60-2981-5E0F-CD7A-6420ACC63D6A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7" name="Rectangle 456">
                <a:extLst>
                  <a:ext uri="{FF2B5EF4-FFF2-40B4-BE49-F238E27FC236}">
                    <a16:creationId xmlns:a16="http://schemas.microsoft.com/office/drawing/2014/main" id="{F3262F5A-11E3-3EF4-5D7A-E378E83ABDF8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E1BCA8E2-93CF-E868-B828-AD88D997F1BB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22" name="Rectangle 221">
                  <a:extLst>
                    <a:ext uri="{FF2B5EF4-FFF2-40B4-BE49-F238E27FC236}">
                      <a16:creationId xmlns:a16="http://schemas.microsoft.com/office/drawing/2014/main" id="{EC555B54-AF98-0265-868A-2964B5A605BF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3" name="フローチャート: 和接合 16">
                  <a:extLst>
                    <a:ext uri="{FF2B5EF4-FFF2-40B4-BE49-F238E27FC236}">
                      <a16:creationId xmlns:a16="http://schemas.microsoft.com/office/drawing/2014/main" id="{D6451E5E-64D8-4656-C30F-9704875D4BA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9" name="Rectangle 458">
                <a:extLst>
                  <a:ext uri="{FF2B5EF4-FFF2-40B4-BE49-F238E27FC236}">
                    <a16:creationId xmlns:a16="http://schemas.microsoft.com/office/drawing/2014/main" id="{AB66B127-992B-30A9-08B5-F00713D7E18E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60" name="Group 459">
                <a:extLst>
                  <a:ext uri="{FF2B5EF4-FFF2-40B4-BE49-F238E27FC236}">
                    <a16:creationId xmlns:a16="http://schemas.microsoft.com/office/drawing/2014/main" id="{9A297510-9C46-BCBA-DD2E-F6008AE45CFF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220" name="楕円 300">
                  <a:extLst>
                    <a:ext uri="{FF2B5EF4-FFF2-40B4-BE49-F238E27FC236}">
                      <a16:creationId xmlns:a16="http://schemas.microsoft.com/office/drawing/2014/main" id="{CBFD4FE5-B74A-15FD-209B-ADE0A36FFAF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1" name="楕円 301">
                  <a:extLst>
                    <a:ext uri="{FF2B5EF4-FFF2-40B4-BE49-F238E27FC236}">
                      <a16:creationId xmlns:a16="http://schemas.microsoft.com/office/drawing/2014/main" id="{3DC82B08-D4F1-B3DA-19C8-0B9B78DD82D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61" name="Group 460">
                <a:extLst>
                  <a:ext uri="{FF2B5EF4-FFF2-40B4-BE49-F238E27FC236}">
                    <a16:creationId xmlns:a16="http://schemas.microsoft.com/office/drawing/2014/main" id="{072822CC-C372-9378-C118-22EABEE3CC93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13" name="Rectangle 212">
                  <a:extLst>
                    <a:ext uri="{FF2B5EF4-FFF2-40B4-BE49-F238E27FC236}">
                      <a16:creationId xmlns:a16="http://schemas.microsoft.com/office/drawing/2014/main" id="{5E1C2EB3-BC15-DCE1-1D52-B8E4078C558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9" name="フローチャート: 和接合 16">
                  <a:extLst>
                    <a:ext uri="{FF2B5EF4-FFF2-40B4-BE49-F238E27FC236}">
                      <a16:creationId xmlns:a16="http://schemas.microsoft.com/office/drawing/2014/main" id="{DE950C69-8AC8-C235-0FC1-8CC4BA2639B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2" name="Rectangle 461">
                <a:extLst>
                  <a:ext uri="{FF2B5EF4-FFF2-40B4-BE49-F238E27FC236}">
                    <a16:creationId xmlns:a16="http://schemas.microsoft.com/office/drawing/2014/main" id="{6F020C7B-45CC-71EA-0290-245C5E5B1E34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63" name="Group 462">
                <a:extLst>
                  <a:ext uri="{FF2B5EF4-FFF2-40B4-BE49-F238E27FC236}">
                    <a16:creationId xmlns:a16="http://schemas.microsoft.com/office/drawing/2014/main" id="{CCA9094A-E29A-855F-E463-76C2481A22B8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207" name="楕円 300">
                  <a:extLst>
                    <a:ext uri="{FF2B5EF4-FFF2-40B4-BE49-F238E27FC236}">
                      <a16:creationId xmlns:a16="http://schemas.microsoft.com/office/drawing/2014/main" id="{7BA03AEB-576B-06D4-1990-8EE86309D5E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1" name="楕円 301">
                  <a:extLst>
                    <a:ext uri="{FF2B5EF4-FFF2-40B4-BE49-F238E27FC236}">
                      <a16:creationId xmlns:a16="http://schemas.microsoft.com/office/drawing/2014/main" id="{119F2B68-DE03-77DB-7E12-BDB0D06D9C8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64" name="Group 463">
                <a:extLst>
                  <a:ext uri="{FF2B5EF4-FFF2-40B4-BE49-F238E27FC236}">
                    <a16:creationId xmlns:a16="http://schemas.microsoft.com/office/drawing/2014/main" id="{2CB0B9D3-9131-C2C5-1AE8-9F8F2F1064EA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70B99F5C-142F-B61E-0554-3E0151D6EC01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6" name="フローチャート: 和接合 16">
                  <a:extLst>
                    <a:ext uri="{FF2B5EF4-FFF2-40B4-BE49-F238E27FC236}">
                      <a16:creationId xmlns:a16="http://schemas.microsoft.com/office/drawing/2014/main" id="{1AAAB840-1F75-AAA4-4E69-B07889D674C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5" name="Rectangle 464">
                <a:extLst>
                  <a:ext uri="{FF2B5EF4-FFF2-40B4-BE49-F238E27FC236}">
                    <a16:creationId xmlns:a16="http://schemas.microsoft.com/office/drawing/2014/main" id="{ABD447CA-670D-E78B-9260-BDA0506C84ED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66" name="Group 465">
                <a:extLst>
                  <a:ext uri="{FF2B5EF4-FFF2-40B4-BE49-F238E27FC236}">
                    <a16:creationId xmlns:a16="http://schemas.microsoft.com/office/drawing/2014/main" id="{7BE413AB-249C-990D-8C50-31CF61125604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99" name="楕円 300">
                  <a:extLst>
                    <a:ext uri="{FF2B5EF4-FFF2-40B4-BE49-F238E27FC236}">
                      <a16:creationId xmlns:a16="http://schemas.microsoft.com/office/drawing/2014/main" id="{02AD27BF-38CF-2526-0E22-02D37C00C39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1" name="楕円 301">
                  <a:extLst>
                    <a:ext uri="{FF2B5EF4-FFF2-40B4-BE49-F238E27FC236}">
                      <a16:creationId xmlns:a16="http://schemas.microsoft.com/office/drawing/2014/main" id="{AA1E01AC-9185-6827-C12A-0E500049158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67" name="Group 466">
                <a:extLst>
                  <a:ext uri="{FF2B5EF4-FFF2-40B4-BE49-F238E27FC236}">
                    <a16:creationId xmlns:a16="http://schemas.microsoft.com/office/drawing/2014/main" id="{1828423B-9537-6717-7E9A-E6AEDA61FCE6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97" name="Rectangle 196">
                  <a:extLst>
                    <a:ext uri="{FF2B5EF4-FFF2-40B4-BE49-F238E27FC236}">
                      <a16:creationId xmlns:a16="http://schemas.microsoft.com/office/drawing/2014/main" id="{EC72B7D4-88CB-CD1F-0485-76867863206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フローチャート: 和接合 16">
                  <a:extLst>
                    <a:ext uri="{FF2B5EF4-FFF2-40B4-BE49-F238E27FC236}">
                      <a16:creationId xmlns:a16="http://schemas.microsoft.com/office/drawing/2014/main" id="{3BC01C9D-097B-F7DC-0773-0993ABFE3A8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64FAFA50-6FF8-8F82-8B6E-F0E2973E6C6A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69" name="Group 468">
                <a:extLst>
                  <a:ext uri="{FF2B5EF4-FFF2-40B4-BE49-F238E27FC236}">
                    <a16:creationId xmlns:a16="http://schemas.microsoft.com/office/drawing/2014/main" id="{A65B0E6E-BE3E-20E8-62CD-DD4D459CF349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470" name="楕円 300">
                  <a:extLst>
                    <a:ext uri="{FF2B5EF4-FFF2-40B4-BE49-F238E27FC236}">
                      <a16:creationId xmlns:a16="http://schemas.microsoft.com/office/drawing/2014/main" id="{A726A565-8C70-EEF2-0128-8F8DBA015C1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4" name="楕円 301">
                  <a:extLst>
                    <a:ext uri="{FF2B5EF4-FFF2-40B4-BE49-F238E27FC236}">
                      <a16:creationId xmlns:a16="http://schemas.microsoft.com/office/drawing/2014/main" id="{52B97C76-067B-6311-A8F4-92EDE000802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pic>
        <p:nvPicPr>
          <p:cNvPr id="2" name="Picture 1" descr="A video game console with a rectangular object&#10;&#10;AI-generated content may be incorrect.">
            <a:extLst>
              <a:ext uri="{FF2B5EF4-FFF2-40B4-BE49-F238E27FC236}">
                <a16:creationId xmlns:a16="http://schemas.microsoft.com/office/drawing/2014/main" id="{0EB35ABE-BC48-2F1B-AF96-6B8FC7BB4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16" t="25283" r="22775" b="14334"/>
          <a:stretch>
            <a:fillRect/>
          </a:stretch>
        </p:blipFill>
        <p:spPr>
          <a:xfrm>
            <a:off x="819204" y="1192833"/>
            <a:ext cx="1652277" cy="1287802"/>
          </a:xfrm>
          <a:prstGeom prst="rect">
            <a:avLst/>
          </a:prstGeom>
        </p:spPr>
      </p:pic>
      <p:pic>
        <p:nvPicPr>
          <p:cNvPr id="3" name="Picture 2" descr="A computer generated box with a red and black stripe&#10;&#10;AI-generated content may be incorrect.">
            <a:extLst>
              <a:ext uri="{FF2B5EF4-FFF2-40B4-BE49-F238E27FC236}">
                <a16:creationId xmlns:a16="http://schemas.microsoft.com/office/drawing/2014/main" id="{60712D89-4D31-80CE-F9D6-80CC186A4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2" t="10655" r="20512" b="9780"/>
          <a:stretch>
            <a:fillRect/>
          </a:stretch>
        </p:blipFill>
        <p:spPr>
          <a:xfrm>
            <a:off x="6722071" y="1265294"/>
            <a:ext cx="1753778" cy="155076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7F7F88A-2B24-339B-5785-A06129EEF1FB}"/>
              </a:ext>
            </a:extLst>
          </p:cNvPr>
          <p:cNvCxnSpPr>
            <a:cxnSpLocks/>
          </p:cNvCxnSpPr>
          <p:nvPr/>
        </p:nvCxnSpPr>
        <p:spPr>
          <a:xfrm flipH="1">
            <a:off x="8379018" y="1539047"/>
            <a:ext cx="68897" cy="50163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47408B-082D-A28C-6BCA-8E9C620206DF}"/>
              </a:ext>
            </a:extLst>
          </p:cNvPr>
          <p:cNvCxnSpPr>
            <a:cxnSpLocks/>
          </p:cNvCxnSpPr>
          <p:nvPr/>
        </p:nvCxnSpPr>
        <p:spPr>
          <a:xfrm flipH="1">
            <a:off x="6747596" y="1271388"/>
            <a:ext cx="1045771" cy="64619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1157BE-87A5-E34A-BE80-2E060EB4C645}"/>
              </a:ext>
            </a:extLst>
          </p:cNvPr>
          <p:cNvCxnSpPr>
            <a:cxnSpLocks/>
          </p:cNvCxnSpPr>
          <p:nvPr/>
        </p:nvCxnSpPr>
        <p:spPr>
          <a:xfrm flipH="1" flipV="1">
            <a:off x="6809802" y="2426353"/>
            <a:ext cx="554453" cy="37235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C72D37-D5A8-5D45-C0B2-0D98CD59D552}"/>
              </a:ext>
            </a:extLst>
          </p:cNvPr>
          <p:cNvSpPr/>
          <p:nvPr/>
        </p:nvSpPr>
        <p:spPr>
          <a:xfrm rot="19723472">
            <a:off x="5436383" y="1217069"/>
            <a:ext cx="354467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78.00 mm</a:t>
            </a:r>
          </a:p>
        </p:txBody>
      </p:sp>
      <p:sp>
        <p:nvSpPr>
          <p:cNvPr id="11" name="Rectangle: Rounded Corners 9">
            <a:extLst>
              <a:ext uri="{FF2B5EF4-FFF2-40B4-BE49-F238E27FC236}">
                <a16:creationId xmlns:a16="http://schemas.microsoft.com/office/drawing/2014/main" id="{E21BAA1E-D7BC-58CD-6CD7-463B2C155D52}"/>
              </a:ext>
            </a:extLst>
          </p:cNvPr>
          <p:cNvSpPr/>
          <p:nvPr/>
        </p:nvSpPr>
        <p:spPr>
          <a:xfrm>
            <a:off x="7914001" y="1555568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27.50 mm</a:t>
            </a:r>
          </a:p>
        </p:txBody>
      </p:sp>
      <p:sp>
        <p:nvSpPr>
          <p:cNvPr id="12" name="Rectangle: Rounded Corners 9">
            <a:extLst>
              <a:ext uri="{FF2B5EF4-FFF2-40B4-BE49-F238E27FC236}">
                <a16:creationId xmlns:a16="http://schemas.microsoft.com/office/drawing/2014/main" id="{10A91A8C-946F-8E1C-1692-888CB8C9612E}"/>
              </a:ext>
            </a:extLst>
          </p:cNvPr>
          <p:cNvSpPr/>
          <p:nvPr/>
        </p:nvSpPr>
        <p:spPr>
          <a:xfrm rot="2140464">
            <a:off x="5999430" y="2457780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38.00 mm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B483E1-7AB0-ACE0-F1AD-ED1D8E0FB79A}"/>
              </a:ext>
            </a:extLst>
          </p:cNvPr>
          <p:cNvCxnSpPr>
            <a:cxnSpLocks/>
          </p:cNvCxnSpPr>
          <p:nvPr/>
        </p:nvCxnSpPr>
        <p:spPr>
          <a:xfrm flipH="1">
            <a:off x="2428934" y="1569982"/>
            <a:ext cx="23678" cy="22198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779F33-3DAC-A956-4D4C-D9B5F90FA257}"/>
              </a:ext>
            </a:extLst>
          </p:cNvPr>
          <p:cNvCxnSpPr>
            <a:cxnSpLocks/>
          </p:cNvCxnSpPr>
          <p:nvPr/>
        </p:nvCxnSpPr>
        <p:spPr>
          <a:xfrm flipH="1">
            <a:off x="798561" y="1217883"/>
            <a:ext cx="998908" cy="54750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C96E99-A4BC-A4C6-E106-24E27C6C6E5A}"/>
              </a:ext>
            </a:extLst>
          </p:cNvPr>
          <p:cNvCxnSpPr>
            <a:cxnSpLocks/>
          </p:cNvCxnSpPr>
          <p:nvPr/>
        </p:nvCxnSpPr>
        <p:spPr>
          <a:xfrm flipH="1" flipV="1">
            <a:off x="833118" y="2075664"/>
            <a:ext cx="585429" cy="39315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9">
            <a:extLst>
              <a:ext uri="{FF2B5EF4-FFF2-40B4-BE49-F238E27FC236}">
                <a16:creationId xmlns:a16="http://schemas.microsoft.com/office/drawing/2014/main" id="{D31A7151-7B12-0473-B7A8-3D05AEA1F90D}"/>
              </a:ext>
            </a:extLst>
          </p:cNvPr>
          <p:cNvSpPr/>
          <p:nvPr/>
        </p:nvSpPr>
        <p:spPr>
          <a:xfrm rot="19765958">
            <a:off x="-534634" y="1118638"/>
            <a:ext cx="354467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95.00 mm</a:t>
            </a:r>
          </a:p>
        </p:txBody>
      </p:sp>
      <p:sp>
        <p:nvSpPr>
          <p:cNvPr id="19" name="Rectangle: Rounded Corners 9">
            <a:extLst>
              <a:ext uri="{FF2B5EF4-FFF2-40B4-BE49-F238E27FC236}">
                <a16:creationId xmlns:a16="http://schemas.microsoft.com/office/drawing/2014/main" id="{8376418C-E9F6-AC64-1ED9-38F5D8F7002E}"/>
              </a:ext>
            </a:extLst>
          </p:cNvPr>
          <p:cNvSpPr/>
          <p:nvPr/>
        </p:nvSpPr>
        <p:spPr>
          <a:xfrm>
            <a:off x="1979111" y="1440097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19.00mm</a:t>
            </a:r>
          </a:p>
        </p:txBody>
      </p:sp>
      <p:sp>
        <p:nvSpPr>
          <p:cNvPr id="20" name="Rectangle: Rounded Corners 9">
            <a:extLst>
              <a:ext uri="{FF2B5EF4-FFF2-40B4-BE49-F238E27FC236}">
                <a16:creationId xmlns:a16="http://schemas.microsoft.com/office/drawing/2014/main" id="{9BB23D62-C488-CEA6-3448-9E3F524D7075}"/>
              </a:ext>
            </a:extLst>
          </p:cNvPr>
          <p:cNvSpPr/>
          <p:nvPr/>
        </p:nvSpPr>
        <p:spPr>
          <a:xfrm rot="2140464">
            <a:off x="93212" y="2204654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55.00 mm</a:t>
            </a:r>
          </a:p>
        </p:txBody>
      </p:sp>
      <p:sp>
        <p:nvSpPr>
          <p:cNvPr id="495" name="Arrow: Right 200">
            <a:extLst>
              <a:ext uri="{FF2B5EF4-FFF2-40B4-BE49-F238E27FC236}">
                <a16:creationId xmlns:a16="http://schemas.microsoft.com/office/drawing/2014/main" id="{E6CF4F3E-D3BB-FCBB-FE73-AC5A7CFEA593}"/>
              </a:ext>
            </a:extLst>
          </p:cNvPr>
          <p:cNvSpPr/>
          <p:nvPr/>
        </p:nvSpPr>
        <p:spPr>
          <a:xfrm>
            <a:off x="2685606" y="1925287"/>
            <a:ext cx="477197" cy="375668"/>
          </a:xfrm>
          <a:prstGeom prst="rightArrow">
            <a:avLst/>
          </a:prstGeom>
          <a:solidFill>
            <a:srgbClr val="C5591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6" name="Arrow: Right 227">
            <a:extLst>
              <a:ext uri="{FF2B5EF4-FFF2-40B4-BE49-F238E27FC236}">
                <a16:creationId xmlns:a16="http://schemas.microsoft.com/office/drawing/2014/main" id="{EB5E19B3-7E8A-6BCB-93B7-1100FFA73BE9}"/>
              </a:ext>
            </a:extLst>
          </p:cNvPr>
          <p:cNvSpPr/>
          <p:nvPr/>
        </p:nvSpPr>
        <p:spPr>
          <a:xfrm>
            <a:off x="8609045" y="2200690"/>
            <a:ext cx="501313" cy="375668"/>
          </a:xfrm>
          <a:prstGeom prst="rightArrow">
            <a:avLst/>
          </a:prstGeom>
          <a:solidFill>
            <a:srgbClr val="C5591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7" name="Straight Arrow Connector 496">
            <a:extLst>
              <a:ext uri="{FF2B5EF4-FFF2-40B4-BE49-F238E27FC236}">
                <a16:creationId xmlns:a16="http://schemas.microsoft.com/office/drawing/2014/main" id="{BA94F531-3874-C8CE-65A3-EAF79F716377}"/>
              </a:ext>
            </a:extLst>
          </p:cNvPr>
          <p:cNvCxnSpPr>
            <a:cxnSpLocks/>
          </p:cNvCxnSpPr>
          <p:nvPr/>
        </p:nvCxnSpPr>
        <p:spPr>
          <a:xfrm flipH="1">
            <a:off x="7507143" y="1612736"/>
            <a:ext cx="805246" cy="572102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Arrow Connector 497">
            <a:extLst>
              <a:ext uri="{FF2B5EF4-FFF2-40B4-BE49-F238E27FC236}">
                <a16:creationId xmlns:a16="http://schemas.microsoft.com/office/drawing/2014/main" id="{50758B2A-8DCD-3AF7-DCF1-392D7C816241}"/>
              </a:ext>
            </a:extLst>
          </p:cNvPr>
          <p:cNvCxnSpPr>
            <a:cxnSpLocks/>
          </p:cNvCxnSpPr>
          <p:nvPr/>
        </p:nvCxnSpPr>
        <p:spPr>
          <a:xfrm flipH="1">
            <a:off x="1589145" y="1667778"/>
            <a:ext cx="585757" cy="37981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98">
            <a:extLst>
              <a:ext uri="{FF2B5EF4-FFF2-40B4-BE49-F238E27FC236}">
                <a16:creationId xmlns:a16="http://schemas.microsoft.com/office/drawing/2014/main" id="{347D26BD-D7C6-7E31-0794-6CAFF3E3CE41}"/>
              </a:ext>
            </a:extLst>
          </p:cNvPr>
          <p:cNvCxnSpPr/>
          <p:nvPr/>
        </p:nvCxnSpPr>
        <p:spPr>
          <a:xfrm>
            <a:off x="3331059" y="3179120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2424D399-D82D-A972-460E-B1C5A90B4A00}"/>
              </a:ext>
            </a:extLst>
          </p:cNvPr>
          <p:cNvCxnSpPr/>
          <p:nvPr/>
        </p:nvCxnSpPr>
        <p:spPr>
          <a:xfrm>
            <a:off x="3331059" y="3226020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F84DAB24-1B3D-D30A-A10E-F031E27AE337}"/>
              </a:ext>
            </a:extLst>
          </p:cNvPr>
          <p:cNvGrpSpPr/>
          <p:nvPr/>
        </p:nvGrpSpPr>
        <p:grpSpPr>
          <a:xfrm rot="5400000">
            <a:off x="3621809" y="3405533"/>
            <a:ext cx="545837" cy="47038"/>
            <a:chOff x="3708336" y="3708337"/>
            <a:chExt cx="545837" cy="61333"/>
          </a:xfrm>
        </p:grpSpPr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0D264E2D-CFED-D1F2-9CA1-70B1185C2321}"/>
                </a:ext>
              </a:extLst>
            </p:cNvPr>
            <p:cNvCxnSpPr/>
            <p:nvPr/>
          </p:nvCxnSpPr>
          <p:spPr>
            <a:xfrm>
              <a:off x="3708336" y="3708337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6BE16907-BECD-E8EB-A23B-2982291C9D00}"/>
                </a:ext>
              </a:extLst>
            </p:cNvPr>
            <p:cNvCxnSpPr/>
            <p:nvPr/>
          </p:nvCxnSpPr>
          <p:spPr>
            <a:xfrm>
              <a:off x="3708336" y="3769670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19D9FD5E-8745-6213-6064-FF3959618C98}"/>
              </a:ext>
            </a:extLst>
          </p:cNvPr>
          <p:cNvGrpSpPr/>
          <p:nvPr/>
        </p:nvGrpSpPr>
        <p:grpSpPr>
          <a:xfrm rot="5400000">
            <a:off x="4188194" y="3413813"/>
            <a:ext cx="545837" cy="51693"/>
            <a:chOff x="3708336" y="3708337"/>
            <a:chExt cx="545837" cy="61333"/>
          </a:xfrm>
        </p:grpSpPr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D95E6767-88E6-144A-1EE9-7CCC4C688294}"/>
                </a:ext>
              </a:extLst>
            </p:cNvPr>
            <p:cNvCxnSpPr/>
            <p:nvPr/>
          </p:nvCxnSpPr>
          <p:spPr>
            <a:xfrm>
              <a:off x="3708336" y="3708337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2779D482-4095-331F-EC05-44B47E78E45F}"/>
                </a:ext>
              </a:extLst>
            </p:cNvPr>
            <p:cNvCxnSpPr/>
            <p:nvPr/>
          </p:nvCxnSpPr>
          <p:spPr>
            <a:xfrm>
              <a:off x="3708336" y="3769670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7" name="Rectangle: Rounded Corners 9">
            <a:extLst>
              <a:ext uri="{FF2B5EF4-FFF2-40B4-BE49-F238E27FC236}">
                <a16:creationId xmlns:a16="http://schemas.microsoft.com/office/drawing/2014/main" id="{F1F0F6E9-47D4-06C8-78AA-75687660DBB0}"/>
              </a:ext>
            </a:extLst>
          </p:cNvPr>
          <p:cNvSpPr/>
          <p:nvPr/>
        </p:nvSpPr>
        <p:spPr>
          <a:xfrm>
            <a:off x="2811491" y="3594458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1.00 mm</a:t>
            </a:r>
          </a:p>
        </p:txBody>
      </p:sp>
      <p:sp>
        <p:nvSpPr>
          <p:cNvPr id="508" name="Rectangle: Rounded Corners 9">
            <a:extLst>
              <a:ext uri="{FF2B5EF4-FFF2-40B4-BE49-F238E27FC236}">
                <a16:creationId xmlns:a16="http://schemas.microsoft.com/office/drawing/2014/main" id="{255A8437-6355-AEAF-E953-255ADC39793B}"/>
              </a:ext>
            </a:extLst>
          </p:cNvPr>
          <p:cNvSpPr/>
          <p:nvPr/>
        </p:nvSpPr>
        <p:spPr>
          <a:xfrm>
            <a:off x="3713446" y="3594458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0.50 mm</a:t>
            </a:r>
          </a:p>
        </p:txBody>
      </p:sp>
      <p:sp>
        <p:nvSpPr>
          <p:cNvPr id="509" name="Rectangle: Rounded Corners 9">
            <a:extLst>
              <a:ext uri="{FF2B5EF4-FFF2-40B4-BE49-F238E27FC236}">
                <a16:creationId xmlns:a16="http://schemas.microsoft.com/office/drawing/2014/main" id="{A9DB3D1B-77D2-3E97-2DFD-AC06A83457F2}"/>
              </a:ext>
            </a:extLst>
          </p:cNvPr>
          <p:cNvSpPr/>
          <p:nvPr/>
        </p:nvSpPr>
        <p:spPr>
          <a:xfrm>
            <a:off x="1932138" y="2933535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1.00 mm</a:t>
            </a: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AB904C77-F569-CF60-3463-E7A7EA5DC6E8}"/>
              </a:ext>
            </a:extLst>
          </p:cNvPr>
          <p:cNvSpPr/>
          <p:nvPr/>
        </p:nvSpPr>
        <p:spPr>
          <a:xfrm rot="5400000">
            <a:off x="8099801" y="2800246"/>
            <a:ext cx="155406" cy="14431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1" name="Rectangle: Rounded Corners 9">
            <a:extLst>
              <a:ext uri="{FF2B5EF4-FFF2-40B4-BE49-F238E27FC236}">
                <a16:creationId xmlns:a16="http://schemas.microsoft.com/office/drawing/2014/main" id="{A55F397C-821B-BA1E-D388-3F3F766ACE9E}"/>
              </a:ext>
            </a:extLst>
          </p:cNvPr>
          <p:cNvSpPr/>
          <p:nvPr/>
        </p:nvSpPr>
        <p:spPr>
          <a:xfrm>
            <a:off x="7199873" y="3497041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7.00 mm</a:t>
            </a:r>
          </a:p>
        </p:txBody>
      </p:sp>
      <p:sp>
        <p:nvSpPr>
          <p:cNvPr id="192" name="Rectangle: Rounded Corners 9">
            <a:extLst>
              <a:ext uri="{FF2B5EF4-FFF2-40B4-BE49-F238E27FC236}">
                <a16:creationId xmlns:a16="http://schemas.microsoft.com/office/drawing/2014/main" id="{31EA7158-03A7-6C4C-4106-48D1D1647E1F}"/>
              </a:ext>
            </a:extLst>
          </p:cNvPr>
          <p:cNvSpPr/>
          <p:nvPr/>
        </p:nvSpPr>
        <p:spPr>
          <a:xfrm>
            <a:off x="6043666" y="3255296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0.50 mm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3E780B04-9F54-FC78-E97B-DD49A4453F90}"/>
              </a:ext>
            </a:extLst>
          </p:cNvPr>
          <p:cNvCxnSpPr/>
          <p:nvPr/>
        </p:nvCxnSpPr>
        <p:spPr>
          <a:xfrm>
            <a:off x="11227434" y="3202242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896D8D06-809A-1121-21E3-A9B0A322CB47}"/>
              </a:ext>
            </a:extLst>
          </p:cNvPr>
          <p:cNvCxnSpPr/>
          <p:nvPr/>
        </p:nvCxnSpPr>
        <p:spPr>
          <a:xfrm>
            <a:off x="11227434" y="3253415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69065EA5-5662-0E2F-F47E-0ACE5724CF54}"/>
              </a:ext>
            </a:extLst>
          </p:cNvPr>
          <p:cNvGrpSpPr/>
          <p:nvPr/>
        </p:nvGrpSpPr>
        <p:grpSpPr>
          <a:xfrm>
            <a:off x="11179911" y="2459456"/>
            <a:ext cx="545837" cy="45719"/>
            <a:chOff x="3708336" y="3708337"/>
            <a:chExt cx="545837" cy="61333"/>
          </a:xfrm>
        </p:grpSpPr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BD492281-F8D9-B94B-533E-B872B4BAB2F8}"/>
                </a:ext>
              </a:extLst>
            </p:cNvPr>
            <p:cNvCxnSpPr/>
            <p:nvPr/>
          </p:nvCxnSpPr>
          <p:spPr>
            <a:xfrm>
              <a:off x="3708336" y="3708337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FE3D499F-7EBE-AE04-9597-9AEC452CEF5E}"/>
                </a:ext>
              </a:extLst>
            </p:cNvPr>
            <p:cNvCxnSpPr/>
            <p:nvPr/>
          </p:nvCxnSpPr>
          <p:spPr>
            <a:xfrm>
              <a:off x="3708336" y="3769670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7F670EB0-D01E-4BF8-992E-7E481BE5EBAB}"/>
              </a:ext>
            </a:extLst>
          </p:cNvPr>
          <p:cNvGrpSpPr/>
          <p:nvPr/>
        </p:nvGrpSpPr>
        <p:grpSpPr>
          <a:xfrm rot="5400000">
            <a:off x="9431448" y="3437727"/>
            <a:ext cx="545837" cy="49843"/>
            <a:chOff x="3708336" y="3708337"/>
            <a:chExt cx="545837" cy="61333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33BE2B8-8BF3-000A-1626-91CC897CDC02}"/>
                </a:ext>
              </a:extLst>
            </p:cNvPr>
            <p:cNvCxnSpPr/>
            <p:nvPr/>
          </p:nvCxnSpPr>
          <p:spPr>
            <a:xfrm>
              <a:off x="3708336" y="3708337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F8E51C45-977A-6B86-981C-B18932CCAA56}"/>
                </a:ext>
              </a:extLst>
            </p:cNvPr>
            <p:cNvCxnSpPr/>
            <p:nvPr/>
          </p:nvCxnSpPr>
          <p:spPr>
            <a:xfrm>
              <a:off x="3708336" y="3769670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9" name="Rectangle: Rounded Corners 9">
            <a:extLst>
              <a:ext uri="{FF2B5EF4-FFF2-40B4-BE49-F238E27FC236}">
                <a16:creationId xmlns:a16="http://schemas.microsoft.com/office/drawing/2014/main" id="{223279BA-C5A1-6A75-E440-95A0B685775A}"/>
              </a:ext>
            </a:extLst>
          </p:cNvPr>
          <p:cNvSpPr/>
          <p:nvPr/>
        </p:nvSpPr>
        <p:spPr>
          <a:xfrm>
            <a:off x="11213174" y="2247210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0.50 mm</a:t>
            </a:r>
          </a:p>
        </p:txBody>
      </p:sp>
      <p:sp>
        <p:nvSpPr>
          <p:cNvPr id="210" name="Rectangle: Rounded Corners 9">
            <a:extLst>
              <a:ext uri="{FF2B5EF4-FFF2-40B4-BE49-F238E27FC236}">
                <a16:creationId xmlns:a16="http://schemas.microsoft.com/office/drawing/2014/main" id="{A433FFB0-8D8A-12F5-7C97-194BB0C61975}"/>
              </a:ext>
            </a:extLst>
          </p:cNvPr>
          <p:cNvSpPr/>
          <p:nvPr/>
        </p:nvSpPr>
        <p:spPr>
          <a:xfrm>
            <a:off x="11220262" y="2985484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1.00 mm</a:t>
            </a:r>
          </a:p>
        </p:txBody>
      </p:sp>
      <p:sp>
        <p:nvSpPr>
          <p:cNvPr id="212" name="Rectangle: Rounded Corners 9">
            <a:extLst>
              <a:ext uri="{FF2B5EF4-FFF2-40B4-BE49-F238E27FC236}">
                <a16:creationId xmlns:a16="http://schemas.microsoft.com/office/drawing/2014/main" id="{A6C2C183-E390-AE13-8890-7149F8D5F6FB}"/>
              </a:ext>
            </a:extLst>
          </p:cNvPr>
          <p:cNvSpPr/>
          <p:nvPr/>
        </p:nvSpPr>
        <p:spPr>
          <a:xfrm>
            <a:off x="8709761" y="3629792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1.00 mm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6157FDB-2AE9-AC34-6D9F-FA6887496138}"/>
              </a:ext>
            </a:extLst>
          </p:cNvPr>
          <p:cNvSpPr/>
          <p:nvPr/>
        </p:nvSpPr>
        <p:spPr>
          <a:xfrm>
            <a:off x="1998077" y="2684409"/>
            <a:ext cx="155406" cy="14431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Rectangle: Rounded Corners 9">
            <a:extLst>
              <a:ext uri="{FF2B5EF4-FFF2-40B4-BE49-F238E27FC236}">
                <a16:creationId xmlns:a16="http://schemas.microsoft.com/office/drawing/2014/main" id="{16B85920-B9DD-D356-580A-4241E27928CB}"/>
              </a:ext>
            </a:extLst>
          </p:cNvPr>
          <p:cNvSpPr/>
          <p:nvPr/>
        </p:nvSpPr>
        <p:spPr>
          <a:xfrm>
            <a:off x="444589" y="3228838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7.00 mm</a:t>
            </a:r>
          </a:p>
        </p:txBody>
      </p:sp>
      <p:sp>
        <p:nvSpPr>
          <p:cNvPr id="216" name="Rectangle: Rounded Corners 9">
            <a:extLst>
              <a:ext uri="{FF2B5EF4-FFF2-40B4-BE49-F238E27FC236}">
                <a16:creationId xmlns:a16="http://schemas.microsoft.com/office/drawing/2014/main" id="{23A60157-F9CB-3B0E-11D2-203DBC9A5B78}"/>
              </a:ext>
            </a:extLst>
          </p:cNvPr>
          <p:cNvSpPr/>
          <p:nvPr/>
        </p:nvSpPr>
        <p:spPr>
          <a:xfrm>
            <a:off x="1133114" y="2320214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0.50 mm</a:t>
            </a:r>
          </a:p>
        </p:txBody>
      </p:sp>
      <p:sp>
        <p:nvSpPr>
          <p:cNvPr id="217" name="テキスト プレースホルダー 2">
            <a:extLst>
              <a:ext uri="{FF2B5EF4-FFF2-40B4-BE49-F238E27FC236}">
                <a16:creationId xmlns:a16="http://schemas.microsoft.com/office/drawing/2014/main" id="{E0D26C10-45C1-4471-BC33-C56EF24F4D07}"/>
              </a:ext>
            </a:extLst>
          </p:cNvPr>
          <p:cNvSpPr txBox="1">
            <a:spLocks/>
          </p:cNvSpPr>
          <p:nvPr/>
        </p:nvSpPr>
        <p:spPr>
          <a:xfrm>
            <a:off x="1486657" y="473095"/>
            <a:ext cx="3688804" cy="627595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Flatwise-wound Transformer (Proposed)</a:t>
            </a: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8" name="テキスト プレースホルダー 2">
            <a:extLst>
              <a:ext uri="{FF2B5EF4-FFF2-40B4-BE49-F238E27FC236}">
                <a16:creationId xmlns:a16="http://schemas.microsoft.com/office/drawing/2014/main" id="{24C01903-94CE-3C7A-C5C1-A74D0897EC75}"/>
              </a:ext>
            </a:extLst>
          </p:cNvPr>
          <p:cNvSpPr txBox="1">
            <a:spLocks/>
          </p:cNvSpPr>
          <p:nvPr/>
        </p:nvSpPr>
        <p:spPr>
          <a:xfrm>
            <a:off x="7208718" y="563440"/>
            <a:ext cx="3688804" cy="46730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Edgewise-wound Transformer</a:t>
            </a: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9">
            <a:extLst>
              <a:ext uri="{FF2B5EF4-FFF2-40B4-BE49-F238E27FC236}">
                <a16:creationId xmlns:a16="http://schemas.microsoft.com/office/drawing/2014/main" id="{85B772B3-977A-9575-0E0D-BA77CE945DC6}"/>
              </a:ext>
            </a:extLst>
          </p:cNvPr>
          <p:cNvSpPr/>
          <p:nvPr/>
        </p:nvSpPr>
        <p:spPr>
          <a:xfrm rot="19765958">
            <a:off x="18198" y="1514940"/>
            <a:ext cx="354467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52.00 mm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4B81EFEB-62E4-1528-D623-BC457325E290}"/>
              </a:ext>
            </a:extLst>
          </p:cNvPr>
          <p:cNvSpPr/>
          <p:nvPr/>
        </p:nvSpPr>
        <p:spPr>
          <a:xfrm rot="19765958">
            <a:off x="6012024" y="1571539"/>
            <a:ext cx="354467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52.00 mm</a:t>
            </a:r>
          </a:p>
        </p:txBody>
      </p: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560A6676-CB40-154F-E54E-D87D668F9D79}"/>
              </a:ext>
            </a:extLst>
          </p:cNvPr>
          <p:cNvSpPr/>
          <p:nvPr/>
        </p:nvSpPr>
        <p:spPr>
          <a:xfrm>
            <a:off x="6611367" y="3555971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wire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9">
            <a:extLst>
              <a:ext uri="{FF2B5EF4-FFF2-40B4-BE49-F238E27FC236}">
                <a16:creationId xmlns:a16="http://schemas.microsoft.com/office/drawing/2014/main" id="{89131DA2-67C5-D4C6-4BEE-2F67ECF72256}"/>
              </a:ext>
            </a:extLst>
          </p:cNvPr>
          <p:cNvSpPr/>
          <p:nvPr/>
        </p:nvSpPr>
        <p:spPr>
          <a:xfrm>
            <a:off x="7748976" y="3815520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wire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9">
            <a:extLst>
              <a:ext uri="{FF2B5EF4-FFF2-40B4-BE49-F238E27FC236}">
                <a16:creationId xmlns:a16="http://schemas.microsoft.com/office/drawing/2014/main" id="{26ADD8C0-893A-52CE-540F-E0C1A073FB55}"/>
              </a:ext>
            </a:extLst>
          </p:cNvPr>
          <p:cNvSpPr/>
          <p:nvPr/>
        </p:nvSpPr>
        <p:spPr>
          <a:xfrm>
            <a:off x="4241371" y="3904607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inter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9">
            <a:extLst>
              <a:ext uri="{FF2B5EF4-FFF2-40B4-BE49-F238E27FC236}">
                <a16:creationId xmlns:a16="http://schemas.microsoft.com/office/drawing/2014/main" id="{79010930-D725-7980-2BE4-DB8CC4559A36}"/>
              </a:ext>
            </a:extLst>
          </p:cNvPr>
          <p:cNvSpPr/>
          <p:nvPr/>
        </p:nvSpPr>
        <p:spPr>
          <a:xfrm>
            <a:off x="3361153" y="3912054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clear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" name="Rectangle: Rounded Corners 9">
            <a:extLst>
              <a:ext uri="{FF2B5EF4-FFF2-40B4-BE49-F238E27FC236}">
                <a16:creationId xmlns:a16="http://schemas.microsoft.com/office/drawing/2014/main" id="{A6AE0171-9BC0-5D4C-3FAA-4448F0FDF07F}"/>
              </a:ext>
            </a:extLst>
          </p:cNvPr>
          <p:cNvSpPr/>
          <p:nvPr/>
        </p:nvSpPr>
        <p:spPr>
          <a:xfrm>
            <a:off x="2495240" y="3219689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" name="Rectangle: Rounded Corners 9">
            <a:extLst>
              <a:ext uri="{FF2B5EF4-FFF2-40B4-BE49-F238E27FC236}">
                <a16:creationId xmlns:a16="http://schemas.microsoft.com/office/drawing/2014/main" id="{C76D25D5-2CD0-2596-F50C-A985738DD5F5}"/>
              </a:ext>
            </a:extLst>
          </p:cNvPr>
          <p:cNvSpPr/>
          <p:nvPr/>
        </p:nvSpPr>
        <p:spPr>
          <a:xfrm>
            <a:off x="11746541" y="3268578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9">
            <a:extLst>
              <a:ext uri="{FF2B5EF4-FFF2-40B4-BE49-F238E27FC236}">
                <a16:creationId xmlns:a16="http://schemas.microsoft.com/office/drawing/2014/main" id="{AA84169B-2427-315B-68EE-6BDE52C5ED14}"/>
              </a:ext>
            </a:extLst>
          </p:cNvPr>
          <p:cNvSpPr/>
          <p:nvPr/>
        </p:nvSpPr>
        <p:spPr>
          <a:xfrm>
            <a:off x="11764029" y="2555010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inter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7" name="Rectangle: Rounded Corners 9">
            <a:extLst>
              <a:ext uri="{FF2B5EF4-FFF2-40B4-BE49-F238E27FC236}">
                <a16:creationId xmlns:a16="http://schemas.microsoft.com/office/drawing/2014/main" id="{37B47106-D931-CAE4-EA52-0A3A0E5774E5}"/>
              </a:ext>
            </a:extLst>
          </p:cNvPr>
          <p:cNvSpPr/>
          <p:nvPr/>
        </p:nvSpPr>
        <p:spPr>
          <a:xfrm>
            <a:off x="9262369" y="3935204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clear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1" name="Rectangle: Rounded Corners 9">
            <a:extLst>
              <a:ext uri="{FF2B5EF4-FFF2-40B4-BE49-F238E27FC236}">
                <a16:creationId xmlns:a16="http://schemas.microsoft.com/office/drawing/2014/main" id="{7C5D176A-3F6B-48AB-B9EF-22BEA4604E1A}"/>
              </a:ext>
            </a:extLst>
          </p:cNvPr>
          <p:cNvSpPr/>
          <p:nvPr/>
        </p:nvSpPr>
        <p:spPr>
          <a:xfrm>
            <a:off x="946169" y="3541408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wire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1" name="Rectangle: Rounded Corners 9">
            <a:extLst>
              <a:ext uri="{FF2B5EF4-FFF2-40B4-BE49-F238E27FC236}">
                <a16:creationId xmlns:a16="http://schemas.microsoft.com/office/drawing/2014/main" id="{82A9EC04-BEB1-BA04-A1BA-A8846A10367D}"/>
              </a:ext>
            </a:extLst>
          </p:cNvPr>
          <p:cNvSpPr/>
          <p:nvPr/>
        </p:nvSpPr>
        <p:spPr>
          <a:xfrm>
            <a:off x="1684318" y="2176213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wire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" name="Rectangle: Rounded Corners 9">
            <a:extLst>
              <a:ext uri="{FF2B5EF4-FFF2-40B4-BE49-F238E27FC236}">
                <a16:creationId xmlns:a16="http://schemas.microsoft.com/office/drawing/2014/main" id="{6D585F9C-5E79-D134-7224-65CAC6C39DFF}"/>
              </a:ext>
            </a:extLst>
          </p:cNvPr>
          <p:cNvSpPr/>
          <p:nvPr/>
        </p:nvSpPr>
        <p:spPr>
          <a:xfrm>
            <a:off x="5595424" y="2316995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" name="Rectangle: Rounded Corners 9">
            <a:extLst>
              <a:ext uri="{FF2B5EF4-FFF2-40B4-BE49-F238E27FC236}">
                <a16:creationId xmlns:a16="http://schemas.microsoft.com/office/drawing/2014/main" id="{F2ED3EF8-5B28-0F74-6F21-14ABF2E0857B}"/>
              </a:ext>
            </a:extLst>
          </p:cNvPr>
          <p:cNvSpPr/>
          <p:nvPr/>
        </p:nvSpPr>
        <p:spPr>
          <a:xfrm>
            <a:off x="4241371" y="1055834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1C50C53-BC68-0F34-F63D-F62437451CFC}"/>
              </a:ext>
            </a:extLst>
          </p:cNvPr>
          <p:cNvCxnSpPr>
            <a:cxnSpLocks/>
          </p:cNvCxnSpPr>
          <p:nvPr/>
        </p:nvCxnSpPr>
        <p:spPr>
          <a:xfrm rot="5400000">
            <a:off x="3594019" y="1414716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B1536BB-084F-01EA-0D19-441AD26413E4}"/>
              </a:ext>
            </a:extLst>
          </p:cNvPr>
          <p:cNvCxnSpPr>
            <a:cxnSpLocks/>
          </p:cNvCxnSpPr>
          <p:nvPr/>
        </p:nvCxnSpPr>
        <p:spPr>
          <a:xfrm rot="5400000">
            <a:off x="5149236" y="1394099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9">
            <a:extLst>
              <a:ext uri="{FF2B5EF4-FFF2-40B4-BE49-F238E27FC236}">
                <a16:creationId xmlns:a16="http://schemas.microsoft.com/office/drawing/2014/main" id="{9B1655FD-831F-798F-D474-7B94C2522A3E}"/>
              </a:ext>
            </a:extLst>
          </p:cNvPr>
          <p:cNvSpPr/>
          <p:nvPr/>
        </p:nvSpPr>
        <p:spPr>
          <a:xfrm>
            <a:off x="10050924" y="1086186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E8782909-6846-F621-7B18-A5DFBBFDF963}"/>
              </a:ext>
            </a:extLst>
          </p:cNvPr>
          <p:cNvCxnSpPr>
            <a:cxnSpLocks/>
          </p:cNvCxnSpPr>
          <p:nvPr/>
        </p:nvCxnSpPr>
        <p:spPr>
          <a:xfrm rot="5400000">
            <a:off x="9407845" y="1445068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896ED7D5-BAA4-1A6F-49F3-5462F9A430B4}"/>
              </a:ext>
            </a:extLst>
          </p:cNvPr>
          <p:cNvCxnSpPr>
            <a:cxnSpLocks/>
          </p:cNvCxnSpPr>
          <p:nvPr/>
        </p:nvCxnSpPr>
        <p:spPr>
          <a:xfrm rot="5400000">
            <a:off x="10954516" y="1424451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94795173-97A3-1A9E-E687-8207A411473B}"/>
              </a:ext>
            </a:extLst>
          </p:cNvPr>
          <p:cNvCxnSpPr/>
          <p:nvPr/>
        </p:nvCxnSpPr>
        <p:spPr>
          <a:xfrm>
            <a:off x="9118112" y="1709678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3B4BE381-201D-24B4-E42F-9585AA6B1078}"/>
              </a:ext>
            </a:extLst>
          </p:cNvPr>
          <p:cNvCxnSpPr/>
          <p:nvPr/>
        </p:nvCxnSpPr>
        <p:spPr>
          <a:xfrm>
            <a:off x="9122730" y="3253821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Rectangle: Rounded Corners 9">
            <a:extLst>
              <a:ext uri="{FF2B5EF4-FFF2-40B4-BE49-F238E27FC236}">
                <a16:creationId xmlns:a16="http://schemas.microsoft.com/office/drawing/2014/main" id="{441D5A48-6994-6294-39C2-8D09C9BD0905}"/>
              </a:ext>
            </a:extLst>
          </p:cNvPr>
          <p:cNvSpPr/>
          <p:nvPr/>
        </p:nvSpPr>
        <p:spPr>
          <a:xfrm>
            <a:off x="8711938" y="2596285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373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1C386-0CCD-B922-4F59-21B6AC07C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05D8A5E3-ECB9-E694-5347-5ADCF47F3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4" r="13433"/>
          <a:stretch>
            <a:fillRect/>
          </a:stretch>
        </p:blipFill>
        <p:spPr>
          <a:xfrm>
            <a:off x="1174114" y="1872440"/>
            <a:ext cx="3527514" cy="2726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EFE59E-499F-E24C-0863-81C8D55B9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226" y="3933727"/>
            <a:ext cx="2114520" cy="871525"/>
          </a:xfrm>
          <a:prstGeom prst="rect">
            <a:avLst/>
          </a:prstGeom>
        </p:spPr>
      </p:pic>
      <p:pic>
        <p:nvPicPr>
          <p:cNvPr id="7" name="Picture 6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9C684D6A-94BE-49D3-6575-B57AAD77B3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8" r="6177"/>
          <a:stretch>
            <a:fillRect/>
          </a:stretch>
        </p:blipFill>
        <p:spPr>
          <a:xfrm>
            <a:off x="7433841" y="1813465"/>
            <a:ext cx="3709606" cy="2690863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C11A72-B862-0ECB-3D17-12218BA9C4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17" t="2705" r="12885" b="3790"/>
          <a:stretch>
            <a:fillRect/>
          </a:stretch>
        </p:blipFill>
        <p:spPr>
          <a:xfrm>
            <a:off x="10096925" y="3789823"/>
            <a:ext cx="1979174" cy="1431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1968EAD3-3008-51F7-F945-316E3DCDA031}"/>
                  </a:ext>
                </a:extLst>
              </p:cNvPr>
              <p:cNvSpPr/>
              <p:nvPr/>
            </p:nvSpPr>
            <p:spPr>
              <a:xfrm>
                <a:off x="4736880" y="3130227"/>
                <a:ext cx="1272305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45</a:t>
                </a:r>
                <a:r>
                  <a:rPr lang="en-PH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1968EAD3-3008-51F7-F945-316E3DCDA0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880" y="3130227"/>
                <a:ext cx="1272305" cy="415171"/>
              </a:xfrm>
              <a:prstGeom prst="roundRect">
                <a:avLst/>
              </a:prstGeom>
              <a:blipFill>
                <a:blip r:embed="rId6"/>
                <a:stretch>
                  <a:fillRect t="-1449" b="-173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3456D7A-0BE7-F434-BFDF-2D99C3F94655}"/>
              </a:ext>
            </a:extLst>
          </p:cNvPr>
          <p:cNvCxnSpPr>
            <a:endCxn id="24" idx="2"/>
          </p:cNvCxnSpPr>
          <p:nvPr/>
        </p:nvCxnSpPr>
        <p:spPr>
          <a:xfrm flipV="1">
            <a:off x="4395481" y="3545398"/>
            <a:ext cx="977552" cy="866285"/>
          </a:xfrm>
          <a:prstGeom prst="line">
            <a:avLst/>
          </a:prstGeom>
          <a:ln w="28575"/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ounded Rectangle 6">
                <a:extLst>
                  <a:ext uri="{FF2B5EF4-FFF2-40B4-BE49-F238E27FC236}">
                    <a16:creationId xmlns:a16="http://schemas.microsoft.com/office/drawing/2014/main" id="{2806893F-0F36-05FB-F587-C9C5CCF43950}"/>
                  </a:ext>
                </a:extLst>
              </p:cNvPr>
              <p:cNvSpPr/>
              <p:nvPr/>
            </p:nvSpPr>
            <p:spPr>
              <a:xfrm>
                <a:off x="10803794" y="3222872"/>
                <a:ext cx="1272305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57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7" name="Rounded Rectangle 6">
                <a:extLst>
                  <a:ext uri="{FF2B5EF4-FFF2-40B4-BE49-F238E27FC236}">
                    <a16:creationId xmlns:a16="http://schemas.microsoft.com/office/drawing/2014/main" id="{2806893F-0F36-05FB-F587-C9C5CCF439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794" y="3222872"/>
                <a:ext cx="1272305" cy="415171"/>
              </a:xfrm>
              <a:prstGeom prst="roundRect">
                <a:avLst/>
              </a:prstGeom>
              <a:blipFill>
                <a:blip r:embed="rId7"/>
                <a:stretch>
                  <a:fillRect t="-2941" b="-176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FFEE1D-DB98-CDEB-3ADD-235EB11E0514}"/>
              </a:ext>
            </a:extLst>
          </p:cNvPr>
          <p:cNvCxnSpPr>
            <a:cxnSpLocks/>
          </p:cNvCxnSpPr>
          <p:nvPr/>
        </p:nvCxnSpPr>
        <p:spPr>
          <a:xfrm flipV="1">
            <a:off x="10597736" y="3638043"/>
            <a:ext cx="977552" cy="866285"/>
          </a:xfrm>
          <a:prstGeom prst="line">
            <a:avLst/>
          </a:prstGeom>
          <a:ln w="28575"/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540FCDB1-CF19-1838-3C99-0CD6F7770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42" t="1195" b="95799"/>
          <a:stretch/>
        </p:blipFill>
        <p:spPr>
          <a:xfrm>
            <a:off x="10673751" y="939404"/>
            <a:ext cx="1339117" cy="414928"/>
          </a:xfrm>
          <a:prstGeom prst="rect">
            <a:avLst/>
          </a:prstGeom>
        </p:spPr>
      </p:pic>
      <p:sp>
        <p:nvSpPr>
          <p:cNvPr id="42" name="Rounded Rectangle 3">
            <a:extLst>
              <a:ext uri="{FF2B5EF4-FFF2-40B4-BE49-F238E27FC236}">
                <a16:creationId xmlns:a16="http://schemas.microsoft.com/office/drawing/2014/main" id="{416646DF-F578-FB48-FF1C-F9184857B786}"/>
              </a:ext>
            </a:extLst>
          </p:cNvPr>
          <p:cNvSpPr/>
          <p:nvPr/>
        </p:nvSpPr>
        <p:spPr>
          <a:xfrm>
            <a:off x="5023383" y="1359865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0.9658 W</a:t>
            </a:r>
          </a:p>
        </p:txBody>
      </p:sp>
      <p:sp>
        <p:nvSpPr>
          <p:cNvPr id="44" name="Rounded Rectangle 3">
            <a:extLst>
              <a:ext uri="{FF2B5EF4-FFF2-40B4-BE49-F238E27FC236}">
                <a16:creationId xmlns:a16="http://schemas.microsoft.com/office/drawing/2014/main" id="{B29A87BC-1032-5789-38CA-971CA1526BD3}"/>
              </a:ext>
            </a:extLst>
          </p:cNvPr>
          <p:cNvSpPr/>
          <p:nvPr/>
        </p:nvSpPr>
        <p:spPr>
          <a:xfrm>
            <a:off x="1095829" y="5255460"/>
            <a:ext cx="4712632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More even heat distribution observed.</a:t>
            </a:r>
            <a:endParaRPr lang="en-JP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45" name="Picture 2" descr="equation">
            <a:extLst>
              <a:ext uri="{FF2B5EF4-FFF2-40B4-BE49-F238E27FC236}">
                <a16:creationId xmlns:a16="http://schemas.microsoft.com/office/drawing/2014/main" id="{61A375EA-0D2F-1F0E-FBDE-AE1126410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033" y="1481629"/>
            <a:ext cx="405623" cy="1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Rounded Rectangle 3">
            <a:extLst>
              <a:ext uri="{FF2B5EF4-FFF2-40B4-BE49-F238E27FC236}">
                <a16:creationId xmlns:a16="http://schemas.microsoft.com/office/drawing/2014/main" id="{571C2F26-4DEC-C1FC-C9BE-847D96AC6C17}"/>
              </a:ext>
            </a:extLst>
          </p:cNvPr>
          <p:cNvSpPr/>
          <p:nvPr/>
        </p:nvSpPr>
        <p:spPr>
          <a:xfrm>
            <a:off x="6884399" y="5268151"/>
            <a:ext cx="4712632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Heat is trapped in windings.</a:t>
            </a:r>
            <a:endParaRPr lang="en-JP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51" name="Picture 4" descr="equation">
            <a:extLst>
              <a:ext uri="{FF2B5EF4-FFF2-40B4-BE49-F238E27FC236}">
                <a16:creationId xmlns:a16="http://schemas.microsoft.com/office/drawing/2014/main" id="{0D3521F0-0ABC-CB8B-E7B9-445CF5194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631" y="1698151"/>
            <a:ext cx="625852" cy="2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6" descr="equation">
            <a:extLst>
              <a:ext uri="{FF2B5EF4-FFF2-40B4-BE49-F238E27FC236}">
                <a16:creationId xmlns:a16="http://schemas.microsoft.com/office/drawing/2014/main" id="{68D4108A-C143-8303-B414-B8E1E519D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631" y="1950204"/>
            <a:ext cx="273217" cy="18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Rounded Rectangle 3">
            <a:extLst>
              <a:ext uri="{FF2B5EF4-FFF2-40B4-BE49-F238E27FC236}">
                <a16:creationId xmlns:a16="http://schemas.microsoft.com/office/drawing/2014/main" id="{61519141-51B9-5848-E48A-F426BC931ADC}"/>
              </a:ext>
            </a:extLst>
          </p:cNvPr>
          <p:cNvSpPr/>
          <p:nvPr/>
        </p:nvSpPr>
        <p:spPr>
          <a:xfrm>
            <a:off x="5023382" y="1628707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2.3590</a:t>
            </a:r>
            <a:r>
              <a:rPr lang="en-JP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W</a:t>
            </a:r>
          </a:p>
        </p:txBody>
      </p:sp>
      <p:sp>
        <p:nvSpPr>
          <p:cNvPr id="448" name="Rounded Rectangle 3">
            <a:extLst>
              <a:ext uri="{FF2B5EF4-FFF2-40B4-BE49-F238E27FC236}">
                <a16:creationId xmlns:a16="http://schemas.microsoft.com/office/drawing/2014/main" id="{B1B1834E-261F-14CE-FC7A-49FA90D5E5C4}"/>
              </a:ext>
            </a:extLst>
          </p:cNvPr>
          <p:cNvSpPr/>
          <p:nvPr/>
        </p:nvSpPr>
        <p:spPr>
          <a:xfrm>
            <a:off x="5023382" y="1872440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</a:t>
            </a:r>
            <a:r>
              <a:rPr lang="en-PH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0843</a:t>
            </a:r>
            <a:r>
              <a:rPr lang="en-JP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W</a:t>
            </a:r>
          </a:p>
        </p:txBody>
      </p:sp>
      <p:sp>
        <p:nvSpPr>
          <p:cNvPr id="449" name="Rounded Rectangle 3">
            <a:extLst>
              <a:ext uri="{FF2B5EF4-FFF2-40B4-BE49-F238E27FC236}">
                <a16:creationId xmlns:a16="http://schemas.microsoft.com/office/drawing/2014/main" id="{3CB3529A-D50A-559C-7425-FC60B3C9B209}"/>
              </a:ext>
            </a:extLst>
          </p:cNvPr>
          <p:cNvSpPr/>
          <p:nvPr/>
        </p:nvSpPr>
        <p:spPr>
          <a:xfrm>
            <a:off x="11027635" y="1359865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0.9739</a:t>
            </a:r>
            <a:r>
              <a:rPr lang="en-JP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W</a:t>
            </a:r>
          </a:p>
        </p:txBody>
      </p:sp>
      <p:pic>
        <p:nvPicPr>
          <p:cNvPr id="450" name="Picture 2" descr="equation">
            <a:extLst>
              <a:ext uri="{FF2B5EF4-FFF2-40B4-BE49-F238E27FC236}">
                <a16:creationId xmlns:a16="http://schemas.microsoft.com/office/drawing/2014/main" id="{33275831-6C90-DAFD-7D6D-561D67C88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8285" y="1481629"/>
            <a:ext cx="405623" cy="1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1" name="Picture 4" descr="equation">
            <a:extLst>
              <a:ext uri="{FF2B5EF4-FFF2-40B4-BE49-F238E27FC236}">
                <a16:creationId xmlns:a16="http://schemas.microsoft.com/office/drawing/2014/main" id="{9E338C19-F022-F4D9-B561-77EC70B23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883" y="1698151"/>
            <a:ext cx="625852" cy="2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2" name="Picture 6" descr="equation">
            <a:extLst>
              <a:ext uri="{FF2B5EF4-FFF2-40B4-BE49-F238E27FC236}">
                <a16:creationId xmlns:a16="http://schemas.microsoft.com/office/drawing/2014/main" id="{FD7DE541-590C-CBF5-73A1-A3FC95FE8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883" y="1950204"/>
            <a:ext cx="273217" cy="18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3" name="Rounded Rectangle 3">
            <a:extLst>
              <a:ext uri="{FF2B5EF4-FFF2-40B4-BE49-F238E27FC236}">
                <a16:creationId xmlns:a16="http://schemas.microsoft.com/office/drawing/2014/main" id="{E381C0B4-2831-5BCE-F63A-04D34F13A94A}"/>
              </a:ext>
            </a:extLst>
          </p:cNvPr>
          <p:cNvSpPr/>
          <p:nvPr/>
        </p:nvSpPr>
        <p:spPr>
          <a:xfrm>
            <a:off x="11027634" y="1628707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1.8854</a:t>
            </a:r>
            <a:r>
              <a:rPr lang="en-JP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W</a:t>
            </a:r>
          </a:p>
        </p:txBody>
      </p:sp>
      <p:sp>
        <p:nvSpPr>
          <p:cNvPr id="454" name="Rounded Rectangle 3">
            <a:extLst>
              <a:ext uri="{FF2B5EF4-FFF2-40B4-BE49-F238E27FC236}">
                <a16:creationId xmlns:a16="http://schemas.microsoft.com/office/drawing/2014/main" id="{883A63BD-387E-860E-0FE9-0501E558E2B1}"/>
              </a:ext>
            </a:extLst>
          </p:cNvPr>
          <p:cNvSpPr/>
          <p:nvPr/>
        </p:nvSpPr>
        <p:spPr>
          <a:xfrm>
            <a:off x="11027634" y="1872440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</a:t>
            </a:r>
            <a:r>
              <a:rPr lang="en-PH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0513</a:t>
            </a:r>
            <a:r>
              <a:rPr lang="en-JP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W</a:t>
            </a:r>
          </a:p>
        </p:txBody>
      </p:sp>
      <p:pic>
        <p:nvPicPr>
          <p:cNvPr id="455" name="グラフィックス 56" descr="バッジ: チェックマーク 1 単色塗りつぶし">
            <a:extLst>
              <a:ext uri="{FF2B5EF4-FFF2-40B4-BE49-F238E27FC236}">
                <a16:creationId xmlns:a16="http://schemas.microsoft.com/office/drawing/2014/main" id="{485F564D-E373-6FC3-C6AF-03F50AFB63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0397" y="5290504"/>
            <a:ext cx="307778" cy="307778"/>
          </a:xfrm>
          <a:prstGeom prst="rect">
            <a:avLst/>
          </a:prstGeom>
        </p:spPr>
      </p:pic>
      <p:pic>
        <p:nvPicPr>
          <p:cNvPr id="456" name="Picture 455" descr="A yellow circle with a black exclamation mark&#10;&#10;Description automatically generated">
            <a:extLst>
              <a:ext uri="{FF2B5EF4-FFF2-40B4-BE49-F238E27FC236}">
                <a16:creationId xmlns:a16="http://schemas.microsoft.com/office/drawing/2014/main" id="{E4551263-77E9-F83E-CED0-E01EC92BA0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733" y="5290504"/>
            <a:ext cx="380215" cy="380215"/>
          </a:xfrm>
          <a:prstGeom prst="rect">
            <a:avLst/>
          </a:prstGeom>
        </p:spPr>
      </p:pic>
      <p:sp>
        <p:nvSpPr>
          <p:cNvPr id="457" name="Rounded Rectangle 3">
            <a:extLst>
              <a:ext uri="{FF2B5EF4-FFF2-40B4-BE49-F238E27FC236}">
                <a16:creationId xmlns:a16="http://schemas.microsoft.com/office/drawing/2014/main" id="{08975419-32B3-CEF0-A5C6-5D4A5FEA7BBE}"/>
              </a:ext>
            </a:extLst>
          </p:cNvPr>
          <p:cNvSpPr/>
          <p:nvPr/>
        </p:nvSpPr>
        <p:spPr>
          <a:xfrm>
            <a:off x="4219818" y="2129470"/>
            <a:ext cx="1813878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Total:          3.4088 W</a:t>
            </a:r>
            <a:endParaRPr lang="en-JP" sz="1200" b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58" name="Rounded Rectangle 3">
            <a:extLst>
              <a:ext uri="{FF2B5EF4-FFF2-40B4-BE49-F238E27FC236}">
                <a16:creationId xmlns:a16="http://schemas.microsoft.com/office/drawing/2014/main" id="{7CD11335-22C1-BE37-5D1E-A50D6C560832}"/>
              </a:ext>
            </a:extLst>
          </p:cNvPr>
          <p:cNvSpPr/>
          <p:nvPr/>
        </p:nvSpPr>
        <p:spPr>
          <a:xfrm>
            <a:off x="10200233" y="2110109"/>
            <a:ext cx="1813878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Total: </a:t>
            </a:r>
            <a:r>
              <a:rPr lang="en-US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         </a:t>
            </a:r>
            <a:r>
              <a:rPr lang="en-US" sz="12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2.9106 W</a:t>
            </a:r>
            <a:endParaRPr lang="en-JP" sz="1200" b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6C2B63CC-6FF2-2E75-B2BC-6E30DE15934A}"/>
              </a:ext>
            </a:extLst>
          </p:cNvPr>
          <p:cNvGrpSpPr/>
          <p:nvPr/>
        </p:nvGrpSpPr>
        <p:grpSpPr>
          <a:xfrm>
            <a:off x="220441" y="1950204"/>
            <a:ext cx="936047" cy="2370523"/>
            <a:chOff x="6673264" y="3857617"/>
            <a:chExt cx="715664" cy="1812407"/>
          </a:xfrm>
        </p:grpSpPr>
        <p:pic>
          <p:nvPicPr>
            <p:cNvPr id="460" name="Picture 459" descr="A yellow rectangular object with a yellow center&#10;&#10;AI-generated content may be incorrect.">
              <a:extLst>
                <a:ext uri="{FF2B5EF4-FFF2-40B4-BE49-F238E27FC236}">
                  <a16:creationId xmlns:a16="http://schemas.microsoft.com/office/drawing/2014/main" id="{28FA4BA0-F33D-B03D-40D8-A9AF830F6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688" b="92428"/>
            <a:stretch/>
          </p:blipFill>
          <p:spPr>
            <a:xfrm>
              <a:off x="6673266" y="3857617"/>
              <a:ext cx="667587" cy="342081"/>
            </a:xfrm>
            <a:prstGeom prst="rect">
              <a:avLst/>
            </a:prstGeom>
          </p:spPr>
        </p:pic>
        <p:pic>
          <p:nvPicPr>
            <p:cNvPr id="461" name="Picture 460" descr="A blue rectangular object with a yellow grid&#10;&#10;AI-generated content may be incorrect.">
              <a:extLst>
                <a:ext uri="{FF2B5EF4-FFF2-40B4-BE49-F238E27FC236}">
                  <a16:creationId xmlns:a16="http://schemas.microsoft.com/office/drawing/2014/main" id="{6735E42F-2054-6A11-E96D-8AF319C82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72" t="10498" r="91180" b="55944"/>
            <a:stretch/>
          </p:blipFill>
          <p:spPr>
            <a:xfrm>
              <a:off x="6673264" y="4184172"/>
              <a:ext cx="715664" cy="1485852"/>
            </a:xfrm>
            <a:prstGeom prst="rect">
              <a:avLst/>
            </a:prstGeom>
          </p:spPr>
        </p:pic>
      </p:grpSp>
      <p:pic>
        <p:nvPicPr>
          <p:cNvPr id="462" name="Picture 2" descr="equation">
            <a:extLst>
              <a:ext uri="{FF2B5EF4-FFF2-40B4-BE49-F238E27FC236}">
                <a16:creationId xmlns:a16="http://schemas.microsoft.com/office/drawing/2014/main" id="{26020B06-0833-4385-9E8C-3C91A1744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487" y="2435594"/>
            <a:ext cx="405623" cy="1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3" name="Picture 6" descr="equation">
            <a:extLst>
              <a:ext uri="{FF2B5EF4-FFF2-40B4-BE49-F238E27FC236}">
                <a16:creationId xmlns:a16="http://schemas.microsoft.com/office/drawing/2014/main" id="{5FA137D3-D22B-F084-9F50-BA8CB9110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954" y="1930318"/>
            <a:ext cx="273217" cy="18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4" name="Picture 4" descr="equation">
            <a:extLst>
              <a:ext uri="{FF2B5EF4-FFF2-40B4-BE49-F238E27FC236}">
                <a16:creationId xmlns:a16="http://schemas.microsoft.com/office/drawing/2014/main" id="{11BC8FB0-7127-3FB6-6B27-817F3AD7C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894" y="4101602"/>
            <a:ext cx="625852" cy="2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5" name="Picture 2" descr="equation">
            <a:extLst>
              <a:ext uri="{FF2B5EF4-FFF2-40B4-BE49-F238E27FC236}">
                <a16:creationId xmlns:a16="http://schemas.microsoft.com/office/drawing/2014/main" id="{361EE66F-01A7-5BDB-4299-47BAD3A15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338" y="2330962"/>
            <a:ext cx="405623" cy="1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6" name="Picture 6" descr="equation">
            <a:extLst>
              <a:ext uri="{FF2B5EF4-FFF2-40B4-BE49-F238E27FC236}">
                <a16:creationId xmlns:a16="http://schemas.microsoft.com/office/drawing/2014/main" id="{8CCB7A71-3DD9-3C51-9837-71EFA35F8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449" y="1740594"/>
            <a:ext cx="273217" cy="18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7" name="Picture 4" descr="equation">
            <a:extLst>
              <a:ext uri="{FF2B5EF4-FFF2-40B4-BE49-F238E27FC236}">
                <a16:creationId xmlns:a16="http://schemas.microsoft.com/office/drawing/2014/main" id="{2B4C4EBC-4113-428A-7D41-402F46374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745" y="3996970"/>
            <a:ext cx="625852" cy="2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92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4C25C-CE96-2F1E-3C80-E16F027A5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0F7871-89C7-66EB-7D3A-E4C733D68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8" r="20455"/>
          <a:stretch>
            <a:fillRect/>
          </a:stretch>
        </p:blipFill>
        <p:spPr>
          <a:xfrm>
            <a:off x="7604072" y="1904343"/>
            <a:ext cx="2908281" cy="27555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6044EB-B0D7-E352-737F-3FB17F0EE2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3" r="12838"/>
          <a:stretch>
            <a:fillRect/>
          </a:stretch>
        </p:blipFill>
        <p:spPr>
          <a:xfrm>
            <a:off x="1695457" y="1917417"/>
            <a:ext cx="3662124" cy="2792419"/>
          </a:xfrm>
          <a:prstGeom prst="rect">
            <a:avLst/>
          </a:prstGeom>
        </p:spPr>
      </p:pic>
      <p:pic>
        <p:nvPicPr>
          <p:cNvPr id="5" name="Picture 4" descr="A green rectangle with white lines&#10;&#10;AI-generated content may be incorrect.">
            <a:extLst>
              <a:ext uri="{FF2B5EF4-FFF2-40B4-BE49-F238E27FC236}">
                <a16:creationId xmlns:a16="http://schemas.microsoft.com/office/drawing/2014/main" id="{033F8278-437F-AD46-DA66-FA6493102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6" t="19539" r="1574" b="31037"/>
          <a:stretch>
            <a:fillRect/>
          </a:stretch>
        </p:blipFill>
        <p:spPr>
          <a:xfrm>
            <a:off x="4309234" y="4010484"/>
            <a:ext cx="1979174" cy="7040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6">
                <a:extLst>
                  <a:ext uri="{FF2B5EF4-FFF2-40B4-BE49-F238E27FC236}">
                    <a16:creationId xmlns:a16="http://schemas.microsoft.com/office/drawing/2014/main" id="{06D0545B-64F9-CA6D-C4C2-14D73206A9EA}"/>
                  </a:ext>
                </a:extLst>
              </p:cNvPr>
              <p:cNvSpPr/>
              <p:nvPr/>
            </p:nvSpPr>
            <p:spPr>
              <a:xfrm>
                <a:off x="5483913" y="3217311"/>
                <a:ext cx="1272305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47</a:t>
                </a:r>
                <a:r>
                  <a:rPr lang="en-PH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8" name="Rounded Rectangle 6">
                <a:extLst>
                  <a:ext uri="{FF2B5EF4-FFF2-40B4-BE49-F238E27FC236}">
                    <a16:creationId xmlns:a16="http://schemas.microsoft.com/office/drawing/2014/main" id="{06D0545B-64F9-CA6D-C4C2-14D73206A9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913" y="3217311"/>
                <a:ext cx="1272305" cy="415171"/>
              </a:xfrm>
              <a:prstGeom prst="roundRect">
                <a:avLst/>
              </a:prstGeom>
              <a:blipFill>
                <a:blip r:embed="rId5"/>
                <a:stretch>
                  <a:fillRect t="-2941" b="-176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FAE4BA5-1D78-A7E7-3E64-5528CBF77A8F}"/>
              </a:ext>
            </a:extLst>
          </p:cNvPr>
          <p:cNvCxnSpPr>
            <a:cxnSpLocks/>
          </p:cNvCxnSpPr>
          <p:nvPr/>
        </p:nvCxnSpPr>
        <p:spPr>
          <a:xfrm flipV="1">
            <a:off x="4810045" y="3522044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6">
                <a:extLst>
                  <a:ext uri="{FF2B5EF4-FFF2-40B4-BE49-F238E27FC236}">
                    <a16:creationId xmlns:a16="http://schemas.microsoft.com/office/drawing/2014/main" id="{55D6F647-8E1A-E94C-921E-B143F9FCB6A8}"/>
                  </a:ext>
                </a:extLst>
              </p:cNvPr>
              <p:cNvSpPr/>
              <p:nvPr/>
            </p:nvSpPr>
            <p:spPr>
              <a:xfrm>
                <a:off x="10898198" y="3335306"/>
                <a:ext cx="1272305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57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0" name="Rounded Rectangle 6">
                <a:extLst>
                  <a:ext uri="{FF2B5EF4-FFF2-40B4-BE49-F238E27FC236}">
                    <a16:creationId xmlns:a16="http://schemas.microsoft.com/office/drawing/2014/main" id="{55D6F647-8E1A-E94C-921E-B143F9FCB6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8198" y="3335306"/>
                <a:ext cx="1272305" cy="415171"/>
              </a:xfrm>
              <a:prstGeom prst="roundRect">
                <a:avLst/>
              </a:prstGeom>
              <a:blipFill>
                <a:blip r:embed="rId6"/>
                <a:stretch>
                  <a:fillRect t="-1471" b="-176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1DCDB4AC-4CCE-5528-5C51-8E0D24BD7195}"/>
              </a:ext>
            </a:extLst>
          </p:cNvPr>
          <p:cNvSpPr txBox="1">
            <a:spLocks/>
          </p:cNvSpPr>
          <p:nvPr/>
        </p:nvSpPr>
        <p:spPr>
          <a:xfrm>
            <a:off x="213419" y="978910"/>
            <a:ext cx="9461115" cy="447422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プレースホルダー 2">
                <a:extLst>
                  <a:ext uri="{FF2B5EF4-FFF2-40B4-BE49-F238E27FC236}">
                    <a16:creationId xmlns:a16="http://schemas.microsoft.com/office/drawing/2014/main" id="{975E4B86-E104-9B8E-9D14-0B17ED6F55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0720" y="982739"/>
                <a:ext cx="9461115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20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20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20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2" name="テキスト プレースホルダー 2">
                <a:extLst>
                  <a:ext uri="{FF2B5EF4-FFF2-40B4-BE49-F238E27FC236}">
                    <a16:creationId xmlns:a16="http://schemas.microsoft.com/office/drawing/2014/main" id="{975E4B86-E104-9B8E-9D14-0B17ED6F5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20" y="982739"/>
                <a:ext cx="9461115" cy="415171"/>
              </a:xfrm>
              <a:prstGeom prst="rect">
                <a:avLst/>
              </a:prstGeom>
              <a:blipFill>
                <a:blip r:embed="rId7"/>
                <a:stretch>
                  <a:fillRect l="-709" t="-14706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D9E02350-6329-E9C4-64CA-47AFA24C8624}"/>
              </a:ext>
            </a:extLst>
          </p:cNvPr>
          <p:cNvSpPr/>
          <p:nvPr/>
        </p:nvSpPr>
        <p:spPr>
          <a:xfrm>
            <a:off x="5557813" y="1446949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0.9658 W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3A833170-F4E4-5C9F-7679-EB020CBEFF27}"/>
              </a:ext>
            </a:extLst>
          </p:cNvPr>
          <p:cNvSpPr/>
          <p:nvPr/>
        </p:nvSpPr>
        <p:spPr>
          <a:xfrm>
            <a:off x="1095829" y="5342544"/>
            <a:ext cx="4712632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More even heat distribution observed.</a:t>
            </a:r>
            <a:endParaRPr lang="en-JP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16" name="Picture 2" descr="equation">
            <a:extLst>
              <a:ext uri="{FF2B5EF4-FFF2-40B4-BE49-F238E27FC236}">
                <a16:creationId xmlns:a16="http://schemas.microsoft.com/office/drawing/2014/main" id="{2AAB05DA-0C4D-8993-5A68-1469CCF45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463" y="1568713"/>
            <a:ext cx="405623" cy="1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92E75A81-4D82-4882-2C70-F214273AAA82}"/>
              </a:ext>
            </a:extLst>
          </p:cNvPr>
          <p:cNvSpPr/>
          <p:nvPr/>
        </p:nvSpPr>
        <p:spPr>
          <a:xfrm>
            <a:off x="6884399" y="5355235"/>
            <a:ext cx="4712632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Heat is trapped in windings.</a:t>
            </a:r>
            <a:endParaRPr lang="en-JP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18" name="Picture 4" descr="equation">
            <a:extLst>
              <a:ext uri="{FF2B5EF4-FFF2-40B4-BE49-F238E27FC236}">
                <a16:creationId xmlns:a16="http://schemas.microsoft.com/office/drawing/2014/main" id="{33588095-933B-A8B9-E230-685D62F07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061" y="1785235"/>
            <a:ext cx="625852" cy="2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equation">
            <a:extLst>
              <a:ext uri="{FF2B5EF4-FFF2-40B4-BE49-F238E27FC236}">
                <a16:creationId xmlns:a16="http://schemas.microsoft.com/office/drawing/2014/main" id="{B50F9970-A5E5-673B-83C5-898C7330F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061" y="2037288"/>
            <a:ext cx="273217" cy="18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19BE766C-45C4-D7EC-9EC5-B386137B26FE}"/>
              </a:ext>
            </a:extLst>
          </p:cNvPr>
          <p:cNvSpPr/>
          <p:nvPr/>
        </p:nvSpPr>
        <p:spPr>
          <a:xfrm>
            <a:off x="5557812" y="1715791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2.3590</a:t>
            </a:r>
            <a:r>
              <a:rPr lang="en-JP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W</a:t>
            </a: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E054C5D4-B5C0-B0FA-2E5A-ECD37694A5DF}"/>
              </a:ext>
            </a:extLst>
          </p:cNvPr>
          <p:cNvSpPr/>
          <p:nvPr/>
        </p:nvSpPr>
        <p:spPr>
          <a:xfrm>
            <a:off x="5557812" y="1959524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</a:t>
            </a:r>
            <a:r>
              <a:rPr lang="en-PH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0843</a:t>
            </a:r>
            <a:r>
              <a:rPr lang="en-JP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W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F1D30EA1-948A-8EF2-DF4F-E52C6681E634}"/>
              </a:ext>
            </a:extLst>
          </p:cNvPr>
          <p:cNvSpPr/>
          <p:nvPr/>
        </p:nvSpPr>
        <p:spPr>
          <a:xfrm>
            <a:off x="11027635" y="1446949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0.9739</a:t>
            </a:r>
            <a:r>
              <a:rPr lang="en-JP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W</a:t>
            </a:r>
          </a:p>
        </p:txBody>
      </p:sp>
      <p:pic>
        <p:nvPicPr>
          <p:cNvPr id="23" name="Picture 2" descr="equation">
            <a:extLst>
              <a:ext uri="{FF2B5EF4-FFF2-40B4-BE49-F238E27FC236}">
                <a16:creationId xmlns:a16="http://schemas.microsoft.com/office/drawing/2014/main" id="{CC17DDA5-A85B-A264-3676-30F146992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8285" y="1568713"/>
            <a:ext cx="405623" cy="1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equation">
            <a:extLst>
              <a:ext uri="{FF2B5EF4-FFF2-40B4-BE49-F238E27FC236}">
                <a16:creationId xmlns:a16="http://schemas.microsoft.com/office/drawing/2014/main" id="{71511387-7E1D-68C6-B9BE-49F10F3CE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883" y="1785235"/>
            <a:ext cx="625852" cy="2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equation">
            <a:extLst>
              <a:ext uri="{FF2B5EF4-FFF2-40B4-BE49-F238E27FC236}">
                <a16:creationId xmlns:a16="http://schemas.microsoft.com/office/drawing/2014/main" id="{8AE37647-42C9-3D37-88AD-75ADD751A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883" y="2037288"/>
            <a:ext cx="273217" cy="18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ounded Rectangle 3">
            <a:extLst>
              <a:ext uri="{FF2B5EF4-FFF2-40B4-BE49-F238E27FC236}">
                <a16:creationId xmlns:a16="http://schemas.microsoft.com/office/drawing/2014/main" id="{9685A0C7-85DA-A63C-E846-FE17A125EEDC}"/>
              </a:ext>
            </a:extLst>
          </p:cNvPr>
          <p:cNvSpPr/>
          <p:nvPr/>
        </p:nvSpPr>
        <p:spPr>
          <a:xfrm>
            <a:off x="11027634" y="1715791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1.8854</a:t>
            </a:r>
            <a:r>
              <a:rPr lang="en-JP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W</a:t>
            </a:r>
          </a:p>
        </p:txBody>
      </p: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3712FA90-7E8E-5522-9F47-9576E9B4BFA8}"/>
              </a:ext>
            </a:extLst>
          </p:cNvPr>
          <p:cNvSpPr/>
          <p:nvPr/>
        </p:nvSpPr>
        <p:spPr>
          <a:xfrm>
            <a:off x="11027634" y="1959524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</a:t>
            </a:r>
            <a:r>
              <a:rPr lang="en-PH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0513</a:t>
            </a:r>
            <a:r>
              <a:rPr lang="en-JP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W</a:t>
            </a:r>
          </a:p>
        </p:txBody>
      </p:sp>
      <p:pic>
        <p:nvPicPr>
          <p:cNvPr id="32" name="グラフィックス 56" descr="バッジ: チェックマーク 1 単色塗りつぶし">
            <a:extLst>
              <a:ext uri="{FF2B5EF4-FFF2-40B4-BE49-F238E27FC236}">
                <a16:creationId xmlns:a16="http://schemas.microsoft.com/office/drawing/2014/main" id="{E6BC17D1-E4BA-C4C2-E976-2F0CD81F4E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0397" y="5377588"/>
            <a:ext cx="307778" cy="307778"/>
          </a:xfrm>
          <a:prstGeom prst="rect">
            <a:avLst/>
          </a:prstGeom>
        </p:spPr>
      </p:pic>
      <p:pic>
        <p:nvPicPr>
          <p:cNvPr id="33" name="Picture 32" descr="A yellow circle with a black exclamation mark&#10;&#10;Description automatically generated">
            <a:extLst>
              <a:ext uri="{FF2B5EF4-FFF2-40B4-BE49-F238E27FC236}">
                <a16:creationId xmlns:a16="http://schemas.microsoft.com/office/drawing/2014/main" id="{421E5E7D-B113-A081-9C74-1B38DABCDB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733" y="5377588"/>
            <a:ext cx="380215" cy="380215"/>
          </a:xfrm>
          <a:prstGeom prst="rect">
            <a:avLst/>
          </a:prstGeom>
        </p:spPr>
      </p:pic>
      <p:sp>
        <p:nvSpPr>
          <p:cNvPr id="34" name="Rounded Rectangle 3">
            <a:extLst>
              <a:ext uri="{FF2B5EF4-FFF2-40B4-BE49-F238E27FC236}">
                <a16:creationId xmlns:a16="http://schemas.microsoft.com/office/drawing/2014/main" id="{A566B8A4-2103-ED89-69FE-E286431C3B76}"/>
              </a:ext>
            </a:extLst>
          </p:cNvPr>
          <p:cNvSpPr/>
          <p:nvPr/>
        </p:nvSpPr>
        <p:spPr>
          <a:xfrm>
            <a:off x="4721474" y="2216554"/>
            <a:ext cx="1985546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Total:          3.4088 W</a:t>
            </a:r>
            <a:endParaRPr lang="en-JP" sz="140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588A704E-9D7D-36D5-E355-0E4797B09B62}"/>
              </a:ext>
            </a:extLst>
          </p:cNvPr>
          <p:cNvSpPr/>
          <p:nvPr/>
        </p:nvSpPr>
        <p:spPr>
          <a:xfrm>
            <a:off x="10200232" y="2197193"/>
            <a:ext cx="2128595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Total:          2.9106 W</a:t>
            </a:r>
            <a:endParaRPr lang="en-JP" sz="140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36" name="Picture 35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3B590D60-9CAE-534D-0B31-E296716AF64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" t="10498" r="91786" b="55944"/>
          <a:stretch>
            <a:fillRect/>
          </a:stretch>
        </p:blipFill>
        <p:spPr>
          <a:xfrm>
            <a:off x="334591" y="2087188"/>
            <a:ext cx="929025" cy="232062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EA766F9-77B6-38D9-B50B-4CEE5929096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87" t="19500" r="21667" b="20778"/>
          <a:stretch>
            <a:fillRect/>
          </a:stretch>
        </p:blipFill>
        <p:spPr>
          <a:xfrm>
            <a:off x="10075099" y="3938938"/>
            <a:ext cx="1876485" cy="13852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ounded Rectangle 3">
                <a:extLst>
                  <a:ext uri="{FF2B5EF4-FFF2-40B4-BE49-F238E27FC236}">
                    <a16:creationId xmlns:a16="http://schemas.microsoft.com/office/drawing/2014/main" id="{B6E41B28-CA4F-F1C6-6C99-919B17F50407}"/>
                  </a:ext>
                </a:extLst>
              </p:cNvPr>
              <p:cNvSpPr/>
              <p:nvPr/>
            </p:nvSpPr>
            <p:spPr>
              <a:xfrm>
                <a:off x="61577" y="1685099"/>
                <a:ext cx="1089253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sz="1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C]</a:t>
                </a:r>
                <a:endParaRPr lang="en-JP" sz="14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Rounded Rectangle 3">
                <a:extLst>
                  <a:ext uri="{FF2B5EF4-FFF2-40B4-BE49-F238E27FC236}">
                    <a16:creationId xmlns:a16="http://schemas.microsoft.com/office/drawing/2014/main" id="{B6E41B28-CA4F-F1C6-6C99-919B17F50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7" y="1685099"/>
                <a:ext cx="1089253" cy="415171"/>
              </a:xfrm>
              <a:prstGeom prst="roundRect">
                <a:avLst/>
              </a:prstGeom>
              <a:blipFill>
                <a:blip r:embed="rId16"/>
                <a:stretch>
                  <a:fillRect b="-14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2" descr="equation">
            <a:extLst>
              <a:ext uri="{FF2B5EF4-FFF2-40B4-BE49-F238E27FC236}">
                <a16:creationId xmlns:a16="http://schemas.microsoft.com/office/drawing/2014/main" id="{6EE3013C-DBFB-3BF1-E9E6-C23D9111F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263" y="2367923"/>
            <a:ext cx="405623" cy="1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 descr="equation">
            <a:extLst>
              <a:ext uri="{FF2B5EF4-FFF2-40B4-BE49-F238E27FC236}">
                <a16:creationId xmlns:a16="http://schemas.microsoft.com/office/drawing/2014/main" id="{6D3942F3-BD86-01A4-C7CD-7F5BE7A10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663" y="3065502"/>
            <a:ext cx="273217" cy="18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equation">
            <a:extLst>
              <a:ext uri="{FF2B5EF4-FFF2-40B4-BE49-F238E27FC236}">
                <a16:creationId xmlns:a16="http://schemas.microsoft.com/office/drawing/2014/main" id="{583E9575-33B1-DA7A-E9D2-F274D255B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859" y="3795771"/>
            <a:ext cx="625852" cy="2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E4CB6C5-B2E8-E547-09EA-86B9422F0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9" t="76256" r="86948" b="6623"/>
          <a:stretch>
            <a:fillRect/>
          </a:stretch>
        </p:blipFill>
        <p:spPr>
          <a:xfrm>
            <a:off x="323469" y="4413039"/>
            <a:ext cx="725084" cy="815417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B406C64-80E0-8749-331B-5CF3B29B8A26}"/>
              </a:ext>
            </a:extLst>
          </p:cNvPr>
          <p:cNvCxnSpPr>
            <a:cxnSpLocks/>
          </p:cNvCxnSpPr>
          <p:nvPr/>
        </p:nvCxnSpPr>
        <p:spPr>
          <a:xfrm flipV="1">
            <a:off x="10597736" y="3725127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175CB8A-20EE-2DF5-2F48-99C72DB5462B}"/>
              </a:ext>
            </a:extLst>
          </p:cNvPr>
          <p:cNvSpPr txBox="1"/>
          <p:nvPr/>
        </p:nvSpPr>
        <p:spPr>
          <a:xfrm>
            <a:off x="1095223" y="2322008"/>
            <a:ext cx="1151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 (proposed)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8636CB-B2FF-3867-B781-1FBC152F1F59}"/>
              </a:ext>
            </a:extLst>
          </p:cNvPr>
          <p:cNvSpPr txBox="1"/>
          <p:nvPr/>
        </p:nvSpPr>
        <p:spPr>
          <a:xfrm>
            <a:off x="6863487" y="2397368"/>
            <a:ext cx="1151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</a:t>
            </a:r>
          </a:p>
        </p:txBody>
      </p:sp>
      <p:pic>
        <p:nvPicPr>
          <p:cNvPr id="55" name="Picture 2" descr="equation">
            <a:extLst>
              <a:ext uri="{FF2B5EF4-FFF2-40B4-BE49-F238E27FC236}">
                <a16:creationId xmlns:a16="http://schemas.microsoft.com/office/drawing/2014/main" id="{B96DA5A4-1A9E-5BB0-4E0E-865AFE334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781" y="2278238"/>
            <a:ext cx="405623" cy="1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6" descr="equation">
            <a:extLst>
              <a:ext uri="{FF2B5EF4-FFF2-40B4-BE49-F238E27FC236}">
                <a16:creationId xmlns:a16="http://schemas.microsoft.com/office/drawing/2014/main" id="{325B5B84-E767-84F2-6859-D41537391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135" y="2836577"/>
            <a:ext cx="273217" cy="18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 descr="equation">
            <a:extLst>
              <a:ext uri="{FF2B5EF4-FFF2-40B4-BE49-F238E27FC236}">
                <a16:creationId xmlns:a16="http://schemas.microsoft.com/office/drawing/2014/main" id="{E57F7C8B-75C1-A21E-63EC-22EA1F712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8613" y="3778408"/>
            <a:ext cx="625852" cy="2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475C84A2-0507-9F53-527F-91AF6AAE8830}"/>
              </a:ext>
            </a:extLst>
          </p:cNvPr>
          <p:cNvSpPr txBox="1"/>
          <p:nvPr/>
        </p:nvSpPr>
        <p:spPr>
          <a:xfrm>
            <a:off x="4994669" y="4645792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3E509E-6D1B-56FB-FE82-194C09F29A1D}"/>
              </a:ext>
            </a:extLst>
          </p:cNvPr>
          <p:cNvSpPr txBox="1"/>
          <p:nvPr/>
        </p:nvSpPr>
        <p:spPr>
          <a:xfrm>
            <a:off x="10661072" y="5223699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pic>
        <p:nvPicPr>
          <p:cNvPr id="62" name="Picture 61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6D972ECB-C161-11A7-35E3-5A3104D6F77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42" t="1195" b="95799"/>
          <a:stretch/>
        </p:blipFill>
        <p:spPr>
          <a:xfrm>
            <a:off x="10445546" y="949347"/>
            <a:ext cx="1443986" cy="44742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D75270-E29F-110F-D87C-179B1EDFE6FB}"/>
              </a:ext>
            </a:extLst>
          </p:cNvPr>
          <p:cNvCxnSpPr/>
          <p:nvPr/>
        </p:nvCxnSpPr>
        <p:spPr>
          <a:xfrm>
            <a:off x="4810045" y="2298863"/>
            <a:ext cx="1528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9880E3-F4C7-B25C-8EAF-8384BD19A708}"/>
              </a:ext>
            </a:extLst>
          </p:cNvPr>
          <p:cNvCxnSpPr/>
          <p:nvPr/>
        </p:nvCxnSpPr>
        <p:spPr>
          <a:xfrm>
            <a:off x="10263195" y="2278238"/>
            <a:ext cx="1528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EB5F3FF-1864-8F66-8EFF-6D81B03088B2}"/>
              </a:ext>
            </a:extLst>
          </p:cNvPr>
          <p:cNvGrpSpPr/>
          <p:nvPr/>
        </p:nvGrpSpPr>
        <p:grpSpPr>
          <a:xfrm>
            <a:off x="1263616" y="1478627"/>
            <a:ext cx="872174" cy="854016"/>
            <a:chOff x="6750293" y="2407669"/>
            <a:chExt cx="1780068" cy="1743007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A781728-0BB0-9A4A-C11B-CC71EDB9A166}"/>
                </a:ext>
              </a:extLst>
            </p:cNvPr>
            <p:cNvSpPr/>
            <p:nvPr/>
          </p:nvSpPr>
          <p:spPr>
            <a:xfrm>
              <a:off x="6750293" y="2407669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9EF4D71-79D4-BDF6-A2BC-F8D5281891EB}"/>
                </a:ext>
              </a:extLst>
            </p:cNvPr>
            <p:cNvGrpSpPr/>
            <p:nvPr/>
          </p:nvGrpSpPr>
          <p:grpSpPr>
            <a:xfrm>
              <a:off x="6978166" y="2617955"/>
              <a:ext cx="1320364" cy="1319180"/>
              <a:chOff x="6978166" y="2617955"/>
              <a:chExt cx="1320364" cy="1319180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E853EB35-0F8B-C5E5-F15F-3682CAC87A77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DE299892-05C7-95A7-8251-14C23F194F6E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A7724AC-CF7B-6E60-1E63-08F6ABB73AEF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8BC2726C-6529-CDC3-CC47-97F5C79896B0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EB52294B-18EE-1157-5A9D-48E4042760C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" name="フローチャート: 和接合 16">
                  <a:extLst>
                    <a:ext uri="{FF2B5EF4-FFF2-40B4-BE49-F238E27FC236}">
                      <a16:creationId xmlns:a16="http://schemas.microsoft.com/office/drawing/2014/main" id="{FC06A56F-F60C-FABB-365E-9D13F8E5257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89FD4D1-3FFF-1485-4126-91422F8F6BF4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62F80653-3368-1576-4FED-DDAF9A266DD1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07" name="楕円 300">
                  <a:extLst>
                    <a:ext uri="{FF2B5EF4-FFF2-40B4-BE49-F238E27FC236}">
                      <a16:creationId xmlns:a16="http://schemas.microsoft.com/office/drawing/2014/main" id="{547A5871-23F0-024D-233B-34B3C5EECCD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" name="楕円 301">
                  <a:extLst>
                    <a:ext uri="{FF2B5EF4-FFF2-40B4-BE49-F238E27FC236}">
                      <a16:creationId xmlns:a16="http://schemas.microsoft.com/office/drawing/2014/main" id="{AED1973D-C794-733E-34D2-B7BA3DA034A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65F86D75-CC60-DCD1-CE5F-84E051155A9C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6865296D-2ACD-D0BB-23DC-F31A9B5E2CA8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" name="フローチャート: 和接合 16">
                  <a:extLst>
                    <a:ext uri="{FF2B5EF4-FFF2-40B4-BE49-F238E27FC236}">
                      <a16:creationId xmlns:a16="http://schemas.microsoft.com/office/drawing/2014/main" id="{E4B5E2F5-8EDC-F0D8-26E1-1B35DB2A18B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625560B8-2E91-1F8B-2F74-E5032508ABA8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7E49BCA7-38BA-20C4-2A89-59F0FC37BD0E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03" name="楕円 300">
                  <a:extLst>
                    <a:ext uri="{FF2B5EF4-FFF2-40B4-BE49-F238E27FC236}">
                      <a16:creationId xmlns:a16="http://schemas.microsoft.com/office/drawing/2014/main" id="{0FD7A650-B592-EBC8-DAD0-6E8B7B99791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" name="楕円 301">
                  <a:extLst>
                    <a:ext uri="{FF2B5EF4-FFF2-40B4-BE49-F238E27FC236}">
                      <a16:creationId xmlns:a16="http://schemas.microsoft.com/office/drawing/2014/main" id="{C579033E-6105-BA5D-68B4-E66DF3470D5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2C21130A-9569-0102-F78D-2DF71658AB1E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BAE14550-7E31-B219-185F-F894AA911C5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フローチャート: 和接合 16">
                  <a:extLst>
                    <a:ext uri="{FF2B5EF4-FFF2-40B4-BE49-F238E27FC236}">
                      <a16:creationId xmlns:a16="http://schemas.microsoft.com/office/drawing/2014/main" id="{5F8D6BDD-EACE-7BF8-7D05-3BE8BF325C7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961B558-9A7B-14D6-C207-7B557AD07543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A47918C7-A5E5-DAAD-6EFB-ADB2A108745A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99" name="楕円 300">
                  <a:extLst>
                    <a:ext uri="{FF2B5EF4-FFF2-40B4-BE49-F238E27FC236}">
                      <a16:creationId xmlns:a16="http://schemas.microsoft.com/office/drawing/2014/main" id="{1C8DB39D-7B7E-2186-B874-A8B4D3E14B2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" name="楕円 301">
                  <a:extLst>
                    <a:ext uri="{FF2B5EF4-FFF2-40B4-BE49-F238E27FC236}">
                      <a16:creationId xmlns:a16="http://schemas.microsoft.com/office/drawing/2014/main" id="{725264A9-05CB-833F-373D-CEBBA0C863E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43DE4DF5-C7C3-3566-ED19-8786C364F269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3E0D4C26-0EF2-F09A-D51B-843A39A84A50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フローチャート: 和接合 16">
                  <a:extLst>
                    <a:ext uri="{FF2B5EF4-FFF2-40B4-BE49-F238E27FC236}">
                      <a16:creationId xmlns:a16="http://schemas.microsoft.com/office/drawing/2014/main" id="{5CF6D1DB-D170-E26B-BA8F-D1FF145C2A1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3982FF9C-C39B-1563-D343-EAE49B9D5AC1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9B335204-8FAB-26E6-0BDA-ACA094CB10F1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95" name="楕円 300">
                  <a:extLst>
                    <a:ext uri="{FF2B5EF4-FFF2-40B4-BE49-F238E27FC236}">
                      <a16:creationId xmlns:a16="http://schemas.microsoft.com/office/drawing/2014/main" id="{C8B56D45-5D43-12E5-2F05-5F29714E181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" name="楕円 301">
                  <a:extLst>
                    <a:ext uri="{FF2B5EF4-FFF2-40B4-BE49-F238E27FC236}">
                      <a16:creationId xmlns:a16="http://schemas.microsoft.com/office/drawing/2014/main" id="{FE27E1EC-F285-0985-B708-7E14F738188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8199762-4760-B0AD-6D6B-C0F6D0150E4E}"/>
              </a:ext>
            </a:extLst>
          </p:cNvPr>
          <p:cNvGrpSpPr/>
          <p:nvPr/>
        </p:nvGrpSpPr>
        <p:grpSpPr>
          <a:xfrm>
            <a:off x="6993840" y="1503260"/>
            <a:ext cx="925486" cy="906217"/>
            <a:chOff x="4693246" y="2402296"/>
            <a:chExt cx="1780068" cy="174300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7AC178-73E4-05A8-E6C0-1C8A243972F0}"/>
                </a:ext>
              </a:extLst>
            </p:cNvPr>
            <p:cNvSpPr/>
            <p:nvPr/>
          </p:nvSpPr>
          <p:spPr>
            <a:xfrm>
              <a:off x="4693246" y="2402296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4E96A0E-DFE2-44BE-A305-547F93294666}"/>
                </a:ext>
              </a:extLst>
            </p:cNvPr>
            <p:cNvSpPr/>
            <p:nvPr/>
          </p:nvSpPr>
          <p:spPr>
            <a:xfrm>
              <a:off x="4921120" y="2612583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76B24E6-9E26-9688-F996-C16B351DF919}"/>
                </a:ext>
              </a:extLst>
            </p:cNvPr>
            <p:cNvSpPr/>
            <p:nvPr/>
          </p:nvSpPr>
          <p:spPr>
            <a:xfrm rot="5400000">
              <a:off x="5559040" y="1974661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BD56185-95CE-5912-C890-338BCC9047E7}"/>
                </a:ext>
              </a:extLst>
            </p:cNvPr>
            <p:cNvSpPr/>
            <p:nvPr/>
          </p:nvSpPr>
          <p:spPr>
            <a:xfrm rot="5400000">
              <a:off x="5560873" y="3251149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87727B9-24AC-02D7-A318-C759EFB3E136}"/>
                </a:ext>
              </a:extLst>
            </p:cNvPr>
            <p:cNvSpPr/>
            <p:nvPr/>
          </p:nvSpPr>
          <p:spPr>
            <a:xfrm rot="5400000">
              <a:off x="5519768" y="2256054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フローチャート: 和接合 16">
              <a:extLst>
                <a:ext uri="{FF2B5EF4-FFF2-40B4-BE49-F238E27FC236}">
                  <a16:creationId xmlns:a16="http://schemas.microsoft.com/office/drawing/2014/main" id="{E0AAF73C-CB5D-6148-17DF-4D3FF2ED3A2A}"/>
                </a:ext>
              </a:extLst>
            </p:cNvPr>
            <p:cNvSpPr/>
            <p:nvPr/>
          </p:nvSpPr>
          <p:spPr bwMode="auto">
            <a:xfrm rot="10800000">
              <a:off x="5548568" y="2843234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4A426F8-A69C-0163-503C-52A7A4D2FD72}"/>
                </a:ext>
              </a:extLst>
            </p:cNvPr>
            <p:cNvSpPr/>
            <p:nvPr/>
          </p:nvSpPr>
          <p:spPr>
            <a:xfrm rot="5400000">
              <a:off x="5520147" y="2097234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601A6D4-A6D4-8EA7-1150-F3D25371406A}"/>
                </a:ext>
              </a:extLst>
            </p:cNvPr>
            <p:cNvGrpSpPr/>
            <p:nvPr/>
          </p:nvGrpSpPr>
          <p:grpSpPr>
            <a:xfrm>
              <a:off x="5550747" y="2685552"/>
              <a:ext cx="57600" cy="58165"/>
              <a:chOff x="5550747" y="2678351"/>
              <a:chExt cx="57600" cy="58165"/>
            </a:xfrm>
          </p:grpSpPr>
          <p:sp>
            <p:nvSpPr>
              <p:cNvPr id="75" name="楕円 300">
                <a:extLst>
                  <a:ext uri="{FF2B5EF4-FFF2-40B4-BE49-F238E27FC236}">
                    <a16:creationId xmlns:a16="http://schemas.microsoft.com/office/drawing/2014/main" id="{76365906-65E1-1D3B-1669-DDF3EB7B2BD3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楕円 301">
                <a:extLst>
                  <a:ext uri="{FF2B5EF4-FFF2-40B4-BE49-F238E27FC236}">
                    <a16:creationId xmlns:a16="http://schemas.microsoft.com/office/drawing/2014/main" id="{92ACFC42-87DD-22EB-948B-795F4A947BFF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75D4211-5744-81A0-100A-00A4BF45C6A0}"/>
                </a:ext>
              </a:extLst>
            </p:cNvPr>
            <p:cNvSpPr/>
            <p:nvPr/>
          </p:nvSpPr>
          <p:spPr>
            <a:xfrm rot="5400000">
              <a:off x="5519768" y="2574456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フローチャート: 和接合 16">
              <a:extLst>
                <a:ext uri="{FF2B5EF4-FFF2-40B4-BE49-F238E27FC236}">
                  <a16:creationId xmlns:a16="http://schemas.microsoft.com/office/drawing/2014/main" id="{A1111D5D-D413-BEB6-AEC5-6CA52E0B1553}"/>
                </a:ext>
              </a:extLst>
            </p:cNvPr>
            <p:cNvSpPr/>
            <p:nvPr/>
          </p:nvSpPr>
          <p:spPr bwMode="auto">
            <a:xfrm rot="10800000">
              <a:off x="5548568" y="3161636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6F710FD-A789-C7B8-69F8-3597671AB538}"/>
                </a:ext>
              </a:extLst>
            </p:cNvPr>
            <p:cNvSpPr/>
            <p:nvPr/>
          </p:nvSpPr>
          <p:spPr>
            <a:xfrm rot="5400000">
              <a:off x="5520147" y="2415636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E94DFA4-ADCC-3918-1DE0-95519C960C23}"/>
                </a:ext>
              </a:extLst>
            </p:cNvPr>
            <p:cNvGrpSpPr/>
            <p:nvPr/>
          </p:nvGrpSpPr>
          <p:grpSpPr>
            <a:xfrm>
              <a:off x="5550747" y="3003954"/>
              <a:ext cx="57600" cy="58165"/>
              <a:chOff x="5550747" y="2678351"/>
              <a:chExt cx="57600" cy="58165"/>
            </a:xfrm>
          </p:grpSpPr>
          <p:sp>
            <p:nvSpPr>
              <p:cNvPr id="73" name="楕円 300">
                <a:extLst>
                  <a:ext uri="{FF2B5EF4-FFF2-40B4-BE49-F238E27FC236}">
                    <a16:creationId xmlns:a16="http://schemas.microsoft.com/office/drawing/2014/main" id="{32D2C883-EE99-D978-E936-A20658F6D92A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楕円 301">
                <a:extLst>
                  <a:ext uri="{FF2B5EF4-FFF2-40B4-BE49-F238E27FC236}">
                    <a16:creationId xmlns:a16="http://schemas.microsoft.com/office/drawing/2014/main" id="{381D47A0-C6BF-DBCA-F684-CD4973D0063B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59BFF07-56D6-7E6D-C209-0922D47697DC}"/>
                </a:ext>
              </a:extLst>
            </p:cNvPr>
            <p:cNvSpPr/>
            <p:nvPr/>
          </p:nvSpPr>
          <p:spPr>
            <a:xfrm rot="5400000">
              <a:off x="5519768" y="2892858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フローチャート: 和接合 16">
              <a:extLst>
                <a:ext uri="{FF2B5EF4-FFF2-40B4-BE49-F238E27FC236}">
                  <a16:creationId xmlns:a16="http://schemas.microsoft.com/office/drawing/2014/main" id="{BB8C3000-D433-65C9-9462-278A2F8F3A4C}"/>
                </a:ext>
              </a:extLst>
            </p:cNvPr>
            <p:cNvSpPr/>
            <p:nvPr/>
          </p:nvSpPr>
          <p:spPr bwMode="auto">
            <a:xfrm rot="10800000">
              <a:off x="5548568" y="3480038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9FEA428-77E5-3545-52DF-0D9E5C96DBDF}"/>
                </a:ext>
              </a:extLst>
            </p:cNvPr>
            <p:cNvSpPr/>
            <p:nvPr/>
          </p:nvSpPr>
          <p:spPr>
            <a:xfrm rot="5400000">
              <a:off x="5520147" y="2734038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FCF5C237-1F53-AD53-B4DE-DDF4B6910BC7}"/>
                </a:ext>
              </a:extLst>
            </p:cNvPr>
            <p:cNvGrpSpPr/>
            <p:nvPr/>
          </p:nvGrpSpPr>
          <p:grpSpPr>
            <a:xfrm>
              <a:off x="5550747" y="3322356"/>
              <a:ext cx="57600" cy="58165"/>
              <a:chOff x="5550747" y="2678351"/>
              <a:chExt cx="57600" cy="58165"/>
            </a:xfrm>
          </p:grpSpPr>
          <p:sp>
            <p:nvSpPr>
              <p:cNvPr id="71" name="楕円 300">
                <a:extLst>
                  <a:ext uri="{FF2B5EF4-FFF2-40B4-BE49-F238E27FC236}">
                    <a16:creationId xmlns:a16="http://schemas.microsoft.com/office/drawing/2014/main" id="{63B32E60-8629-615C-BFAF-5C98A2A465F3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楕円 301">
                <a:extLst>
                  <a:ext uri="{FF2B5EF4-FFF2-40B4-BE49-F238E27FC236}">
                    <a16:creationId xmlns:a16="http://schemas.microsoft.com/office/drawing/2014/main" id="{0C503A23-DCBB-F013-AB22-C99039080371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5609E15-4C4E-9CEE-DD72-023327C80232}"/>
                </a:ext>
              </a:extLst>
            </p:cNvPr>
            <p:cNvSpPr/>
            <p:nvPr/>
          </p:nvSpPr>
          <p:spPr>
            <a:xfrm rot="5400000">
              <a:off x="5519768" y="3211262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フローチャート: 和接合 16">
              <a:extLst>
                <a:ext uri="{FF2B5EF4-FFF2-40B4-BE49-F238E27FC236}">
                  <a16:creationId xmlns:a16="http://schemas.microsoft.com/office/drawing/2014/main" id="{9B63711E-A678-F60B-CFE0-DDB8D8CDBF4A}"/>
                </a:ext>
              </a:extLst>
            </p:cNvPr>
            <p:cNvSpPr/>
            <p:nvPr/>
          </p:nvSpPr>
          <p:spPr bwMode="auto">
            <a:xfrm rot="10800000">
              <a:off x="5548568" y="3798442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68481EA-2C38-4B5B-108D-821967536604}"/>
                </a:ext>
              </a:extLst>
            </p:cNvPr>
            <p:cNvSpPr/>
            <p:nvPr/>
          </p:nvSpPr>
          <p:spPr>
            <a:xfrm rot="5400000">
              <a:off x="5520147" y="3052440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BDC38775-032B-5470-9AEC-3E7DB27A0DCC}"/>
                </a:ext>
              </a:extLst>
            </p:cNvPr>
            <p:cNvGrpSpPr/>
            <p:nvPr/>
          </p:nvGrpSpPr>
          <p:grpSpPr>
            <a:xfrm>
              <a:off x="5550747" y="3640758"/>
              <a:ext cx="57600" cy="58165"/>
              <a:chOff x="5550747" y="2678351"/>
              <a:chExt cx="57600" cy="58165"/>
            </a:xfrm>
          </p:grpSpPr>
          <p:sp>
            <p:nvSpPr>
              <p:cNvPr id="69" name="楕円 300">
                <a:extLst>
                  <a:ext uri="{FF2B5EF4-FFF2-40B4-BE49-F238E27FC236}">
                    <a16:creationId xmlns:a16="http://schemas.microsoft.com/office/drawing/2014/main" id="{D7111F8E-0E45-1222-E38B-92E586E1655F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楕円 301">
                <a:extLst>
                  <a:ext uri="{FF2B5EF4-FFF2-40B4-BE49-F238E27FC236}">
                    <a16:creationId xmlns:a16="http://schemas.microsoft.com/office/drawing/2014/main" id="{7B9602AD-B6BA-3895-91F5-A765B7CE3887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2755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8EA23-4A91-D6A1-7A38-6E58327D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805CAE-2687-958C-0CAE-ADC359320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8" r="20455"/>
          <a:stretch>
            <a:fillRect/>
          </a:stretch>
        </p:blipFill>
        <p:spPr>
          <a:xfrm>
            <a:off x="7604072" y="1904343"/>
            <a:ext cx="2908281" cy="27555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0C2A4C-9BAB-282D-C349-8598F2761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3" r="12838"/>
          <a:stretch>
            <a:fillRect/>
          </a:stretch>
        </p:blipFill>
        <p:spPr>
          <a:xfrm>
            <a:off x="1695457" y="1917417"/>
            <a:ext cx="3662124" cy="2792419"/>
          </a:xfrm>
          <a:prstGeom prst="rect">
            <a:avLst/>
          </a:prstGeom>
        </p:spPr>
      </p:pic>
      <p:pic>
        <p:nvPicPr>
          <p:cNvPr id="5" name="Picture 4" descr="A green rectangle with white lines&#10;&#10;AI-generated content may be incorrect.">
            <a:extLst>
              <a:ext uri="{FF2B5EF4-FFF2-40B4-BE49-F238E27FC236}">
                <a16:creationId xmlns:a16="http://schemas.microsoft.com/office/drawing/2014/main" id="{684CB7C6-90AA-106F-FFF7-38C4093B2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6" t="19539" r="1574" b="31037"/>
          <a:stretch>
            <a:fillRect/>
          </a:stretch>
        </p:blipFill>
        <p:spPr>
          <a:xfrm>
            <a:off x="4309234" y="4010484"/>
            <a:ext cx="1979174" cy="7040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6">
                <a:extLst>
                  <a:ext uri="{FF2B5EF4-FFF2-40B4-BE49-F238E27FC236}">
                    <a16:creationId xmlns:a16="http://schemas.microsoft.com/office/drawing/2014/main" id="{235DCCCC-F281-51CC-6301-10E16138D6B2}"/>
                  </a:ext>
                </a:extLst>
              </p:cNvPr>
              <p:cNvSpPr/>
              <p:nvPr/>
            </p:nvSpPr>
            <p:spPr>
              <a:xfrm>
                <a:off x="5483913" y="3217311"/>
                <a:ext cx="1272305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47</a:t>
                </a:r>
                <a:r>
                  <a:rPr lang="en-PH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8" name="Rounded Rectangle 6">
                <a:extLst>
                  <a:ext uri="{FF2B5EF4-FFF2-40B4-BE49-F238E27FC236}">
                    <a16:creationId xmlns:a16="http://schemas.microsoft.com/office/drawing/2014/main" id="{235DCCCC-F281-51CC-6301-10E16138D6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913" y="3217311"/>
                <a:ext cx="1272305" cy="415171"/>
              </a:xfrm>
              <a:prstGeom prst="roundRect">
                <a:avLst/>
              </a:prstGeom>
              <a:blipFill>
                <a:blip r:embed="rId5"/>
                <a:stretch>
                  <a:fillRect t="-2941" b="-176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5115BF-F1BF-B91B-85DB-6C3D9872A992}"/>
              </a:ext>
            </a:extLst>
          </p:cNvPr>
          <p:cNvCxnSpPr>
            <a:cxnSpLocks/>
          </p:cNvCxnSpPr>
          <p:nvPr/>
        </p:nvCxnSpPr>
        <p:spPr>
          <a:xfrm flipV="1">
            <a:off x="4810045" y="3522044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6">
                <a:extLst>
                  <a:ext uri="{FF2B5EF4-FFF2-40B4-BE49-F238E27FC236}">
                    <a16:creationId xmlns:a16="http://schemas.microsoft.com/office/drawing/2014/main" id="{3B53F504-F21D-6A90-8903-CC0B83E4492C}"/>
                  </a:ext>
                </a:extLst>
              </p:cNvPr>
              <p:cNvSpPr/>
              <p:nvPr/>
            </p:nvSpPr>
            <p:spPr>
              <a:xfrm>
                <a:off x="10898198" y="3335306"/>
                <a:ext cx="1272305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57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0" name="Rounded Rectangle 6">
                <a:extLst>
                  <a:ext uri="{FF2B5EF4-FFF2-40B4-BE49-F238E27FC236}">
                    <a16:creationId xmlns:a16="http://schemas.microsoft.com/office/drawing/2014/main" id="{3B53F504-F21D-6A90-8903-CC0B83E449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8198" y="3335306"/>
                <a:ext cx="1272305" cy="415171"/>
              </a:xfrm>
              <a:prstGeom prst="roundRect">
                <a:avLst/>
              </a:prstGeom>
              <a:blipFill>
                <a:blip r:embed="rId6"/>
                <a:stretch>
                  <a:fillRect t="-1471" b="-176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1E8D260C-559C-BB8D-2C1C-9981672A973E}"/>
              </a:ext>
            </a:extLst>
          </p:cNvPr>
          <p:cNvSpPr txBox="1">
            <a:spLocks/>
          </p:cNvSpPr>
          <p:nvPr/>
        </p:nvSpPr>
        <p:spPr>
          <a:xfrm>
            <a:off x="213419" y="978910"/>
            <a:ext cx="9461115" cy="447422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2000" b="1" u="sng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プレースホルダー 2">
                <a:extLst>
                  <a:ext uri="{FF2B5EF4-FFF2-40B4-BE49-F238E27FC236}">
                    <a16:creationId xmlns:a16="http://schemas.microsoft.com/office/drawing/2014/main" id="{EA7420BB-DD23-8B9A-E206-234EBD8B18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0720" y="982739"/>
                <a:ext cx="9461115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20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20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20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2" name="テキスト プレースホルダー 2">
                <a:extLst>
                  <a:ext uri="{FF2B5EF4-FFF2-40B4-BE49-F238E27FC236}">
                    <a16:creationId xmlns:a16="http://schemas.microsoft.com/office/drawing/2014/main" id="{EA7420BB-DD23-8B9A-E206-234EBD8B1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20" y="982739"/>
                <a:ext cx="9461115" cy="415171"/>
              </a:xfrm>
              <a:prstGeom prst="rect">
                <a:avLst/>
              </a:prstGeom>
              <a:blipFill>
                <a:blip r:embed="rId7"/>
                <a:stretch>
                  <a:fillRect l="-709" t="-13235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CFAD4CA2-145D-DE1E-7E72-A4ABA247BC74}"/>
              </a:ext>
            </a:extLst>
          </p:cNvPr>
          <p:cNvSpPr/>
          <p:nvPr/>
        </p:nvSpPr>
        <p:spPr>
          <a:xfrm>
            <a:off x="5557813" y="1446949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0.9658 W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7949C9D7-44A1-27D3-9E2C-A75CC0C3A73F}"/>
              </a:ext>
            </a:extLst>
          </p:cNvPr>
          <p:cNvSpPr/>
          <p:nvPr/>
        </p:nvSpPr>
        <p:spPr>
          <a:xfrm>
            <a:off x="1095829" y="5342544"/>
            <a:ext cx="4712632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More even heat distribution observed.</a:t>
            </a:r>
            <a:endParaRPr lang="en-JP">
              <a:solidFill>
                <a:schemeClr val="tx1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pic>
        <p:nvPicPr>
          <p:cNvPr id="16" name="Picture 2" descr="equation">
            <a:extLst>
              <a:ext uri="{FF2B5EF4-FFF2-40B4-BE49-F238E27FC236}">
                <a16:creationId xmlns:a16="http://schemas.microsoft.com/office/drawing/2014/main" id="{B1CE58F0-A16A-6965-96D8-0AE23D782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463" y="1568713"/>
            <a:ext cx="405623" cy="1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B19BD1FA-EFED-19E2-92AF-97D6F5C097F2}"/>
              </a:ext>
            </a:extLst>
          </p:cNvPr>
          <p:cNvSpPr/>
          <p:nvPr/>
        </p:nvSpPr>
        <p:spPr>
          <a:xfrm>
            <a:off x="6884399" y="5355235"/>
            <a:ext cx="4712632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Heat is trapped in windings.</a:t>
            </a:r>
            <a:endParaRPr lang="en-JP">
              <a:solidFill>
                <a:schemeClr val="tx1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pic>
        <p:nvPicPr>
          <p:cNvPr id="18" name="Picture 4" descr="equation">
            <a:extLst>
              <a:ext uri="{FF2B5EF4-FFF2-40B4-BE49-F238E27FC236}">
                <a16:creationId xmlns:a16="http://schemas.microsoft.com/office/drawing/2014/main" id="{5AFD2466-6595-980C-20E2-C0397DBBD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061" y="1785235"/>
            <a:ext cx="625852" cy="2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equation">
            <a:extLst>
              <a:ext uri="{FF2B5EF4-FFF2-40B4-BE49-F238E27FC236}">
                <a16:creationId xmlns:a16="http://schemas.microsoft.com/office/drawing/2014/main" id="{5F293847-F7F0-DE1D-FC86-5985081BE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061" y="2037288"/>
            <a:ext cx="273217" cy="18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B20886C8-1A14-C37A-CC68-DC3DD636882B}"/>
              </a:ext>
            </a:extLst>
          </p:cNvPr>
          <p:cNvSpPr/>
          <p:nvPr/>
        </p:nvSpPr>
        <p:spPr>
          <a:xfrm>
            <a:off x="5557812" y="1715791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2.3590</a:t>
            </a:r>
            <a:r>
              <a:rPr lang="en-JP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W</a:t>
            </a: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CD8FC78C-E068-698F-6824-C954F803820E}"/>
              </a:ext>
            </a:extLst>
          </p:cNvPr>
          <p:cNvSpPr/>
          <p:nvPr/>
        </p:nvSpPr>
        <p:spPr>
          <a:xfrm>
            <a:off x="5557812" y="1959524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0.</a:t>
            </a:r>
            <a:r>
              <a:rPr lang="en-PH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0843</a:t>
            </a:r>
            <a:r>
              <a:rPr lang="en-JP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W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A57F81A7-FC9A-6E5E-9DDF-4932AACA9B1A}"/>
              </a:ext>
            </a:extLst>
          </p:cNvPr>
          <p:cNvSpPr/>
          <p:nvPr/>
        </p:nvSpPr>
        <p:spPr>
          <a:xfrm>
            <a:off x="11027635" y="1446949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0.9739</a:t>
            </a:r>
            <a:r>
              <a:rPr lang="en-JP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W</a:t>
            </a:r>
          </a:p>
        </p:txBody>
      </p:sp>
      <p:pic>
        <p:nvPicPr>
          <p:cNvPr id="23" name="Picture 2" descr="equation">
            <a:extLst>
              <a:ext uri="{FF2B5EF4-FFF2-40B4-BE49-F238E27FC236}">
                <a16:creationId xmlns:a16="http://schemas.microsoft.com/office/drawing/2014/main" id="{D365A1B5-BDAC-FF44-4240-A2F01C7BF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8285" y="1568713"/>
            <a:ext cx="405623" cy="1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equation">
            <a:extLst>
              <a:ext uri="{FF2B5EF4-FFF2-40B4-BE49-F238E27FC236}">
                <a16:creationId xmlns:a16="http://schemas.microsoft.com/office/drawing/2014/main" id="{CD0935C9-4BF0-8390-DADC-7A8DB3315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883" y="1785235"/>
            <a:ext cx="625852" cy="2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equation">
            <a:extLst>
              <a:ext uri="{FF2B5EF4-FFF2-40B4-BE49-F238E27FC236}">
                <a16:creationId xmlns:a16="http://schemas.microsoft.com/office/drawing/2014/main" id="{CD665142-6B44-3817-D29B-E23A77AD8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883" y="2037288"/>
            <a:ext cx="273217" cy="18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ounded Rectangle 3">
            <a:extLst>
              <a:ext uri="{FF2B5EF4-FFF2-40B4-BE49-F238E27FC236}">
                <a16:creationId xmlns:a16="http://schemas.microsoft.com/office/drawing/2014/main" id="{41BE027F-4B52-A19C-AF73-67732BCDA1A1}"/>
              </a:ext>
            </a:extLst>
          </p:cNvPr>
          <p:cNvSpPr/>
          <p:nvPr/>
        </p:nvSpPr>
        <p:spPr>
          <a:xfrm>
            <a:off x="11027634" y="1715791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1.8854</a:t>
            </a:r>
            <a:r>
              <a:rPr lang="en-JP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W</a:t>
            </a:r>
          </a:p>
        </p:txBody>
      </p: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4C5E1B4D-39BF-8962-ADCB-F4CFFB82ACE3}"/>
              </a:ext>
            </a:extLst>
          </p:cNvPr>
          <p:cNvSpPr/>
          <p:nvPr/>
        </p:nvSpPr>
        <p:spPr>
          <a:xfrm>
            <a:off x="11027634" y="1959524"/>
            <a:ext cx="1339117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0.</a:t>
            </a:r>
            <a:r>
              <a:rPr lang="en-PH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0513</a:t>
            </a:r>
            <a:r>
              <a:rPr lang="en-JP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W</a:t>
            </a:r>
          </a:p>
        </p:txBody>
      </p:sp>
      <p:pic>
        <p:nvPicPr>
          <p:cNvPr id="32" name="グラフィックス 56" descr="バッジ: チェックマーク 1 単色塗りつぶし">
            <a:extLst>
              <a:ext uri="{FF2B5EF4-FFF2-40B4-BE49-F238E27FC236}">
                <a16:creationId xmlns:a16="http://schemas.microsoft.com/office/drawing/2014/main" id="{643621AE-64BC-AF3D-A763-9D071EE261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0397" y="5377588"/>
            <a:ext cx="307778" cy="307778"/>
          </a:xfrm>
          <a:prstGeom prst="rect">
            <a:avLst/>
          </a:prstGeom>
        </p:spPr>
      </p:pic>
      <p:pic>
        <p:nvPicPr>
          <p:cNvPr id="33" name="Picture 32" descr="A yellow circle with a black exclamation mark&#10;&#10;Description automatically generated">
            <a:extLst>
              <a:ext uri="{FF2B5EF4-FFF2-40B4-BE49-F238E27FC236}">
                <a16:creationId xmlns:a16="http://schemas.microsoft.com/office/drawing/2014/main" id="{43C077D9-81DC-54D0-9B1A-607D074D96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733" y="5377588"/>
            <a:ext cx="380215" cy="380215"/>
          </a:xfrm>
          <a:prstGeom prst="rect">
            <a:avLst/>
          </a:prstGeom>
        </p:spPr>
      </p:pic>
      <p:sp>
        <p:nvSpPr>
          <p:cNvPr id="34" name="Rounded Rectangle 3">
            <a:extLst>
              <a:ext uri="{FF2B5EF4-FFF2-40B4-BE49-F238E27FC236}">
                <a16:creationId xmlns:a16="http://schemas.microsoft.com/office/drawing/2014/main" id="{4A0DCF1F-5817-A065-1395-060CE2220ADF}"/>
              </a:ext>
            </a:extLst>
          </p:cNvPr>
          <p:cNvSpPr/>
          <p:nvPr/>
        </p:nvSpPr>
        <p:spPr>
          <a:xfrm>
            <a:off x="4721474" y="2216554"/>
            <a:ext cx="1985546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Total:          3.4088 W</a:t>
            </a:r>
            <a:endParaRPr lang="en-JP" sz="1400">
              <a:solidFill>
                <a:schemeClr val="tx1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06D5DA56-053C-F0F6-9719-002B04EFD417}"/>
              </a:ext>
            </a:extLst>
          </p:cNvPr>
          <p:cNvSpPr/>
          <p:nvPr/>
        </p:nvSpPr>
        <p:spPr>
          <a:xfrm>
            <a:off x="10200232" y="2197193"/>
            <a:ext cx="2128595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Total:          2.9106 W</a:t>
            </a:r>
            <a:endParaRPr lang="en-JP" sz="1400">
              <a:solidFill>
                <a:schemeClr val="tx1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pic>
        <p:nvPicPr>
          <p:cNvPr id="36" name="Picture 35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093B37AC-5127-4BB9-E6C2-6C47F156C9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" t="10498" r="91786" b="55944"/>
          <a:stretch>
            <a:fillRect/>
          </a:stretch>
        </p:blipFill>
        <p:spPr>
          <a:xfrm>
            <a:off x="334591" y="2087188"/>
            <a:ext cx="929025" cy="232062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9A18F7A-B73E-B9BF-99EF-C6167161240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87" t="19500" r="21667" b="20778"/>
          <a:stretch>
            <a:fillRect/>
          </a:stretch>
        </p:blipFill>
        <p:spPr>
          <a:xfrm>
            <a:off x="10075099" y="3938938"/>
            <a:ext cx="1876485" cy="13852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ounded Rectangle 3">
                <a:extLst>
                  <a:ext uri="{FF2B5EF4-FFF2-40B4-BE49-F238E27FC236}">
                    <a16:creationId xmlns:a16="http://schemas.microsoft.com/office/drawing/2014/main" id="{3436680A-D088-E209-8ABA-A580BBC801F5}"/>
                  </a:ext>
                </a:extLst>
              </p:cNvPr>
              <p:cNvSpPr/>
              <p:nvPr/>
            </p:nvSpPr>
            <p:spPr>
              <a:xfrm>
                <a:off x="61577" y="1685099"/>
                <a:ext cx="1089253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400" b="1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sz="1400" b="1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C]</a:t>
                </a:r>
                <a:endParaRPr lang="en-JP" sz="1400" b="1">
                  <a:solidFill>
                    <a:schemeClr val="tx1"/>
                  </a:solidFill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Rounded Rectangle 3">
                <a:extLst>
                  <a:ext uri="{FF2B5EF4-FFF2-40B4-BE49-F238E27FC236}">
                    <a16:creationId xmlns:a16="http://schemas.microsoft.com/office/drawing/2014/main" id="{3436680A-D088-E209-8ABA-A580BBC801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7" y="1685099"/>
                <a:ext cx="1089253" cy="415171"/>
              </a:xfrm>
              <a:prstGeom prst="roundRect">
                <a:avLst/>
              </a:prstGeom>
              <a:blipFill>
                <a:blip r:embed="rId16"/>
                <a:stretch>
                  <a:fillRect b="-14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2" descr="equation">
            <a:extLst>
              <a:ext uri="{FF2B5EF4-FFF2-40B4-BE49-F238E27FC236}">
                <a16:creationId xmlns:a16="http://schemas.microsoft.com/office/drawing/2014/main" id="{D057797B-C3D6-72CF-FC79-089562C6E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263" y="2367923"/>
            <a:ext cx="405623" cy="1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 descr="equation">
            <a:extLst>
              <a:ext uri="{FF2B5EF4-FFF2-40B4-BE49-F238E27FC236}">
                <a16:creationId xmlns:a16="http://schemas.microsoft.com/office/drawing/2014/main" id="{CE2D8EC4-749F-12E1-54A5-F0ECA54D7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663" y="3065502"/>
            <a:ext cx="273217" cy="18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equation">
            <a:extLst>
              <a:ext uri="{FF2B5EF4-FFF2-40B4-BE49-F238E27FC236}">
                <a16:creationId xmlns:a16="http://schemas.microsoft.com/office/drawing/2014/main" id="{1B9F4D3D-D97E-9CCF-6914-71496CECE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859" y="3795771"/>
            <a:ext cx="625852" cy="2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4D070E6-3CC9-170A-6C6C-24FE23F09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9" t="76256" r="86948" b="6623"/>
          <a:stretch>
            <a:fillRect/>
          </a:stretch>
        </p:blipFill>
        <p:spPr>
          <a:xfrm>
            <a:off x="323469" y="4413039"/>
            <a:ext cx="725084" cy="815417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1993D4E-2827-A0A2-2836-3B2201DB48CB}"/>
              </a:ext>
            </a:extLst>
          </p:cNvPr>
          <p:cNvCxnSpPr>
            <a:cxnSpLocks/>
          </p:cNvCxnSpPr>
          <p:nvPr/>
        </p:nvCxnSpPr>
        <p:spPr>
          <a:xfrm flipV="1">
            <a:off x="10597736" y="3725127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EB6F292-A2D4-6537-4B39-B069398B247B}"/>
              </a:ext>
            </a:extLst>
          </p:cNvPr>
          <p:cNvSpPr txBox="1"/>
          <p:nvPr/>
        </p:nvSpPr>
        <p:spPr>
          <a:xfrm>
            <a:off x="1095223" y="2322008"/>
            <a:ext cx="1151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Flatwise (proposed)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27D346-1157-2252-A790-299B8349045B}"/>
              </a:ext>
            </a:extLst>
          </p:cNvPr>
          <p:cNvSpPr txBox="1"/>
          <p:nvPr/>
        </p:nvSpPr>
        <p:spPr>
          <a:xfrm>
            <a:off x="6863487" y="2397368"/>
            <a:ext cx="1151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Edgewise</a:t>
            </a:r>
          </a:p>
        </p:txBody>
      </p:sp>
      <p:pic>
        <p:nvPicPr>
          <p:cNvPr id="55" name="Picture 2" descr="equation">
            <a:extLst>
              <a:ext uri="{FF2B5EF4-FFF2-40B4-BE49-F238E27FC236}">
                <a16:creationId xmlns:a16="http://schemas.microsoft.com/office/drawing/2014/main" id="{C5A91956-5B61-E989-41AC-B09E4C65F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781" y="2278238"/>
            <a:ext cx="405623" cy="1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6" descr="equation">
            <a:extLst>
              <a:ext uri="{FF2B5EF4-FFF2-40B4-BE49-F238E27FC236}">
                <a16:creationId xmlns:a16="http://schemas.microsoft.com/office/drawing/2014/main" id="{B10FB79A-54DA-5A1D-2A69-2E2C3C26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8135" y="2836577"/>
            <a:ext cx="273217" cy="18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 descr="equation">
            <a:extLst>
              <a:ext uri="{FF2B5EF4-FFF2-40B4-BE49-F238E27FC236}">
                <a16:creationId xmlns:a16="http://schemas.microsoft.com/office/drawing/2014/main" id="{6A45D5B5-2D3D-3FC2-C929-ABA9F4C05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8613" y="3778408"/>
            <a:ext cx="625852" cy="2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01FD57B-BBCA-A4A9-9FFF-52A861D869D1}"/>
              </a:ext>
            </a:extLst>
          </p:cNvPr>
          <p:cNvSpPr txBox="1"/>
          <p:nvPr/>
        </p:nvSpPr>
        <p:spPr>
          <a:xfrm>
            <a:off x="4994669" y="4645792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D01AEA-C1D1-CE0A-3810-6330E7EB733A}"/>
              </a:ext>
            </a:extLst>
          </p:cNvPr>
          <p:cNvSpPr txBox="1"/>
          <p:nvPr/>
        </p:nvSpPr>
        <p:spPr>
          <a:xfrm>
            <a:off x="10661072" y="5223699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p:pic>
        <p:nvPicPr>
          <p:cNvPr id="62" name="Picture 61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FD8CFD45-7088-BAE0-9A80-D018AD4C82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42" t="1195" b="95799"/>
          <a:stretch/>
        </p:blipFill>
        <p:spPr>
          <a:xfrm>
            <a:off x="10445546" y="949347"/>
            <a:ext cx="1443986" cy="44742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87241B-829E-8385-9024-48D4DAF5AF86}"/>
              </a:ext>
            </a:extLst>
          </p:cNvPr>
          <p:cNvCxnSpPr/>
          <p:nvPr/>
        </p:nvCxnSpPr>
        <p:spPr>
          <a:xfrm>
            <a:off x="4810045" y="2298863"/>
            <a:ext cx="1528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9D94AE3-256B-11C0-582A-99E3D0C3CF8A}"/>
              </a:ext>
            </a:extLst>
          </p:cNvPr>
          <p:cNvCxnSpPr/>
          <p:nvPr/>
        </p:nvCxnSpPr>
        <p:spPr>
          <a:xfrm>
            <a:off x="10263195" y="2278238"/>
            <a:ext cx="1528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A4831C5-4A00-3C36-FEED-D0AD23687FBC}"/>
              </a:ext>
            </a:extLst>
          </p:cNvPr>
          <p:cNvGrpSpPr/>
          <p:nvPr/>
        </p:nvGrpSpPr>
        <p:grpSpPr>
          <a:xfrm>
            <a:off x="1263616" y="1478627"/>
            <a:ext cx="872174" cy="854016"/>
            <a:chOff x="6750293" y="2407669"/>
            <a:chExt cx="1780068" cy="1743007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8CD785F-59E6-2551-3296-FC1E6DD9120B}"/>
                </a:ext>
              </a:extLst>
            </p:cNvPr>
            <p:cNvSpPr/>
            <p:nvPr/>
          </p:nvSpPr>
          <p:spPr>
            <a:xfrm>
              <a:off x="6750293" y="2407669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19C7338-C280-5E44-7224-EF49365C09EA}"/>
                </a:ext>
              </a:extLst>
            </p:cNvPr>
            <p:cNvGrpSpPr/>
            <p:nvPr/>
          </p:nvGrpSpPr>
          <p:grpSpPr>
            <a:xfrm>
              <a:off x="6978166" y="2617955"/>
              <a:ext cx="1320364" cy="1319180"/>
              <a:chOff x="6978166" y="2617955"/>
              <a:chExt cx="1320364" cy="1319180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62CE1A4-5253-7457-B50F-EA235C4653EF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0738448E-B8A1-4152-9261-1E475D718354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0D06CCF8-410C-D710-B02A-C4A73A3FD32B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2DCA612F-6A05-5D49-B320-DA27498E4A0E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F5597497-85CA-0BF0-9694-EF8D2C9D9910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" name="フローチャート: 和接合 16">
                  <a:extLst>
                    <a:ext uri="{FF2B5EF4-FFF2-40B4-BE49-F238E27FC236}">
                      <a16:creationId xmlns:a16="http://schemas.microsoft.com/office/drawing/2014/main" id="{F741DDEA-8069-D1BD-0E44-C1140A135A1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6D5D7CA9-2CC6-B4BD-8B98-BF6DF08754B2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64CA488A-C78D-8724-1116-DA63C070F871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07" name="楕円 300">
                  <a:extLst>
                    <a:ext uri="{FF2B5EF4-FFF2-40B4-BE49-F238E27FC236}">
                      <a16:creationId xmlns:a16="http://schemas.microsoft.com/office/drawing/2014/main" id="{1735A596-7F68-5459-272B-C665A699C9E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" name="楕円 301">
                  <a:extLst>
                    <a:ext uri="{FF2B5EF4-FFF2-40B4-BE49-F238E27FC236}">
                      <a16:creationId xmlns:a16="http://schemas.microsoft.com/office/drawing/2014/main" id="{8DB58519-B4C7-FBA8-D927-B2056085D1A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ACE7A3A3-27C1-9693-0201-0B1E88465A36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426B2B0D-1E6D-972D-5332-841DBC1217AD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" name="フローチャート: 和接合 16">
                  <a:extLst>
                    <a:ext uri="{FF2B5EF4-FFF2-40B4-BE49-F238E27FC236}">
                      <a16:creationId xmlns:a16="http://schemas.microsoft.com/office/drawing/2014/main" id="{3F5A010B-0F01-3106-5DBB-2EBE6FF96B4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72403C26-B26E-A7C8-4C77-82B5D17B0171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5768A1B5-DA9E-591F-89D2-0FF0ED31371C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03" name="楕円 300">
                  <a:extLst>
                    <a:ext uri="{FF2B5EF4-FFF2-40B4-BE49-F238E27FC236}">
                      <a16:creationId xmlns:a16="http://schemas.microsoft.com/office/drawing/2014/main" id="{1631B2F0-886D-7EE8-AEFB-86ECD99027C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" name="楕円 301">
                  <a:extLst>
                    <a:ext uri="{FF2B5EF4-FFF2-40B4-BE49-F238E27FC236}">
                      <a16:creationId xmlns:a16="http://schemas.microsoft.com/office/drawing/2014/main" id="{5E046669-5E1D-68EE-44D3-2C7CA9C5CB9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F442FAE3-DCB7-8F73-2990-AE906CD74808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B6296986-9933-7D65-CC74-623668C6E8AE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" name="フローチャート: 和接合 16">
                  <a:extLst>
                    <a:ext uri="{FF2B5EF4-FFF2-40B4-BE49-F238E27FC236}">
                      <a16:creationId xmlns:a16="http://schemas.microsoft.com/office/drawing/2014/main" id="{DADD74B4-D8F5-A0E4-EFAE-0940EF90EFF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135243F9-7801-6C0C-CA5A-B7B391CBBB5F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E28739A2-50FF-0145-BE4C-F2567AC9DBD4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99" name="楕円 300">
                  <a:extLst>
                    <a:ext uri="{FF2B5EF4-FFF2-40B4-BE49-F238E27FC236}">
                      <a16:creationId xmlns:a16="http://schemas.microsoft.com/office/drawing/2014/main" id="{B72C4DA2-587B-C88C-30D7-8FD442C601F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" name="楕円 301">
                  <a:extLst>
                    <a:ext uri="{FF2B5EF4-FFF2-40B4-BE49-F238E27FC236}">
                      <a16:creationId xmlns:a16="http://schemas.microsoft.com/office/drawing/2014/main" id="{5554C080-4B75-317A-D4EF-8B328C093EA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A81B135A-2597-72A9-9C16-F11E689A05DD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3BD44C38-EFDA-A994-27E5-2E7503C05FE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" name="フローチャート: 和接合 16">
                  <a:extLst>
                    <a:ext uri="{FF2B5EF4-FFF2-40B4-BE49-F238E27FC236}">
                      <a16:creationId xmlns:a16="http://schemas.microsoft.com/office/drawing/2014/main" id="{3B1DB86A-7E50-3A96-176C-B33476B6D2A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08583AE5-4823-4AF2-5931-38CFBB6F0925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1718E66F-960A-D8D5-EDB8-FB3C3A781CDB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95" name="楕円 300">
                  <a:extLst>
                    <a:ext uri="{FF2B5EF4-FFF2-40B4-BE49-F238E27FC236}">
                      <a16:creationId xmlns:a16="http://schemas.microsoft.com/office/drawing/2014/main" id="{1C697635-84AC-3E30-097A-42C4800E6C9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" name="楕円 301">
                  <a:extLst>
                    <a:ext uri="{FF2B5EF4-FFF2-40B4-BE49-F238E27FC236}">
                      <a16:creationId xmlns:a16="http://schemas.microsoft.com/office/drawing/2014/main" id="{AF16E2D1-2E13-AEE7-1633-C124D52E00F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CA06FA0-D01C-A865-2C37-3ED1D95415C4}"/>
              </a:ext>
            </a:extLst>
          </p:cNvPr>
          <p:cNvGrpSpPr/>
          <p:nvPr/>
        </p:nvGrpSpPr>
        <p:grpSpPr>
          <a:xfrm>
            <a:off x="6993840" y="1503260"/>
            <a:ext cx="925486" cy="906217"/>
            <a:chOff x="4693246" y="2402296"/>
            <a:chExt cx="1780068" cy="174300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FBB96E-8002-97BB-A74A-B014322EE833}"/>
                </a:ext>
              </a:extLst>
            </p:cNvPr>
            <p:cNvSpPr/>
            <p:nvPr/>
          </p:nvSpPr>
          <p:spPr>
            <a:xfrm>
              <a:off x="4693246" y="2402296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2C9830C-F67C-9798-354B-D173DB9069AC}"/>
                </a:ext>
              </a:extLst>
            </p:cNvPr>
            <p:cNvSpPr/>
            <p:nvPr/>
          </p:nvSpPr>
          <p:spPr>
            <a:xfrm>
              <a:off x="4921120" y="2612583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2BC15CB-B96B-C3A2-A3D3-DBE6C2140A26}"/>
                </a:ext>
              </a:extLst>
            </p:cNvPr>
            <p:cNvSpPr/>
            <p:nvPr/>
          </p:nvSpPr>
          <p:spPr>
            <a:xfrm rot="5400000">
              <a:off x="5559040" y="1974661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902DAB7-F1AA-E6B4-BDF3-CA0CFF48ECEA}"/>
                </a:ext>
              </a:extLst>
            </p:cNvPr>
            <p:cNvSpPr/>
            <p:nvPr/>
          </p:nvSpPr>
          <p:spPr>
            <a:xfrm rot="5400000">
              <a:off x="5560873" y="3251149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B831C8E-449A-4FE6-E881-40C973738D15}"/>
                </a:ext>
              </a:extLst>
            </p:cNvPr>
            <p:cNvSpPr/>
            <p:nvPr/>
          </p:nvSpPr>
          <p:spPr>
            <a:xfrm rot="5400000">
              <a:off x="5519768" y="2256054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フローチャート: 和接合 16">
              <a:extLst>
                <a:ext uri="{FF2B5EF4-FFF2-40B4-BE49-F238E27FC236}">
                  <a16:creationId xmlns:a16="http://schemas.microsoft.com/office/drawing/2014/main" id="{8EEDF816-C372-8090-6BFF-56D067C72651}"/>
                </a:ext>
              </a:extLst>
            </p:cNvPr>
            <p:cNvSpPr/>
            <p:nvPr/>
          </p:nvSpPr>
          <p:spPr bwMode="auto">
            <a:xfrm rot="10800000">
              <a:off x="5548568" y="2843234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6893265-28EC-2ED1-FA78-D3CEEA95839C}"/>
                </a:ext>
              </a:extLst>
            </p:cNvPr>
            <p:cNvSpPr/>
            <p:nvPr/>
          </p:nvSpPr>
          <p:spPr>
            <a:xfrm rot="5400000">
              <a:off x="5520147" y="2097234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1CDDB1D-80D1-845E-7EA6-F461D7317B50}"/>
                </a:ext>
              </a:extLst>
            </p:cNvPr>
            <p:cNvGrpSpPr/>
            <p:nvPr/>
          </p:nvGrpSpPr>
          <p:grpSpPr>
            <a:xfrm>
              <a:off x="5550747" y="2685552"/>
              <a:ext cx="57600" cy="58165"/>
              <a:chOff x="5550747" y="2678351"/>
              <a:chExt cx="57600" cy="58165"/>
            </a:xfrm>
          </p:grpSpPr>
          <p:sp>
            <p:nvSpPr>
              <p:cNvPr id="75" name="楕円 300">
                <a:extLst>
                  <a:ext uri="{FF2B5EF4-FFF2-40B4-BE49-F238E27FC236}">
                    <a16:creationId xmlns:a16="http://schemas.microsoft.com/office/drawing/2014/main" id="{BAB95E6F-010A-2583-E518-CFE13CCA662F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楕円 301">
                <a:extLst>
                  <a:ext uri="{FF2B5EF4-FFF2-40B4-BE49-F238E27FC236}">
                    <a16:creationId xmlns:a16="http://schemas.microsoft.com/office/drawing/2014/main" id="{AF08DA0C-017F-D6F9-718C-584E3897482A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AC70F49-C3B2-6A6A-C0E2-BEC102801C44}"/>
                </a:ext>
              </a:extLst>
            </p:cNvPr>
            <p:cNvSpPr/>
            <p:nvPr/>
          </p:nvSpPr>
          <p:spPr>
            <a:xfrm rot="5400000">
              <a:off x="5519768" y="2574456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フローチャート: 和接合 16">
              <a:extLst>
                <a:ext uri="{FF2B5EF4-FFF2-40B4-BE49-F238E27FC236}">
                  <a16:creationId xmlns:a16="http://schemas.microsoft.com/office/drawing/2014/main" id="{4D376361-5752-A126-AF15-BF370D877D0D}"/>
                </a:ext>
              </a:extLst>
            </p:cNvPr>
            <p:cNvSpPr/>
            <p:nvPr/>
          </p:nvSpPr>
          <p:spPr bwMode="auto">
            <a:xfrm rot="10800000">
              <a:off x="5548568" y="3161636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758C403-5107-9B7C-3330-D2D0B84F4451}"/>
                </a:ext>
              </a:extLst>
            </p:cNvPr>
            <p:cNvSpPr/>
            <p:nvPr/>
          </p:nvSpPr>
          <p:spPr>
            <a:xfrm rot="5400000">
              <a:off x="5520147" y="2415636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0215D26-39D9-6481-A849-983242CD415C}"/>
                </a:ext>
              </a:extLst>
            </p:cNvPr>
            <p:cNvGrpSpPr/>
            <p:nvPr/>
          </p:nvGrpSpPr>
          <p:grpSpPr>
            <a:xfrm>
              <a:off x="5550747" y="3003954"/>
              <a:ext cx="57600" cy="58165"/>
              <a:chOff x="5550747" y="2678351"/>
              <a:chExt cx="57600" cy="58165"/>
            </a:xfrm>
          </p:grpSpPr>
          <p:sp>
            <p:nvSpPr>
              <p:cNvPr id="73" name="楕円 300">
                <a:extLst>
                  <a:ext uri="{FF2B5EF4-FFF2-40B4-BE49-F238E27FC236}">
                    <a16:creationId xmlns:a16="http://schemas.microsoft.com/office/drawing/2014/main" id="{D64E83C5-CE5D-7AF1-A2E1-2BB9E3E25934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楕円 301">
                <a:extLst>
                  <a:ext uri="{FF2B5EF4-FFF2-40B4-BE49-F238E27FC236}">
                    <a16:creationId xmlns:a16="http://schemas.microsoft.com/office/drawing/2014/main" id="{23810F20-C668-3CCB-0E6C-3658617125A7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AF083D6-4098-AFC2-161A-80C261E305E1}"/>
                </a:ext>
              </a:extLst>
            </p:cNvPr>
            <p:cNvSpPr/>
            <p:nvPr/>
          </p:nvSpPr>
          <p:spPr>
            <a:xfrm rot="5400000">
              <a:off x="5519768" y="2892858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フローチャート: 和接合 16">
              <a:extLst>
                <a:ext uri="{FF2B5EF4-FFF2-40B4-BE49-F238E27FC236}">
                  <a16:creationId xmlns:a16="http://schemas.microsoft.com/office/drawing/2014/main" id="{19010879-FAA4-C13B-10B3-6ECD5E8215C9}"/>
                </a:ext>
              </a:extLst>
            </p:cNvPr>
            <p:cNvSpPr/>
            <p:nvPr/>
          </p:nvSpPr>
          <p:spPr bwMode="auto">
            <a:xfrm rot="10800000">
              <a:off x="5548568" y="3480038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6B3082C-3623-2474-4B31-44BBEBDEEDB9}"/>
                </a:ext>
              </a:extLst>
            </p:cNvPr>
            <p:cNvSpPr/>
            <p:nvPr/>
          </p:nvSpPr>
          <p:spPr>
            <a:xfrm rot="5400000">
              <a:off x="5520147" y="2734038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F0B3840-8FF2-A757-3C1F-C5FD25C9381A}"/>
                </a:ext>
              </a:extLst>
            </p:cNvPr>
            <p:cNvGrpSpPr/>
            <p:nvPr/>
          </p:nvGrpSpPr>
          <p:grpSpPr>
            <a:xfrm>
              <a:off x="5550747" y="3322356"/>
              <a:ext cx="57600" cy="58165"/>
              <a:chOff x="5550747" y="2678351"/>
              <a:chExt cx="57600" cy="58165"/>
            </a:xfrm>
          </p:grpSpPr>
          <p:sp>
            <p:nvSpPr>
              <p:cNvPr id="71" name="楕円 300">
                <a:extLst>
                  <a:ext uri="{FF2B5EF4-FFF2-40B4-BE49-F238E27FC236}">
                    <a16:creationId xmlns:a16="http://schemas.microsoft.com/office/drawing/2014/main" id="{C9551856-5644-0835-4CB8-009661435BBF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楕円 301">
                <a:extLst>
                  <a:ext uri="{FF2B5EF4-FFF2-40B4-BE49-F238E27FC236}">
                    <a16:creationId xmlns:a16="http://schemas.microsoft.com/office/drawing/2014/main" id="{28940559-4DB2-C4F1-A1B4-2523E46664EB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9DBDEB4-C795-54F2-4A26-616DE6D49BF6}"/>
                </a:ext>
              </a:extLst>
            </p:cNvPr>
            <p:cNvSpPr/>
            <p:nvPr/>
          </p:nvSpPr>
          <p:spPr>
            <a:xfrm rot="5400000">
              <a:off x="5519768" y="3211262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フローチャート: 和接合 16">
              <a:extLst>
                <a:ext uri="{FF2B5EF4-FFF2-40B4-BE49-F238E27FC236}">
                  <a16:creationId xmlns:a16="http://schemas.microsoft.com/office/drawing/2014/main" id="{16F70498-38DA-710B-3B8E-9C2D05EBA8CE}"/>
                </a:ext>
              </a:extLst>
            </p:cNvPr>
            <p:cNvSpPr/>
            <p:nvPr/>
          </p:nvSpPr>
          <p:spPr bwMode="auto">
            <a:xfrm rot="10800000">
              <a:off x="5548568" y="3798442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2F8236C-F9D4-8EA0-B4BE-0E324AE6A7CB}"/>
                </a:ext>
              </a:extLst>
            </p:cNvPr>
            <p:cNvSpPr/>
            <p:nvPr/>
          </p:nvSpPr>
          <p:spPr>
            <a:xfrm rot="5400000">
              <a:off x="5520147" y="3052440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5BD4CA8-EC40-6E20-00BD-9BC61106193A}"/>
                </a:ext>
              </a:extLst>
            </p:cNvPr>
            <p:cNvGrpSpPr/>
            <p:nvPr/>
          </p:nvGrpSpPr>
          <p:grpSpPr>
            <a:xfrm>
              <a:off x="5550747" y="3640758"/>
              <a:ext cx="57600" cy="58165"/>
              <a:chOff x="5550747" y="2678351"/>
              <a:chExt cx="57600" cy="58165"/>
            </a:xfrm>
          </p:grpSpPr>
          <p:sp>
            <p:nvSpPr>
              <p:cNvPr id="69" name="楕円 300">
                <a:extLst>
                  <a:ext uri="{FF2B5EF4-FFF2-40B4-BE49-F238E27FC236}">
                    <a16:creationId xmlns:a16="http://schemas.microsoft.com/office/drawing/2014/main" id="{BA5A53C2-EBAD-82E8-7BA2-4588BF8D1950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楕円 301">
                <a:extLst>
                  <a:ext uri="{FF2B5EF4-FFF2-40B4-BE49-F238E27FC236}">
                    <a16:creationId xmlns:a16="http://schemas.microsoft.com/office/drawing/2014/main" id="{BCFCD284-A54B-C878-38E8-8646C1CFC378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915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872CE-5CBA-6A93-54F8-F682E379B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A38565-F2A4-21BE-7C6C-3B45E7FF9FC5}"/>
              </a:ext>
            </a:extLst>
          </p:cNvPr>
          <p:cNvSpPr/>
          <p:nvPr/>
        </p:nvSpPr>
        <p:spPr>
          <a:xfrm>
            <a:off x="5346082" y="2562141"/>
            <a:ext cx="234492" cy="127973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2FF1C9-EF32-BE6A-4B44-7505F129A098}"/>
              </a:ext>
            </a:extLst>
          </p:cNvPr>
          <p:cNvSpPr/>
          <p:nvPr/>
        </p:nvSpPr>
        <p:spPr>
          <a:xfrm rot="5400000">
            <a:off x="6502287" y="2457185"/>
            <a:ext cx="228478" cy="2540891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347F8-BB72-67E4-AC1F-56D71C12DE93}"/>
              </a:ext>
            </a:extLst>
          </p:cNvPr>
          <p:cNvSpPr/>
          <p:nvPr/>
        </p:nvSpPr>
        <p:spPr>
          <a:xfrm>
            <a:off x="7652480" y="2560981"/>
            <a:ext cx="234491" cy="128089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E97F2F-0A30-6B74-BB63-FAAEFA114A6F}"/>
              </a:ext>
            </a:extLst>
          </p:cNvPr>
          <p:cNvSpPr/>
          <p:nvPr/>
        </p:nvSpPr>
        <p:spPr>
          <a:xfrm>
            <a:off x="5765117" y="2982355"/>
            <a:ext cx="1600295" cy="42994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8EC80F-646C-2F2C-D665-43EEBC55D52F}"/>
              </a:ext>
            </a:extLst>
          </p:cNvPr>
          <p:cNvSpPr/>
          <p:nvPr/>
        </p:nvSpPr>
        <p:spPr>
          <a:xfrm>
            <a:off x="5834941" y="3068191"/>
            <a:ext cx="659666" cy="264939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8CE3EF-1EB4-FF9F-D3E2-2582B978B69F}"/>
              </a:ext>
            </a:extLst>
          </p:cNvPr>
          <p:cNvSpPr/>
          <p:nvPr/>
        </p:nvSpPr>
        <p:spPr>
          <a:xfrm>
            <a:off x="6632685" y="3068191"/>
            <a:ext cx="659666" cy="264939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C4E373-5D9B-C7F3-46E6-E780D2B56F79}"/>
              </a:ext>
            </a:extLst>
          </p:cNvPr>
          <p:cNvSpPr txBox="1"/>
          <p:nvPr/>
        </p:nvSpPr>
        <p:spPr>
          <a:xfrm>
            <a:off x="5480224" y="3862545"/>
            <a:ext cx="22784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Natural Cooling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CB6227-9E65-93F6-BDEC-9CB84235A882}"/>
              </a:ext>
            </a:extLst>
          </p:cNvPr>
          <p:cNvSpPr txBox="1"/>
          <p:nvPr/>
        </p:nvSpPr>
        <p:spPr>
          <a:xfrm>
            <a:off x="6750009" y="2729418"/>
            <a:ext cx="615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8CA8C4-DF94-61CB-42A1-E68847C3F8E3}"/>
              </a:ext>
            </a:extLst>
          </p:cNvPr>
          <p:cNvSpPr txBox="1"/>
          <p:nvPr/>
        </p:nvSpPr>
        <p:spPr>
          <a:xfrm>
            <a:off x="8566840" y="3841597"/>
            <a:ext cx="3139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Forced Air Cooling through Heat Sink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64D0245-94CA-B548-7065-BBE18A302660}"/>
              </a:ext>
            </a:extLst>
          </p:cNvPr>
          <p:cNvGrpSpPr/>
          <p:nvPr/>
        </p:nvGrpSpPr>
        <p:grpSpPr>
          <a:xfrm>
            <a:off x="9217160" y="3150828"/>
            <a:ext cx="1754719" cy="651929"/>
            <a:chOff x="10662284" y="4940917"/>
            <a:chExt cx="1016917" cy="37781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D0A6638-DD65-DA55-B55C-9A07A3A2BF4C}"/>
                </a:ext>
              </a:extLst>
            </p:cNvPr>
            <p:cNvSpPr/>
            <p:nvPr/>
          </p:nvSpPr>
          <p:spPr>
            <a:xfrm>
              <a:off x="10789353" y="4940917"/>
              <a:ext cx="889848" cy="2390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BC4F07D-DC5C-493D-799E-102CEFD78EE8}"/>
                </a:ext>
              </a:extLst>
            </p:cNvPr>
            <p:cNvSpPr/>
            <p:nvPr/>
          </p:nvSpPr>
          <p:spPr>
            <a:xfrm>
              <a:off x="10828179" y="4988646"/>
              <a:ext cx="366809" cy="147320"/>
            </a:xfrm>
            <a:prstGeom prst="rect">
              <a:avLst/>
            </a:prstGeom>
            <a:solidFill>
              <a:srgbClr val="C5591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5913E98-A5F7-AF14-E291-0553F716B359}"/>
                </a:ext>
              </a:extLst>
            </p:cNvPr>
            <p:cNvSpPr/>
            <p:nvPr/>
          </p:nvSpPr>
          <p:spPr>
            <a:xfrm>
              <a:off x="11271766" y="4988646"/>
              <a:ext cx="366809" cy="147320"/>
            </a:xfrm>
            <a:prstGeom prst="rect">
              <a:avLst/>
            </a:prstGeom>
            <a:solidFill>
              <a:srgbClr val="C5591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FB0FA3F-90DA-825E-DE4A-A045CB3AA4D9}"/>
                </a:ext>
              </a:extLst>
            </p:cNvPr>
            <p:cNvSpPr/>
            <p:nvPr/>
          </p:nvSpPr>
          <p:spPr>
            <a:xfrm>
              <a:off x="10789353" y="5208987"/>
              <a:ext cx="889848" cy="10668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7CDB361-1E90-9B8F-56E1-39C8138AA5B7}"/>
                </a:ext>
              </a:extLst>
            </p:cNvPr>
            <p:cNvSpPr/>
            <p:nvPr/>
          </p:nvSpPr>
          <p:spPr>
            <a:xfrm>
              <a:off x="10789353" y="5169554"/>
              <a:ext cx="889848" cy="4836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5EF0E35-DC06-6DE4-FD08-B625FC343281}"/>
                </a:ext>
              </a:extLst>
            </p:cNvPr>
            <p:cNvSpPr/>
            <p:nvPr/>
          </p:nvSpPr>
          <p:spPr>
            <a:xfrm>
              <a:off x="10829230" y="5217917"/>
              <a:ext cx="45719" cy="10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ECD7B15-5A19-22C8-87AE-C4E0C67E505F}"/>
                </a:ext>
              </a:extLst>
            </p:cNvPr>
            <p:cNvSpPr/>
            <p:nvPr/>
          </p:nvSpPr>
          <p:spPr>
            <a:xfrm>
              <a:off x="10924683" y="5217917"/>
              <a:ext cx="45719" cy="10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9A6A3B7-4AE1-F1A8-91D7-DD5762525E95}"/>
                </a:ext>
              </a:extLst>
            </p:cNvPr>
            <p:cNvSpPr/>
            <p:nvPr/>
          </p:nvSpPr>
          <p:spPr>
            <a:xfrm>
              <a:off x="11020136" y="5217917"/>
              <a:ext cx="45719" cy="10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64B6FB0-D763-D629-57EF-DC8D9AAE8B03}"/>
                </a:ext>
              </a:extLst>
            </p:cNvPr>
            <p:cNvSpPr/>
            <p:nvPr/>
          </p:nvSpPr>
          <p:spPr>
            <a:xfrm>
              <a:off x="11401948" y="5217917"/>
              <a:ext cx="45719" cy="10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D11A999-4BC3-DCFB-A6E2-676037FF4191}"/>
                </a:ext>
              </a:extLst>
            </p:cNvPr>
            <p:cNvSpPr/>
            <p:nvPr/>
          </p:nvSpPr>
          <p:spPr>
            <a:xfrm>
              <a:off x="11592856" y="5217917"/>
              <a:ext cx="45719" cy="10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8CFB336-345A-56B1-B067-30B5773AC657}"/>
                </a:ext>
              </a:extLst>
            </p:cNvPr>
            <p:cNvSpPr/>
            <p:nvPr/>
          </p:nvSpPr>
          <p:spPr>
            <a:xfrm>
              <a:off x="11497401" y="5217917"/>
              <a:ext cx="45719" cy="10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7CC56C2-00F3-BB00-8DDC-B96961C8ACC0}"/>
                </a:ext>
              </a:extLst>
            </p:cNvPr>
            <p:cNvSpPr/>
            <p:nvPr/>
          </p:nvSpPr>
          <p:spPr>
            <a:xfrm>
              <a:off x="11115589" y="5217917"/>
              <a:ext cx="45719" cy="10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941E8C8-0A96-52E8-728A-076A975D04B6}"/>
                </a:ext>
              </a:extLst>
            </p:cNvPr>
            <p:cNvSpPr/>
            <p:nvPr/>
          </p:nvSpPr>
          <p:spPr>
            <a:xfrm>
              <a:off x="11306495" y="5217917"/>
              <a:ext cx="45719" cy="10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6DF44F2-CD40-1D05-760A-3A32D7DD4F5B}"/>
                </a:ext>
              </a:extLst>
            </p:cNvPr>
            <p:cNvSpPr/>
            <p:nvPr/>
          </p:nvSpPr>
          <p:spPr>
            <a:xfrm>
              <a:off x="11211042" y="5217917"/>
              <a:ext cx="45719" cy="10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7023F49-0612-F7D0-F3DA-53E8E05CCAB2}"/>
                </a:ext>
              </a:extLst>
            </p:cNvPr>
            <p:cNvSpPr/>
            <p:nvPr/>
          </p:nvSpPr>
          <p:spPr>
            <a:xfrm>
              <a:off x="10662284" y="5220757"/>
              <a:ext cx="128105" cy="9491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8495964B-B624-2F52-0792-5642666F0A18}"/>
              </a:ext>
            </a:extLst>
          </p:cNvPr>
          <p:cNvSpPr txBox="1"/>
          <p:nvPr/>
        </p:nvSpPr>
        <p:spPr>
          <a:xfrm>
            <a:off x="10366377" y="2868549"/>
            <a:ext cx="605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0DE633B-7962-FF04-BCA7-145440091E88}"/>
              </a:ext>
            </a:extLst>
          </p:cNvPr>
          <p:cNvSpPr txBox="1"/>
          <p:nvPr/>
        </p:nvSpPr>
        <p:spPr>
          <a:xfrm>
            <a:off x="8730563" y="3558573"/>
            <a:ext cx="5971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Fan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781C7F0-4282-EF63-147C-59F29F89664C}"/>
              </a:ext>
            </a:extLst>
          </p:cNvPr>
          <p:cNvSpPr txBox="1"/>
          <p:nvPr/>
        </p:nvSpPr>
        <p:spPr>
          <a:xfrm>
            <a:off x="5346080" y="3570005"/>
            <a:ext cx="2548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Thermally Insulated Chamber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42A74BF-EA8D-26A8-5DB8-5DA9834F67E4}"/>
              </a:ext>
            </a:extLst>
          </p:cNvPr>
          <p:cNvCxnSpPr>
            <a:cxnSpLocks/>
          </p:cNvCxnSpPr>
          <p:nvPr/>
        </p:nvCxnSpPr>
        <p:spPr>
          <a:xfrm flipV="1">
            <a:off x="6027174" y="2010340"/>
            <a:ext cx="0" cy="87344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91E95BC-C551-7376-0EC2-D72A58A96FC5}"/>
              </a:ext>
            </a:extLst>
          </p:cNvPr>
          <p:cNvCxnSpPr>
            <a:cxnSpLocks/>
          </p:cNvCxnSpPr>
          <p:nvPr/>
        </p:nvCxnSpPr>
        <p:spPr>
          <a:xfrm flipV="1">
            <a:off x="6140141" y="2010340"/>
            <a:ext cx="0" cy="87344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4B6790F7-35A1-121F-62F5-777383CBC96B}"/>
              </a:ext>
            </a:extLst>
          </p:cNvPr>
          <p:cNvSpPr/>
          <p:nvPr/>
        </p:nvSpPr>
        <p:spPr>
          <a:xfrm>
            <a:off x="5765115" y="3412303"/>
            <a:ext cx="1600295" cy="1761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3BB01FA-37CF-0604-A7F2-D67C96D8858C}"/>
              </a:ext>
            </a:extLst>
          </p:cNvPr>
          <p:cNvSpPr txBox="1"/>
          <p:nvPr/>
        </p:nvSpPr>
        <p:spPr>
          <a:xfrm>
            <a:off x="5733044" y="3340092"/>
            <a:ext cx="1664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Cotton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3161414-0343-A618-2CC8-C7621FD85185}"/>
              </a:ext>
            </a:extLst>
          </p:cNvPr>
          <p:cNvSpPr txBox="1"/>
          <p:nvPr/>
        </p:nvSpPr>
        <p:spPr>
          <a:xfrm>
            <a:off x="6096000" y="2010340"/>
            <a:ext cx="1664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To Converter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4CDAB6A-0A7D-A38E-4233-4724F1B37090}"/>
              </a:ext>
            </a:extLst>
          </p:cNvPr>
          <p:cNvSpPr txBox="1"/>
          <p:nvPr/>
        </p:nvSpPr>
        <p:spPr>
          <a:xfrm>
            <a:off x="11106769" y="3444278"/>
            <a:ext cx="5105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BF5FCF7-1044-02BF-7A78-2FA8A6FA3BAD}"/>
              </a:ext>
            </a:extLst>
          </p:cNvPr>
          <p:cNvCxnSpPr>
            <a:cxnSpLocks/>
          </p:cNvCxnSpPr>
          <p:nvPr/>
        </p:nvCxnSpPr>
        <p:spPr>
          <a:xfrm flipV="1">
            <a:off x="9692429" y="2010340"/>
            <a:ext cx="0" cy="113520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7D15A4-6A19-E344-FCA0-99293E1FD148}"/>
              </a:ext>
            </a:extLst>
          </p:cNvPr>
          <p:cNvCxnSpPr>
            <a:cxnSpLocks/>
          </p:cNvCxnSpPr>
          <p:nvPr/>
        </p:nvCxnSpPr>
        <p:spPr>
          <a:xfrm flipV="1">
            <a:off x="9805396" y="2010340"/>
            <a:ext cx="0" cy="113520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1F2951F-2137-E131-8BDD-606FDAEA65E6}"/>
              </a:ext>
            </a:extLst>
          </p:cNvPr>
          <p:cNvSpPr txBox="1"/>
          <p:nvPr/>
        </p:nvSpPr>
        <p:spPr>
          <a:xfrm>
            <a:off x="9761255" y="2010340"/>
            <a:ext cx="1664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To Converter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BE6C7F-B97E-C971-AD92-875C7C0D9703}"/>
              </a:ext>
            </a:extLst>
          </p:cNvPr>
          <p:cNvCxnSpPr>
            <a:cxnSpLocks/>
          </p:cNvCxnSpPr>
          <p:nvPr/>
        </p:nvCxnSpPr>
        <p:spPr>
          <a:xfrm>
            <a:off x="10998819" y="3589127"/>
            <a:ext cx="1968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893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637C-E1B9-D8E0-1DC9-186E4093A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0D1027-4CAD-2078-008A-4199DEA2D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42" y="1445249"/>
            <a:ext cx="5302718" cy="39675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5890BB-B9B4-78C4-B9AA-92FCBF7A5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140" y="1445249"/>
            <a:ext cx="5367795" cy="396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292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C53C-AA4D-F476-877B-446C2F68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3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C47187E9-8998-30B8-3BA5-67DDF4B07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9" r="17182"/>
          <a:stretch/>
        </p:blipFill>
        <p:spPr>
          <a:xfrm flipH="1">
            <a:off x="1776880" y="1614825"/>
            <a:ext cx="3560579" cy="3052642"/>
          </a:xfrm>
          <a:prstGeom prst="rect">
            <a:avLst/>
          </a:prstGeom>
        </p:spPr>
      </p:pic>
      <p:pic>
        <p:nvPicPr>
          <p:cNvPr id="116" name="Picture 115" descr="A blue rectangular object with a yellow stripe&#10;&#10;AI-generated content may be incorrect.">
            <a:extLst>
              <a:ext uri="{FF2B5EF4-FFF2-40B4-BE49-F238E27FC236}">
                <a16:creationId xmlns:a16="http://schemas.microsoft.com/office/drawing/2014/main" id="{9E863737-4500-7197-AD88-F048DCA2F7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2" t="3486" r="16692" b="-700"/>
          <a:stretch/>
        </p:blipFill>
        <p:spPr>
          <a:xfrm flipH="1">
            <a:off x="6825492" y="1825807"/>
            <a:ext cx="3742946" cy="30651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6">
                <a:extLst>
                  <a:ext uri="{FF2B5EF4-FFF2-40B4-BE49-F238E27FC236}">
                    <a16:creationId xmlns:a16="http://schemas.microsoft.com/office/drawing/2014/main" id="{A74EFD70-7989-AE1F-5692-0826944E3EF4}"/>
                  </a:ext>
                </a:extLst>
              </p:cNvPr>
              <p:cNvSpPr/>
              <p:nvPr/>
            </p:nvSpPr>
            <p:spPr>
              <a:xfrm>
                <a:off x="5483913" y="3217311"/>
                <a:ext cx="1272305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55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8" name="Rounded Rectangle 6">
                <a:extLst>
                  <a:ext uri="{FF2B5EF4-FFF2-40B4-BE49-F238E27FC236}">
                    <a16:creationId xmlns:a16="http://schemas.microsoft.com/office/drawing/2014/main" id="{A74EFD70-7989-AE1F-5692-0826944E3E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913" y="3217311"/>
                <a:ext cx="1272305" cy="415171"/>
              </a:xfrm>
              <a:prstGeom prst="roundRect">
                <a:avLst/>
              </a:prstGeom>
              <a:blipFill>
                <a:blip r:embed="rId4"/>
                <a:stretch>
                  <a:fillRect t="-27941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53A5E59C-A547-790D-C9EA-024F3791960E}"/>
              </a:ext>
            </a:extLst>
          </p:cNvPr>
          <p:cNvSpPr txBox="1">
            <a:spLocks/>
          </p:cNvSpPr>
          <p:nvPr/>
        </p:nvSpPr>
        <p:spPr>
          <a:xfrm>
            <a:off x="213419" y="978910"/>
            <a:ext cx="9461115" cy="447422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プレースホルダー 2">
                <a:extLst>
                  <a:ext uri="{FF2B5EF4-FFF2-40B4-BE49-F238E27FC236}">
                    <a16:creationId xmlns:a16="http://schemas.microsoft.com/office/drawing/2014/main" id="{E08FB7C9-8309-8CF0-F8AA-62C4115DA7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0720" y="982739"/>
                <a:ext cx="9461115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20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20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20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2" name="テキスト プレースホルダー 2">
                <a:extLst>
                  <a:ext uri="{FF2B5EF4-FFF2-40B4-BE49-F238E27FC236}">
                    <a16:creationId xmlns:a16="http://schemas.microsoft.com/office/drawing/2014/main" id="{E08FB7C9-8309-8CF0-F8AA-62C4115DA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20" y="982739"/>
                <a:ext cx="9461115" cy="415171"/>
              </a:xfrm>
              <a:prstGeom prst="rect">
                <a:avLst/>
              </a:prstGeom>
              <a:blipFill>
                <a:blip r:embed="rId5"/>
                <a:stretch>
                  <a:fillRect l="-709" t="-14706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ounded Rectangle 3">
                <a:extLst>
                  <a:ext uri="{FF2B5EF4-FFF2-40B4-BE49-F238E27FC236}">
                    <a16:creationId xmlns:a16="http://schemas.microsoft.com/office/drawing/2014/main" id="{9AE59D06-6638-2D7A-3FDA-23275DF65FFC}"/>
                  </a:ext>
                </a:extLst>
              </p:cNvPr>
              <p:cNvSpPr/>
              <p:nvPr/>
            </p:nvSpPr>
            <p:spPr>
              <a:xfrm>
                <a:off x="61577" y="1685099"/>
                <a:ext cx="1089253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sz="1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C]</a:t>
                </a:r>
                <a:endParaRPr lang="en-JP" sz="14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Rounded Rectangle 3">
                <a:extLst>
                  <a:ext uri="{FF2B5EF4-FFF2-40B4-BE49-F238E27FC236}">
                    <a16:creationId xmlns:a16="http://schemas.microsoft.com/office/drawing/2014/main" id="{9AE59D06-6638-2D7A-3FDA-23275DF65F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7" y="1685099"/>
                <a:ext cx="1089253" cy="415171"/>
              </a:xfrm>
              <a:prstGeom prst="roundRect">
                <a:avLst/>
              </a:prstGeom>
              <a:blipFill>
                <a:blip r:embed="rId6"/>
                <a:stretch>
                  <a:fillRect b="-14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Picture 45">
            <a:extLst>
              <a:ext uri="{FF2B5EF4-FFF2-40B4-BE49-F238E27FC236}">
                <a16:creationId xmlns:a16="http://schemas.microsoft.com/office/drawing/2014/main" id="{3EAF5AF3-0358-76B0-65FA-079B83ED32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9" t="76256" r="86948" b="6623"/>
          <a:stretch>
            <a:fillRect/>
          </a:stretch>
        </p:blipFill>
        <p:spPr>
          <a:xfrm>
            <a:off x="323469" y="4413039"/>
            <a:ext cx="725084" cy="81541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5A78FD02-BF00-CAC0-9B60-59CD89338E41}"/>
              </a:ext>
            </a:extLst>
          </p:cNvPr>
          <p:cNvSpPr txBox="1"/>
          <p:nvPr/>
        </p:nvSpPr>
        <p:spPr>
          <a:xfrm>
            <a:off x="3943032" y="388127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pic>
        <p:nvPicPr>
          <p:cNvPr id="62" name="Picture 61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E6AF15C9-EE85-8CF2-FD74-EA53D2B345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42" t="1195" b="95799"/>
          <a:stretch/>
        </p:blipFill>
        <p:spPr>
          <a:xfrm>
            <a:off x="10445546" y="949347"/>
            <a:ext cx="1443986" cy="447422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A0AFAEA9-EB2F-39BA-95A5-AE950FFE67C0}"/>
              </a:ext>
            </a:extLst>
          </p:cNvPr>
          <p:cNvGrpSpPr/>
          <p:nvPr/>
        </p:nvGrpSpPr>
        <p:grpSpPr>
          <a:xfrm>
            <a:off x="1263616" y="1478627"/>
            <a:ext cx="872174" cy="854016"/>
            <a:chOff x="6750293" y="2407669"/>
            <a:chExt cx="1780068" cy="1743007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EAADE09-FB6D-C332-40C6-19EB3816FF09}"/>
                </a:ext>
              </a:extLst>
            </p:cNvPr>
            <p:cNvSpPr/>
            <p:nvPr/>
          </p:nvSpPr>
          <p:spPr>
            <a:xfrm>
              <a:off x="6750293" y="2407669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8749296-C07B-7A3C-75A7-07C4286632DB}"/>
                </a:ext>
              </a:extLst>
            </p:cNvPr>
            <p:cNvGrpSpPr/>
            <p:nvPr/>
          </p:nvGrpSpPr>
          <p:grpSpPr>
            <a:xfrm>
              <a:off x="6978166" y="2617955"/>
              <a:ext cx="1320364" cy="1319180"/>
              <a:chOff x="6978166" y="2617955"/>
              <a:chExt cx="1320364" cy="1319180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8E738967-F467-24B9-B70F-71984D5361ED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547818A0-4C6C-19FE-8672-315A33DDACC4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A9DE78FF-4CFB-72C3-438F-4ED7E255DA15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4618BDF9-4D79-D532-85FA-F00785B4DFE2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E9A09611-8639-BB0B-4229-A6AE2E578874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" name="フローチャート: 和接合 16">
                  <a:extLst>
                    <a:ext uri="{FF2B5EF4-FFF2-40B4-BE49-F238E27FC236}">
                      <a16:creationId xmlns:a16="http://schemas.microsoft.com/office/drawing/2014/main" id="{E5E69F34-FAD1-A538-3E2A-01CA5413607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C423783F-9F08-43ED-421E-C8B28C626229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8F0C8AD1-0D04-3D89-75F4-7CA5D8A910DC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07" name="楕円 300">
                  <a:extLst>
                    <a:ext uri="{FF2B5EF4-FFF2-40B4-BE49-F238E27FC236}">
                      <a16:creationId xmlns:a16="http://schemas.microsoft.com/office/drawing/2014/main" id="{555E88DC-4268-13B0-80EE-D94BE2B42FC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" name="楕円 301">
                  <a:extLst>
                    <a:ext uri="{FF2B5EF4-FFF2-40B4-BE49-F238E27FC236}">
                      <a16:creationId xmlns:a16="http://schemas.microsoft.com/office/drawing/2014/main" id="{2BE040CD-3914-DA3B-A5CE-D50A8969674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6BCFA918-5D99-A649-B66B-ED5DF06D495C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82013829-3121-DB1A-43A2-3ADE712CDCC4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" name="フローチャート: 和接合 16">
                  <a:extLst>
                    <a:ext uri="{FF2B5EF4-FFF2-40B4-BE49-F238E27FC236}">
                      <a16:creationId xmlns:a16="http://schemas.microsoft.com/office/drawing/2014/main" id="{7829A97B-E590-843A-EA74-D53518DD7FE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379FDB1A-A721-452C-5DA0-FF13C4DB02FB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507E5A18-3F9A-C1E4-BA50-66B832EC8809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03" name="楕円 300">
                  <a:extLst>
                    <a:ext uri="{FF2B5EF4-FFF2-40B4-BE49-F238E27FC236}">
                      <a16:creationId xmlns:a16="http://schemas.microsoft.com/office/drawing/2014/main" id="{3F177385-ACD9-0142-B29F-22AD7B7C1AD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" name="楕円 301">
                  <a:extLst>
                    <a:ext uri="{FF2B5EF4-FFF2-40B4-BE49-F238E27FC236}">
                      <a16:creationId xmlns:a16="http://schemas.microsoft.com/office/drawing/2014/main" id="{5E7FAE1F-3810-F62A-BC44-2E16242260C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64DFC69A-F981-A8D3-5293-E72111DCBAFA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6BB9474C-ABC4-4218-01B5-7798CDC3876F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フローチャート: 和接合 16">
                  <a:extLst>
                    <a:ext uri="{FF2B5EF4-FFF2-40B4-BE49-F238E27FC236}">
                      <a16:creationId xmlns:a16="http://schemas.microsoft.com/office/drawing/2014/main" id="{546C0577-C56F-F71C-A8BE-A7B7920B6A7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33D59B67-0306-10D6-177F-E3A6107A230A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B2C90A21-08B4-2741-BF17-6054EC5A8FE6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99" name="楕円 300">
                  <a:extLst>
                    <a:ext uri="{FF2B5EF4-FFF2-40B4-BE49-F238E27FC236}">
                      <a16:creationId xmlns:a16="http://schemas.microsoft.com/office/drawing/2014/main" id="{15DD3769-8465-34DC-01B9-0A6B026A211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" name="楕円 301">
                  <a:extLst>
                    <a:ext uri="{FF2B5EF4-FFF2-40B4-BE49-F238E27FC236}">
                      <a16:creationId xmlns:a16="http://schemas.microsoft.com/office/drawing/2014/main" id="{64EBBF30-D7E9-1423-4937-5242A5F9622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763CDD3D-55E9-9E22-5F82-0B2ED1E0FF97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54D471E1-DB09-87EC-F317-580DDC42EDFE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フローチャート: 和接合 16">
                  <a:extLst>
                    <a:ext uri="{FF2B5EF4-FFF2-40B4-BE49-F238E27FC236}">
                      <a16:creationId xmlns:a16="http://schemas.microsoft.com/office/drawing/2014/main" id="{E6D615B0-E9CB-6A72-E826-F67891634D6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30D7D37C-17FA-8D33-F0FC-09EDA87DAF35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89DD37CE-FB3D-7812-E6B9-0B5A9400DE36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95" name="楕円 300">
                  <a:extLst>
                    <a:ext uri="{FF2B5EF4-FFF2-40B4-BE49-F238E27FC236}">
                      <a16:creationId xmlns:a16="http://schemas.microsoft.com/office/drawing/2014/main" id="{CAC66424-E0AA-568B-1273-E37C2BD00CB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" name="楕円 301">
                  <a:extLst>
                    <a:ext uri="{FF2B5EF4-FFF2-40B4-BE49-F238E27FC236}">
                      <a16:creationId xmlns:a16="http://schemas.microsoft.com/office/drawing/2014/main" id="{09A861A1-F96E-700E-C2A1-D2933489501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17843E0-AB92-16D5-2222-73B1809B45A5}"/>
              </a:ext>
            </a:extLst>
          </p:cNvPr>
          <p:cNvGrpSpPr/>
          <p:nvPr/>
        </p:nvGrpSpPr>
        <p:grpSpPr>
          <a:xfrm>
            <a:off x="6993840" y="1503260"/>
            <a:ext cx="925486" cy="906217"/>
            <a:chOff x="4693246" y="2402296"/>
            <a:chExt cx="1780068" cy="174300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025717-7B85-59D2-44BF-981CBA6645D9}"/>
                </a:ext>
              </a:extLst>
            </p:cNvPr>
            <p:cNvSpPr/>
            <p:nvPr/>
          </p:nvSpPr>
          <p:spPr>
            <a:xfrm>
              <a:off x="4693246" y="2402296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DC20B0B-7827-678B-750E-0DAC1837B520}"/>
                </a:ext>
              </a:extLst>
            </p:cNvPr>
            <p:cNvSpPr/>
            <p:nvPr/>
          </p:nvSpPr>
          <p:spPr>
            <a:xfrm>
              <a:off x="4921120" y="2612583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C93967-03B0-39BF-B85A-D4E745FDC689}"/>
                </a:ext>
              </a:extLst>
            </p:cNvPr>
            <p:cNvSpPr/>
            <p:nvPr/>
          </p:nvSpPr>
          <p:spPr>
            <a:xfrm rot="5400000">
              <a:off x="5559040" y="1974661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34F81E2-4835-567F-1211-D1C5F4C2B765}"/>
                </a:ext>
              </a:extLst>
            </p:cNvPr>
            <p:cNvSpPr/>
            <p:nvPr/>
          </p:nvSpPr>
          <p:spPr>
            <a:xfrm rot="5400000">
              <a:off x="5560873" y="3251149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B720F05-B8EA-3210-7175-77DEF1036FD8}"/>
                </a:ext>
              </a:extLst>
            </p:cNvPr>
            <p:cNvSpPr/>
            <p:nvPr/>
          </p:nvSpPr>
          <p:spPr>
            <a:xfrm rot="5400000">
              <a:off x="5519768" y="2256054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フローチャート: 和接合 16">
              <a:extLst>
                <a:ext uri="{FF2B5EF4-FFF2-40B4-BE49-F238E27FC236}">
                  <a16:creationId xmlns:a16="http://schemas.microsoft.com/office/drawing/2014/main" id="{5D0777D1-643E-9CBB-CEAF-53E5B3676F6A}"/>
                </a:ext>
              </a:extLst>
            </p:cNvPr>
            <p:cNvSpPr/>
            <p:nvPr/>
          </p:nvSpPr>
          <p:spPr bwMode="auto">
            <a:xfrm rot="10800000">
              <a:off x="5548568" y="2843234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5E6D04C-001C-F372-32BA-0A713B1900BE}"/>
                </a:ext>
              </a:extLst>
            </p:cNvPr>
            <p:cNvSpPr/>
            <p:nvPr/>
          </p:nvSpPr>
          <p:spPr>
            <a:xfrm rot="5400000">
              <a:off x="5520147" y="2097234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714FABC-249F-BE67-135D-7B9C874E5EAB}"/>
                </a:ext>
              </a:extLst>
            </p:cNvPr>
            <p:cNvGrpSpPr/>
            <p:nvPr/>
          </p:nvGrpSpPr>
          <p:grpSpPr>
            <a:xfrm>
              <a:off x="5550747" y="2685552"/>
              <a:ext cx="57600" cy="58165"/>
              <a:chOff x="5550747" y="2678351"/>
              <a:chExt cx="57600" cy="58165"/>
            </a:xfrm>
          </p:grpSpPr>
          <p:sp>
            <p:nvSpPr>
              <p:cNvPr id="75" name="楕円 300">
                <a:extLst>
                  <a:ext uri="{FF2B5EF4-FFF2-40B4-BE49-F238E27FC236}">
                    <a16:creationId xmlns:a16="http://schemas.microsoft.com/office/drawing/2014/main" id="{5DDF49CC-CE0E-24E3-8718-244F15A5A808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楕円 301">
                <a:extLst>
                  <a:ext uri="{FF2B5EF4-FFF2-40B4-BE49-F238E27FC236}">
                    <a16:creationId xmlns:a16="http://schemas.microsoft.com/office/drawing/2014/main" id="{58E91109-D927-B6D3-69C3-EAA569DD168A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A6996A4-8000-2E12-70C4-2FB80EE7F4AB}"/>
                </a:ext>
              </a:extLst>
            </p:cNvPr>
            <p:cNvSpPr/>
            <p:nvPr/>
          </p:nvSpPr>
          <p:spPr>
            <a:xfrm rot="5400000">
              <a:off x="5519768" y="2574456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フローチャート: 和接合 16">
              <a:extLst>
                <a:ext uri="{FF2B5EF4-FFF2-40B4-BE49-F238E27FC236}">
                  <a16:creationId xmlns:a16="http://schemas.microsoft.com/office/drawing/2014/main" id="{EB9BA7C6-EA9A-AEA2-06AC-8DC3F5EC8EDA}"/>
                </a:ext>
              </a:extLst>
            </p:cNvPr>
            <p:cNvSpPr/>
            <p:nvPr/>
          </p:nvSpPr>
          <p:spPr bwMode="auto">
            <a:xfrm rot="10800000">
              <a:off x="5548568" y="3161636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99E3FF9-36F3-E727-C5D4-79DA7EB35AD2}"/>
                </a:ext>
              </a:extLst>
            </p:cNvPr>
            <p:cNvSpPr/>
            <p:nvPr/>
          </p:nvSpPr>
          <p:spPr>
            <a:xfrm rot="5400000">
              <a:off x="5520147" y="2415636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3AA7CBE-390C-87EC-7D50-180783AF4969}"/>
                </a:ext>
              </a:extLst>
            </p:cNvPr>
            <p:cNvGrpSpPr/>
            <p:nvPr/>
          </p:nvGrpSpPr>
          <p:grpSpPr>
            <a:xfrm>
              <a:off x="5550747" y="3003954"/>
              <a:ext cx="57600" cy="58165"/>
              <a:chOff x="5550747" y="2678351"/>
              <a:chExt cx="57600" cy="58165"/>
            </a:xfrm>
          </p:grpSpPr>
          <p:sp>
            <p:nvSpPr>
              <p:cNvPr id="73" name="楕円 300">
                <a:extLst>
                  <a:ext uri="{FF2B5EF4-FFF2-40B4-BE49-F238E27FC236}">
                    <a16:creationId xmlns:a16="http://schemas.microsoft.com/office/drawing/2014/main" id="{0FACC33C-17BD-FFDB-7210-4016D778BB8B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楕円 301">
                <a:extLst>
                  <a:ext uri="{FF2B5EF4-FFF2-40B4-BE49-F238E27FC236}">
                    <a16:creationId xmlns:a16="http://schemas.microsoft.com/office/drawing/2014/main" id="{CF9CF9BA-528D-4358-BBEE-4C193CBAD005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929020A-9F1F-DCF4-5827-C133C9F74947}"/>
                </a:ext>
              </a:extLst>
            </p:cNvPr>
            <p:cNvSpPr/>
            <p:nvPr/>
          </p:nvSpPr>
          <p:spPr>
            <a:xfrm rot="5400000">
              <a:off x="5519768" y="2892858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フローチャート: 和接合 16">
              <a:extLst>
                <a:ext uri="{FF2B5EF4-FFF2-40B4-BE49-F238E27FC236}">
                  <a16:creationId xmlns:a16="http://schemas.microsoft.com/office/drawing/2014/main" id="{29953F66-39BC-20D9-B42A-C70BCCAA7ACC}"/>
                </a:ext>
              </a:extLst>
            </p:cNvPr>
            <p:cNvSpPr/>
            <p:nvPr/>
          </p:nvSpPr>
          <p:spPr bwMode="auto">
            <a:xfrm rot="10800000">
              <a:off x="5548568" y="3480038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E45D0F8-FEF1-87A0-D6D1-410D1D5A146D}"/>
                </a:ext>
              </a:extLst>
            </p:cNvPr>
            <p:cNvSpPr/>
            <p:nvPr/>
          </p:nvSpPr>
          <p:spPr>
            <a:xfrm rot="5400000">
              <a:off x="5520147" y="2734038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9A6588B-BD41-1E57-F8B7-E0738CDD77A8}"/>
                </a:ext>
              </a:extLst>
            </p:cNvPr>
            <p:cNvGrpSpPr/>
            <p:nvPr/>
          </p:nvGrpSpPr>
          <p:grpSpPr>
            <a:xfrm>
              <a:off x="5550747" y="3322356"/>
              <a:ext cx="57600" cy="58165"/>
              <a:chOff x="5550747" y="2678351"/>
              <a:chExt cx="57600" cy="58165"/>
            </a:xfrm>
          </p:grpSpPr>
          <p:sp>
            <p:nvSpPr>
              <p:cNvPr id="71" name="楕円 300">
                <a:extLst>
                  <a:ext uri="{FF2B5EF4-FFF2-40B4-BE49-F238E27FC236}">
                    <a16:creationId xmlns:a16="http://schemas.microsoft.com/office/drawing/2014/main" id="{2BB4E129-469A-B445-BB28-1071CA40DBDB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楕円 301">
                <a:extLst>
                  <a:ext uri="{FF2B5EF4-FFF2-40B4-BE49-F238E27FC236}">
                    <a16:creationId xmlns:a16="http://schemas.microsoft.com/office/drawing/2014/main" id="{0918443A-36E3-B631-07C0-C693B32A6336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C2DC287-355A-8163-DB15-2ED347BEA584}"/>
                </a:ext>
              </a:extLst>
            </p:cNvPr>
            <p:cNvSpPr/>
            <p:nvPr/>
          </p:nvSpPr>
          <p:spPr>
            <a:xfrm rot="5400000">
              <a:off x="5519768" y="3211262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フローチャート: 和接合 16">
              <a:extLst>
                <a:ext uri="{FF2B5EF4-FFF2-40B4-BE49-F238E27FC236}">
                  <a16:creationId xmlns:a16="http://schemas.microsoft.com/office/drawing/2014/main" id="{3A023BDC-DD25-A1BE-3A18-D0AD6899B852}"/>
                </a:ext>
              </a:extLst>
            </p:cNvPr>
            <p:cNvSpPr/>
            <p:nvPr/>
          </p:nvSpPr>
          <p:spPr bwMode="auto">
            <a:xfrm rot="10800000">
              <a:off x="5548568" y="3798442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DF78EBB-4CDD-65A9-285C-036DE4C66B62}"/>
                </a:ext>
              </a:extLst>
            </p:cNvPr>
            <p:cNvSpPr/>
            <p:nvPr/>
          </p:nvSpPr>
          <p:spPr>
            <a:xfrm rot="5400000">
              <a:off x="5520147" y="3052440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EB680141-9B42-DC55-2F5A-EB8A3E38580C}"/>
                </a:ext>
              </a:extLst>
            </p:cNvPr>
            <p:cNvGrpSpPr/>
            <p:nvPr/>
          </p:nvGrpSpPr>
          <p:grpSpPr>
            <a:xfrm>
              <a:off x="5550747" y="3640758"/>
              <a:ext cx="57600" cy="58165"/>
              <a:chOff x="5550747" y="2678351"/>
              <a:chExt cx="57600" cy="58165"/>
            </a:xfrm>
          </p:grpSpPr>
          <p:sp>
            <p:nvSpPr>
              <p:cNvPr id="69" name="楕円 300">
                <a:extLst>
                  <a:ext uri="{FF2B5EF4-FFF2-40B4-BE49-F238E27FC236}">
                    <a16:creationId xmlns:a16="http://schemas.microsoft.com/office/drawing/2014/main" id="{8E021570-A0B4-CA84-F31D-788B4C602480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楕円 301">
                <a:extLst>
                  <a:ext uri="{FF2B5EF4-FFF2-40B4-BE49-F238E27FC236}">
                    <a16:creationId xmlns:a16="http://schemas.microsoft.com/office/drawing/2014/main" id="{8A2CD05D-C604-0E67-CA46-FA0BAD3829B7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112" name="Picture 111" descr="A blue rectangle with a black line&#10;&#10;AI-generated content may be incorrect.">
            <a:extLst>
              <a:ext uri="{FF2B5EF4-FFF2-40B4-BE49-F238E27FC236}">
                <a16:creationId xmlns:a16="http://schemas.microsoft.com/office/drawing/2014/main" id="{A4C61BB2-01BC-1DB0-1F67-D190989C97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0843" r="6084" b="10939"/>
          <a:stretch/>
        </p:blipFill>
        <p:spPr>
          <a:xfrm>
            <a:off x="3901018" y="4114800"/>
            <a:ext cx="1207190" cy="1209424"/>
          </a:xfrm>
          <a:prstGeom prst="rect">
            <a:avLst/>
          </a:prstGeom>
        </p:spPr>
      </p:pic>
      <p:pic>
        <p:nvPicPr>
          <p:cNvPr id="117" name="Picture 116" descr="A blue rectangle with a black line&#10;&#10;AI-generated content may be incorrect.">
            <a:extLst>
              <a:ext uri="{FF2B5EF4-FFF2-40B4-BE49-F238E27FC236}">
                <a16:creationId xmlns:a16="http://schemas.microsoft.com/office/drawing/2014/main" id="{62074A0F-0DDD-DC7D-C6DC-4B80C4359F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" t="14760" r="88743" b="35818"/>
          <a:stretch/>
        </p:blipFill>
        <p:spPr>
          <a:xfrm>
            <a:off x="220148" y="2110388"/>
            <a:ext cx="895059" cy="237296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189ED4-111E-EB98-4C3F-4E98FA85A6B5}"/>
              </a:ext>
            </a:extLst>
          </p:cNvPr>
          <p:cNvCxnSpPr>
            <a:cxnSpLocks/>
          </p:cNvCxnSpPr>
          <p:nvPr/>
        </p:nvCxnSpPr>
        <p:spPr>
          <a:xfrm flipV="1">
            <a:off x="4810045" y="3522044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52" descr="A green and orange rectangular object&#10;&#10;AI-generated content may be incorrect.">
            <a:extLst>
              <a:ext uri="{FF2B5EF4-FFF2-40B4-BE49-F238E27FC236}">
                <a16:creationId xmlns:a16="http://schemas.microsoft.com/office/drawing/2014/main" id="{EC223065-3DF5-D8B0-B661-976826191F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07" t="12301" r="6881" b="12456"/>
          <a:stretch/>
        </p:blipFill>
        <p:spPr>
          <a:xfrm>
            <a:off x="9788508" y="4086862"/>
            <a:ext cx="1253223" cy="1202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6">
                <a:extLst>
                  <a:ext uri="{FF2B5EF4-FFF2-40B4-BE49-F238E27FC236}">
                    <a16:creationId xmlns:a16="http://schemas.microsoft.com/office/drawing/2014/main" id="{A4EE7D72-5FCA-CF4D-826D-81251C5DD9FA}"/>
                  </a:ext>
                </a:extLst>
              </p:cNvPr>
              <p:cNvSpPr/>
              <p:nvPr/>
            </p:nvSpPr>
            <p:spPr>
              <a:xfrm>
                <a:off x="10898198" y="3335306"/>
                <a:ext cx="1272305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67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0" name="Rounded Rectangle 6">
                <a:extLst>
                  <a:ext uri="{FF2B5EF4-FFF2-40B4-BE49-F238E27FC236}">
                    <a16:creationId xmlns:a16="http://schemas.microsoft.com/office/drawing/2014/main" id="{A4EE7D72-5FCA-CF4D-826D-81251C5DD9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8198" y="3335306"/>
                <a:ext cx="1272305" cy="415171"/>
              </a:xfrm>
              <a:prstGeom prst="roundRect">
                <a:avLst/>
              </a:prstGeom>
              <a:blipFill>
                <a:blip r:embed="rId12"/>
                <a:stretch>
                  <a:fillRect t="-27941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5734720-A08A-A8C1-1B4A-CB141B87229A}"/>
              </a:ext>
            </a:extLst>
          </p:cNvPr>
          <p:cNvCxnSpPr>
            <a:cxnSpLocks/>
          </p:cNvCxnSpPr>
          <p:nvPr/>
        </p:nvCxnSpPr>
        <p:spPr>
          <a:xfrm flipV="1">
            <a:off x="10534908" y="3725127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E83188A-7DEE-7569-767B-474F3CE3C309}"/>
              </a:ext>
            </a:extLst>
          </p:cNvPr>
          <p:cNvSpPr txBox="1"/>
          <p:nvPr/>
        </p:nvSpPr>
        <p:spPr>
          <a:xfrm>
            <a:off x="9831896" y="3861172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119" name="テキスト プレースホルダー 2">
            <a:extLst>
              <a:ext uri="{FF2B5EF4-FFF2-40B4-BE49-F238E27FC236}">
                <a16:creationId xmlns:a16="http://schemas.microsoft.com/office/drawing/2014/main" id="{E890B686-7044-66F3-0D82-1841B6254A35}"/>
              </a:ext>
            </a:extLst>
          </p:cNvPr>
          <p:cNvSpPr txBox="1">
            <a:spLocks/>
          </p:cNvSpPr>
          <p:nvPr/>
        </p:nvSpPr>
        <p:spPr>
          <a:xfrm>
            <a:off x="1530153" y="5484521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20" name="テキスト プレースホルダー 2">
            <a:extLst>
              <a:ext uri="{FF2B5EF4-FFF2-40B4-BE49-F238E27FC236}">
                <a16:creationId xmlns:a16="http://schemas.microsoft.com/office/drawing/2014/main" id="{1A8DC31B-3BA7-2899-E6C0-55BD57BEE682}"/>
              </a:ext>
            </a:extLst>
          </p:cNvPr>
          <p:cNvSpPr txBox="1">
            <a:spLocks/>
          </p:cNvSpPr>
          <p:nvPr/>
        </p:nvSpPr>
        <p:spPr>
          <a:xfrm>
            <a:off x="6825492" y="5504692"/>
            <a:ext cx="3742946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329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FD78-3EE5-CFD1-7E23-FE1A8D639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3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6B4FC3BF-3B06-2AF3-0079-1E56F06EE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9" r="17182"/>
          <a:stretch/>
        </p:blipFill>
        <p:spPr>
          <a:xfrm flipH="1">
            <a:off x="1776880" y="1614825"/>
            <a:ext cx="3560579" cy="3052642"/>
          </a:xfrm>
          <a:prstGeom prst="rect">
            <a:avLst/>
          </a:prstGeom>
        </p:spPr>
      </p:pic>
      <p:pic>
        <p:nvPicPr>
          <p:cNvPr id="116" name="Picture 115" descr="A blue rectangular object with a yellow stripe&#10;&#10;AI-generated content may be incorrect.">
            <a:extLst>
              <a:ext uri="{FF2B5EF4-FFF2-40B4-BE49-F238E27FC236}">
                <a16:creationId xmlns:a16="http://schemas.microsoft.com/office/drawing/2014/main" id="{58430BB0-5F81-1965-20D6-86383EEDB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2" t="3486" r="16692" b="-700"/>
          <a:stretch/>
        </p:blipFill>
        <p:spPr>
          <a:xfrm flipH="1">
            <a:off x="6825492" y="1825807"/>
            <a:ext cx="3742946" cy="30651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6">
                <a:extLst>
                  <a:ext uri="{FF2B5EF4-FFF2-40B4-BE49-F238E27FC236}">
                    <a16:creationId xmlns:a16="http://schemas.microsoft.com/office/drawing/2014/main" id="{7507E86F-B972-64E4-9B25-4093C059CC70}"/>
                  </a:ext>
                </a:extLst>
              </p:cNvPr>
              <p:cNvSpPr/>
              <p:nvPr/>
            </p:nvSpPr>
            <p:spPr>
              <a:xfrm>
                <a:off x="5483913" y="3217311"/>
                <a:ext cx="1272305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55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8" name="Rounded Rectangle 6">
                <a:extLst>
                  <a:ext uri="{FF2B5EF4-FFF2-40B4-BE49-F238E27FC236}">
                    <a16:creationId xmlns:a16="http://schemas.microsoft.com/office/drawing/2014/main" id="{7507E86F-B972-64E4-9B25-4093C059CC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913" y="3217311"/>
                <a:ext cx="1272305" cy="415171"/>
              </a:xfrm>
              <a:prstGeom prst="roundRect">
                <a:avLst/>
              </a:prstGeom>
              <a:blipFill>
                <a:blip r:embed="rId4"/>
                <a:stretch>
                  <a:fillRect t="-27941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2BC7D8E8-3D52-BAD7-9DDF-2CBE3576239E}"/>
              </a:ext>
            </a:extLst>
          </p:cNvPr>
          <p:cNvSpPr txBox="1">
            <a:spLocks/>
          </p:cNvSpPr>
          <p:nvPr/>
        </p:nvSpPr>
        <p:spPr>
          <a:xfrm>
            <a:off x="213419" y="978910"/>
            <a:ext cx="9461115" cy="447422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プレースホルダー 2">
                <a:extLst>
                  <a:ext uri="{FF2B5EF4-FFF2-40B4-BE49-F238E27FC236}">
                    <a16:creationId xmlns:a16="http://schemas.microsoft.com/office/drawing/2014/main" id="{12802677-5125-6406-67C2-E42DA741AE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0720" y="982739"/>
                <a:ext cx="9461115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20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20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20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2" name="テキスト プレースホルダー 2">
                <a:extLst>
                  <a:ext uri="{FF2B5EF4-FFF2-40B4-BE49-F238E27FC236}">
                    <a16:creationId xmlns:a16="http://schemas.microsoft.com/office/drawing/2014/main" id="{12802677-5125-6406-67C2-E42DA741A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20" y="982739"/>
                <a:ext cx="9461115" cy="415171"/>
              </a:xfrm>
              <a:prstGeom prst="rect">
                <a:avLst/>
              </a:prstGeom>
              <a:blipFill>
                <a:blip r:embed="rId5"/>
                <a:stretch>
                  <a:fillRect l="-709" t="-14706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ounded Rectangle 3">
                <a:extLst>
                  <a:ext uri="{FF2B5EF4-FFF2-40B4-BE49-F238E27FC236}">
                    <a16:creationId xmlns:a16="http://schemas.microsoft.com/office/drawing/2014/main" id="{73F80C96-88EB-2BA6-6656-8C94F0555FEC}"/>
                  </a:ext>
                </a:extLst>
              </p:cNvPr>
              <p:cNvSpPr/>
              <p:nvPr/>
            </p:nvSpPr>
            <p:spPr>
              <a:xfrm>
                <a:off x="61577" y="1685099"/>
                <a:ext cx="1089253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sz="1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C]</a:t>
                </a:r>
                <a:endParaRPr lang="en-JP" sz="14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Rounded Rectangle 3">
                <a:extLst>
                  <a:ext uri="{FF2B5EF4-FFF2-40B4-BE49-F238E27FC236}">
                    <a16:creationId xmlns:a16="http://schemas.microsoft.com/office/drawing/2014/main" id="{73F80C96-88EB-2BA6-6656-8C94F0555F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7" y="1685099"/>
                <a:ext cx="1089253" cy="415171"/>
              </a:xfrm>
              <a:prstGeom prst="roundRect">
                <a:avLst/>
              </a:prstGeom>
              <a:blipFill>
                <a:blip r:embed="rId6"/>
                <a:stretch>
                  <a:fillRect b="-14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Picture 45">
            <a:extLst>
              <a:ext uri="{FF2B5EF4-FFF2-40B4-BE49-F238E27FC236}">
                <a16:creationId xmlns:a16="http://schemas.microsoft.com/office/drawing/2014/main" id="{C1D3E119-8208-12D2-BC36-2ECCA4D8B0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9" t="76256" r="86948" b="6623"/>
          <a:stretch>
            <a:fillRect/>
          </a:stretch>
        </p:blipFill>
        <p:spPr>
          <a:xfrm>
            <a:off x="323469" y="4413039"/>
            <a:ext cx="725084" cy="81541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53E79F03-39EC-02BA-C33B-680A6C5F901C}"/>
              </a:ext>
            </a:extLst>
          </p:cNvPr>
          <p:cNvSpPr txBox="1"/>
          <p:nvPr/>
        </p:nvSpPr>
        <p:spPr>
          <a:xfrm>
            <a:off x="3943032" y="388127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pic>
        <p:nvPicPr>
          <p:cNvPr id="62" name="Picture 61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FC5EABDD-3A42-F9DE-4419-171E916CCE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42" t="1195" b="95799"/>
          <a:stretch/>
        </p:blipFill>
        <p:spPr>
          <a:xfrm>
            <a:off x="10445546" y="949347"/>
            <a:ext cx="1443986" cy="447422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905EC67F-B41B-EDE6-3F0F-419DAF469EE9}"/>
              </a:ext>
            </a:extLst>
          </p:cNvPr>
          <p:cNvGrpSpPr/>
          <p:nvPr/>
        </p:nvGrpSpPr>
        <p:grpSpPr>
          <a:xfrm>
            <a:off x="1263616" y="1478627"/>
            <a:ext cx="872174" cy="854016"/>
            <a:chOff x="6750293" y="2407669"/>
            <a:chExt cx="1780068" cy="1743007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6F9686B-BC39-5C60-4DAF-AB8CD826F7A8}"/>
                </a:ext>
              </a:extLst>
            </p:cNvPr>
            <p:cNvSpPr/>
            <p:nvPr/>
          </p:nvSpPr>
          <p:spPr>
            <a:xfrm>
              <a:off x="6750293" y="2407669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91E973C-5BD2-7CE6-4FA7-ABDC70CB8725}"/>
                </a:ext>
              </a:extLst>
            </p:cNvPr>
            <p:cNvGrpSpPr/>
            <p:nvPr/>
          </p:nvGrpSpPr>
          <p:grpSpPr>
            <a:xfrm>
              <a:off x="6978166" y="2617955"/>
              <a:ext cx="1320364" cy="1319180"/>
              <a:chOff x="6978166" y="2617955"/>
              <a:chExt cx="1320364" cy="1319180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02EBCB3-63E8-582A-B603-90D3D54DFFBB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5F24791B-B8D5-9CC9-3CDD-5087650B3772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4A2DCB17-810B-E584-AC72-FFB5529534B8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D7C73BA1-50A5-4230-A5FF-193FEAF5B675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9C5B179C-9F9C-0EEF-4845-C65D5396E754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" name="フローチャート: 和接合 16">
                  <a:extLst>
                    <a:ext uri="{FF2B5EF4-FFF2-40B4-BE49-F238E27FC236}">
                      <a16:creationId xmlns:a16="http://schemas.microsoft.com/office/drawing/2014/main" id="{33D6F258-5906-E78C-9149-89ED02E9E29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587C2F5-5B23-918A-2509-DA8B339EDE00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66328CD0-B89A-E110-BEDD-EED0F23DDE3B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07" name="楕円 300">
                  <a:extLst>
                    <a:ext uri="{FF2B5EF4-FFF2-40B4-BE49-F238E27FC236}">
                      <a16:creationId xmlns:a16="http://schemas.microsoft.com/office/drawing/2014/main" id="{38289CE9-B909-A409-1CD9-5CE1F140D9D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" name="楕円 301">
                  <a:extLst>
                    <a:ext uri="{FF2B5EF4-FFF2-40B4-BE49-F238E27FC236}">
                      <a16:creationId xmlns:a16="http://schemas.microsoft.com/office/drawing/2014/main" id="{5BD39F8B-B0B5-C468-3C4A-D533D839E7A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36640D9E-47E6-451B-5D44-CB8B2FDC3D76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3DA76387-6600-75F3-381D-1931FF0675D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" name="フローチャート: 和接合 16">
                  <a:extLst>
                    <a:ext uri="{FF2B5EF4-FFF2-40B4-BE49-F238E27FC236}">
                      <a16:creationId xmlns:a16="http://schemas.microsoft.com/office/drawing/2014/main" id="{65B82400-2286-2B92-E405-46AA75EA0B4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6ED1E29F-C161-AC59-2816-9A497497EA14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A0EF2913-BF88-8B96-A82E-13601B05952B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03" name="楕円 300">
                  <a:extLst>
                    <a:ext uri="{FF2B5EF4-FFF2-40B4-BE49-F238E27FC236}">
                      <a16:creationId xmlns:a16="http://schemas.microsoft.com/office/drawing/2014/main" id="{43AA4943-1BC1-C4D1-200F-17C070E49CC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" name="楕円 301">
                  <a:extLst>
                    <a:ext uri="{FF2B5EF4-FFF2-40B4-BE49-F238E27FC236}">
                      <a16:creationId xmlns:a16="http://schemas.microsoft.com/office/drawing/2014/main" id="{5BFB1778-1D97-BE71-4732-5981069541C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D59F1FED-53FB-1C87-3789-7057B9A2D672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31743B97-9E67-4DB1-D3A2-A4A95EB4355E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フローチャート: 和接合 16">
                  <a:extLst>
                    <a:ext uri="{FF2B5EF4-FFF2-40B4-BE49-F238E27FC236}">
                      <a16:creationId xmlns:a16="http://schemas.microsoft.com/office/drawing/2014/main" id="{87C782DA-C1FB-7613-9A02-3A77848FD9C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956C56CF-C4E7-6C46-C8FC-3F4E25684EE7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CAE7FC25-314F-5DB8-7655-431677DFB41F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99" name="楕円 300">
                  <a:extLst>
                    <a:ext uri="{FF2B5EF4-FFF2-40B4-BE49-F238E27FC236}">
                      <a16:creationId xmlns:a16="http://schemas.microsoft.com/office/drawing/2014/main" id="{74AEB0AD-73E0-F93B-F936-B9BD20A8634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" name="楕円 301">
                  <a:extLst>
                    <a:ext uri="{FF2B5EF4-FFF2-40B4-BE49-F238E27FC236}">
                      <a16:creationId xmlns:a16="http://schemas.microsoft.com/office/drawing/2014/main" id="{CDE8FAB5-7C53-B9A2-6624-0AB8335D5E9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CBDE11C2-AC17-E90D-322C-9F5B7A053D0A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E53F59A7-5D1A-276D-0740-65B82E72FCB7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フローチャート: 和接合 16">
                  <a:extLst>
                    <a:ext uri="{FF2B5EF4-FFF2-40B4-BE49-F238E27FC236}">
                      <a16:creationId xmlns:a16="http://schemas.microsoft.com/office/drawing/2014/main" id="{2EBDE7CC-4952-BB89-64A7-BFCF4E97B5F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2D024946-B318-97D0-D724-AFBBABD8C3F7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BBE1BDD0-ECE0-243F-0833-77A15221DB4F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95" name="楕円 300">
                  <a:extLst>
                    <a:ext uri="{FF2B5EF4-FFF2-40B4-BE49-F238E27FC236}">
                      <a16:creationId xmlns:a16="http://schemas.microsoft.com/office/drawing/2014/main" id="{B2119EEB-C11A-0157-D0D5-225AAEFBDF9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" name="楕円 301">
                  <a:extLst>
                    <a:ext uri="{FF2B5EF4-FFF2-40B4-BE49-F238E27FC236}">
                      <a16:creationId xmlns:a16="http://schemas.microsoft.com/office/drawing/2014/main" id="{2CC62EDD-4305-0A9C-EC62-B8B0CA0E26F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BB95A2F-A31A-1905-D114-5F15A9AB6C9A}"/>
              </a:ext>
            </a:extLst>
          </p:cNvPr>
          <p:cNvGrpSpPr/>
          <p:nvPr/>
        </p:nvGrpSpPr>
        <p:grpSpPr>
          <a:xfrm>
            <a:off x="6993840" y="1503260"/>
            <a:ext cx="925486" cy="906217"/>
            <a:chOff x="4693246" y="2402296"/>
            <a:chExt cx="1780068" cy="174300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7DDD00-AFB5-617F-C411-F12396438752}"/>
                </a:ext>
              </a:extLst>
            </p:cNvPr>
            <p:cNvSpPr/>
            <p:nvPr/>
          </p:nvSpPr>
          <p:spPr>
            <a:xfrm>
              <a:off x="4693246" y="2402296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3AE998A-572E-A200-5B1E-0E98FC1357DC}"/>
                </a:ext>
              </a:extLst>
            </p:cNvPr>
            <p:cNvSpPr/>
            <p:nvPr/>
          </p:nvSpPr>
          <p:spPr>
            <a:xfrm>
              <a:off x="4921120" y="2612583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F95718E-A0B7-5A37-69E8-194DA001A2B7}"/>
                </a:ext>
              </a:extLst>
            </p:cNvPr>
            <p:cNvSpPr/>
            <p:nvPr/>
          </p:nvSpPr>
          <p:spPr>
            <a:xfrm rot="5400000">
              <a:off x="5559040" y="1974661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948537F-C3D9-9C69-1271-4001C1BAAD19}"/>
                </a:ext>
              </a:extLst>
            </p:cNvPr>
            <p:cNvSpPr/>
            <p:nvPr/>
          </p:nvSpPr>
          <p:spPr>
            <a:xfrm rot="5400000">
              <a:off x="5560873" y="3251149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4E1D370-D0C0-FD45-BEAD-75F10DB36AD7}"/>
                </a:ext>
              </a:extLst>
            </p:cNvPr>
            <p:cNvSpPr/>
            <p:nvPr/>
          </p:nvSpPr>
          <p:spPr>
            <a:xfrm rot="5400000">
              <a:off x="5519768" y="2256054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フローチャート: 和接合 16">
              <a:extLst>
                <a:ext uri="{FF2B5EF4-FFF2-40B4-BE49-F238E27FC236}">
                  <a16:creationId xmlns:a16="http://schemas.microsoft.com/office/drawing/2014/main" id="{BD49DACC-83C2-6B5E-9E68-3363CC32356A}"/>
                </a:ext>
              </a:extLst>
            </p:cNvPr>
            <p:cNvSpPr/>
            <p:nvPr/>
          </p:nvSpPr>
          <p:spPr bwMode="auto">
            <a:xfrm rot="10800000">
              <a:off x="5548568" y="2843234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7516FD4-21CB-BA99-45A4-ABE8C468A924}"/>
                </a:ext>
              </a:extLst>
            </p:cNvPr>
            <p:cNvSpPr/>
            <p:nvPr/>
          </p:nvSpPr>
          <p:spPr>
            <a:xfrm rot="5400000">
              <a:off x="5520147" y="2097234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881E9B4-E375-4FD2-B4A5-3EAEACB165DB}"/>
                </a:ext>
              </a:extLst>
            </p:cNvPr>
            <p:cNvGrpSpPr/>
            <p:nvPr/>
          </p:nvGrpSpPr>
          <p:grpSpPr>
            <a:xfrm>
              <a:off x="5550747" y="2685552"/>
              <a:ext cx="57600" cy="58165"/>
              <a:chOff x="5550747" y="2678351"/>
              <a:chExt cx="57600" cy="58165"/>
            </a:xfrm>
          </p:grpSpPr>
          <p:sp>
            <p:nvSpPr>
              <p:cNvPr id="75" name="楕円 300">
                <a:extLst>
                  <a:ext uri="{FF2B5EF4-FFF2-40B4-BE49-F238E27FC236}">
                    <a16:creationId xmlns:a16="http://schemas.microsoft.com/office/drawing/2014/main" id="{AB49353D-7C7B-5FFD-EA9A-2402880E8CC8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楕円 301">
                <a:extLst>
                  <a:ext uri="{FF2B5EF4-FFF2-40B4-BE49-F238E27FC236}">
                    <a16:creationId xmlns:a16="http://schemas.microsoft.com/office/drawing/2014/main" id="{91F3CF19-4795-D681-CBBE-9B42BDA66FBE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9140D37-0B8B-960D-F618-CB4A96A93386}"/>
                </a:ext>
              </a:extLst>
            </p:cNvPr>
            <p:cNvSpPr/>
            <p:nvPr/>
          </p:nvSpPr>
          <p:spPr>
            <a:xfrm rot="5400000">
              <a:off x="5519768" y="2574456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フローチャート: 和接合 16">
              <a:extLst>
                <a:ext uri="{FF2B5EF4-FFF2-40B4-BE49-F238E27FC236}">
                  <a16:creationId xmlns:a16="http://schemas.microsoft.com/office/drawing/2014/main" id="{FF1F0688-4A05-0EC2-32F6-7AF4159535B1}"/>
                </a:ext>
              </a:extLst>
            </p:cNvPr>
            <p:cNvSpPr/>
            <p:nvPr/>
          </p:nvSpPr>
          <p:spPr bwMode="auto">
            <a:xfrm rot="10800000">
              <a:off x="5548568" y="3161636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273E9B0-2964-CC54-2A22-8B256B89B67C}"/>
                </a:ext>
              </a:extLst>
            </p:cNvPr>
            <p:cNvSpPr/>
            <p:nvPr/>
          </p:nvSpPr>
          <p:spPr>
            <a:xfrm rot="5400000">
              <a:off x="5520147" y="2415636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A5C916E-A7F8-CD7D-F5C9-209302B73492}"/>
                </a:ext>
              </a:extLst>
            </p:cNvPr>
            <p:cNvGrpSpPr/>
            <p:nvPr/>
          </p:nvGrpSpPr>
          <p:grpSpPr>
            <a:xfrm>
              <a:off x="5550747" y="3003954"/>
              <a:ext cx="57600" cy="58165"/>
              <a:chOff x="5550747" y="2678351"/>
              <a:chExt cx="57600" cy="58165"/>
            </a:xfrm>
          </p:grpSpPr>
          <p:sp>
            <p:nvSpPr>
              <p:cNvPr id="73" name="楕円 300">
                <a:extLst>
                  <a:ext uri="{FF2B5EF4-FFF2-40B4-BE49-F238E27FC236}">
                    <a16:creationId xmlns:a16="http://schemas.microsoft.com/office/drawing/2014/main" id="{76876662-051F-1248-3BEC-0E465133671F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楕円 301">
                <a:extLst>
                  <a:ext uri="{FF2B5EF4-FFF2-40B4-BE49-F238E27FC236}">
                    <a16:creationId xmlns:a16="http://schemas.microsoft.com/office/drawing/2014/main" id="{490AB52B-463B-72F2-9495-0D5D06806E49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8D92B1F-054C-B057-E273-9F047742BB07}"/>
                </a:ext>
              </a:extLst>
            </p:cNvPr>
            <p:cNvSpPr/>
            <p:nvPr/>
          </p:nvSpPr>
          <p:spPr>
            <a:xfrm rot="5400000">
              <a:off x="5519768" y="2892858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フローチャート: 和接合 16">
              <a:extLst>
                <a:ext uri="{FF2B5EF4-FFF2-40B4-BE49-F238E27FC236}">
                  <a16:creationId xmlns:a16="http://schemas.microsoft.com/office/drawing/2014/main" id="{F647F4C7-1F1B-342F-80F2-E65EBF91E3F3}"/>
                </a:ext>
              </a:extLst>
            </p:cNvPr>
            <p:cNvSpPr/>
            <p:nvPr/>
          </p:nvSpPr>
          <p:spPr bwMode="auto">
            <a:xfrm rot="10800000">
              <a:off x="5548568" y="3480038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6A0E292-3290-C665-1C4C-F24C408D7638}"/>
                </a:ext>
              </a:extLst>
            </p:cNvPr>
            <p:cNvSpPr/>
            <p:nvPr/>
          </p:nvSpPr>
          <p:spPr>
            <a:xfrm rot="5400000">
              <a:off x="5520147" y="2734038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F7A89F5-1321-6E8A-3C74-85F3BF4F1AB6}"/>
                </a:ext>
              </a:extLst>
            </p:cNvPr>
            <p:cNvGrpSpPr/>
            <p:nvPr/>
          </p:nvGrpSpPr>
          <p:grpSpPr>
            <a:xfrm>
              <a:off x="5550747" y="3322356"/>
              <a:ext cx="57600" cy="58165"/>
              <a:chOff x="5550747" y="2678351"/>
              <a:chExt cx="57600" cy="58165"/>
            </a:xfrm>
          </p:grpSpPr>
          <p:sp>
            <p:nvSpPr>
              <p:cNvPr id="71" name="楕円 300">
                <a:extLst>
                  <a:ext uri="{FF2B5EF4-FFF2-40B4-BE49-F238E27FC236}">
                    <a16:creationId xmlns:a16="http://schemas.microsoft.com/office/drawing/2014/main" id="{6C1FD0F8-271F-B755-2C7B-5BF75B2141EF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楕円 301">
                <a:extLst>
                  <a:ext uri="{FF2B5EF4-FFF2-40B4-BE49-F238E27FC236}">
                    <a16:creationId xmlns:a16="http://schemas.microsoft.com/office/drawing/2014/main" id="{85F37450-A2C7-77B5-79E8-BE11F50DC1D4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302916F-1DE9-9C53-8762-21BC7C360460}"/>
                </a:ext>
              </a:extLst>
            </p:cNvPr>
            <p:cNvSpPr/>
            <p:nvPr/>
          </p:nvSpPr>
          <p:spPr>
            <a:xfrm rot="5400000">
              <a:off x="5519768" y="3211262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フローチャート: 和接合 16">
              <a:extLst>
                <a:ext uri="{FF2B5EF4-FFF2-40B4-BE49-F238E27FC236}">
                  <a16:creationId xmlns:a16="http://schemas.microsoft.com/office/drawing/2014/main" id="{95967A1B-BD13-F38B-97AA-580C2E3048DD}"/>
                </a:ext>
              </a:extLst>
            </p:cNvPr>
            <p:cNvSpPr/>
            <p:nvPr/>
          </p:nvSpPr>
          <p:spPr bwMode="auto">
            <a:xfrm rot="10800000">
              <a:off x="5548568" y="3798442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633B53A-73BB-1D6A-14CC-906B95C53F15}"/>
                </a:ext>
              </a:extLst>
            </p:cNvPr>
            <p:cNvSpPr/>
            <p:nvPr/>
          </p:nvSpPr>
          <p:spPr>
            <a:xfrm rot="5400000">
              <a:off x="5520147" y="3052440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9FA5643-C7D3-9B23-CB0F-2868D3E1B663}"/>
                </a:ext>
              </a:extLst>
            </p:cNvPr>
            <p:cNvGrpSpPr/>
            <p:nvPr/>
          </p:nvGrpSpPr>
          <p:grpSpPr>
            <a:xfrm>
              <a:off x="5550747" y="3640758"/>
              <a:ext cx="57600" cy="58165"/>
              <a:chOff x="5550747" y="2678351"/>
              <a:chExt cx="57600" cy="58165"/>
            </a:xfrm>
          </p:grpSpPr>
          <p:sp>
            <p:nvSpPr>
              <p:cNvPr id="69" name="楕円 300">
                <a:extLst>
                  <a:ext uri="{FF2B5EF4-FFF2-40B4-BE49-F238E27FC236}">
                    <a16:creationId xmlns:a16="http://schemas.microsoft.com/office/drawing/2014/main" id="{D3DE6F52-364A-9CE1-CBC7-88FFA521C0A8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楕円 301">
                <a:extLst>
                  <a:ext uri="{FF2B5EF4-FFF2-40B4-BE49-F238E27FC236}">
                    <a16:creationId xmlns:a16="http://schemas.microsoft.com/office/drawing/2014/main" id="{CA2CA171-253E-AFA3-2EE1-69FD739ED752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112" name="Picture 111" descr="A blue rectangle with a black line&#10;&#10;AI-generated content may be incorrect.">
            <a:extLst>
              <a:ext uri="{FF2B5EF4-FFF2-40B4-BE49-F238E27FC236}">
                <a16:creationId xmlns:a16="http://schemas.microsoft.com/office/drawing/2014/main" id="{E3AA4802-4136-9D90-C397-878BFC836A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0843" r="6084" b="10939"/>
          <a:stretch/>
        </p:blipFill>
        <p:spPr>
          <a:xfrm>
            <a:off x="3901018" y="4114800"/>
            <a:ext cx="1207190" cy="1209424"/>
          </a:xfrm>
          <a:prstGeom prst="rect">
            <a:avLst/>
          </a:prstGeom>
        </p:spPr>
      </p:pic>
      <p:pic>
        <p:nvPicPr>
          <p:cNvPr id="117" name="Picture 116" descr="A blue rectangle with a black line&#10;&#10;AI-generated content may be incorrect.">
            <a:extLst>
              <a:ext uri="{FF2B5EF4-FFF2-40B4-BE49-F238E27FC236}">
                <a16:creationId xmlns:a16="http://schemas.microsoft.com/office/drawing/2014/main" id="{47808C55-C5E3-AE6D-CD50-5266F270C6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" t="14760" r="88743" b="35818"/>
          <a:stretch/>
        </p:blipFill>
        <p:spPr>
          <a:xfrm>
            <a:off x="220148" y="2110388"/>
            <a:ext cx="895059" cy="237296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F7C70E-E608-0158-6218-06F93B4DBDCB}"/>
              </a:ext>
            </a:extLst>
          </p:cNvPr>
          <p:cNvCxnSpPr>
            <a:cxnSpLocks/>
          </p:cNvCxnSpPr>
          <p:nvPr/>
        </p:nvCxnSpPr>
        <p:spPr>
          <a:xfrm flipV="1">
            <a:off x="4810045" y="3522044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52" descr="A green and orange rectangular object&#10;&#10;AI-generated content may be incorrect.">
            <a:extLst>
              <a:ext uri="{FF2B5EF4-FFF2-40B4-BE49-F238E27FC236}">
                <a16:creationId xmlns:a16="http://schemas.microsoft.com/office/drawing/2014/main" id="{3596D296-BE06-D524-F8C3-82A3E66A453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07" t="12301" r="6881" b="12456"/>
          <a:stretch/>
        </p:blipFill>
        <p:spPr>
          <a:xfrm>
            <a:off x="9788508" y="4086862"/>
            <a:ext cx="1253223" cy="1202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6">
                <a:extLst>
                  <a:ext uri="{FF2B5EF4-FFF2-40B4-BE49-F238E27FC236}">
                    <a16:creationId xmlns:a16="http://schemas.microsoft.com/office/drawing/2014/main" id="{9340547D-3F4D-F198-5435-A8FE297ED8BE}"/>
                  </a:ext>
                </a:extLst>
              </p:cNvPr>
              <p:cNvSpPr/>
              <p:nvPr/>
            </p:nvSpPr>
            <p:spPr>
              <a:xfrm>
                <a:off x="10898198" y="3335306"/>
                <a:ext cx="1272305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67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0" name="Rounded Rectangle 6">
                <a:extLst>
                  <a:ext uri="{FF2B5EF4-FFF2-40B4-BE49-F238E27FC236}">
                    <a16:creationId xmlns:a16="http://schemas.microsoft.com/office/drawing/2014/main" id="{9340547D-3F4D-F198-5435-A8FE297ED8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8198" y="3335306"/>
                <a:ext cx="1272305" cy="415171"/>
              </a:xfrm>
              <a:prstGeom prst="roundRect">
                <a:avLst/>
              </a:prstGeom>
              <a:blipFill>
                <a:blip r:embed="rId12"/>
                <a:stretch>
                  <a:fillRect t="-27941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7139886-3368-04B7-0EB8-6382994EBF2F}"/>
              </a:ext>
            </a:extLst>
          </p:cNvPr>
          <p:cNvCxnSpPr>
            <a:cxnSpLocks/>
          </p:cNvCxnSpPr>
          <p:nvPr/>
        </p:nvCxnSpPr>
        <p:spPr>
          <a:xfrm flipV="1">
            <a:off x="10534908" y="3725127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AFD8452-D5B4-61B7-DB89-777B53CECEBB}"/>
              </a:ext>
            </a:extLst>
          </p:cNvPr>
          <p:cNvSpPr txBox="1"/>
          <p:nvPr/>
        </p:nvSpPr>
        <p:spPr>
          <a:xfrm>
            <a:off x="9831896" y="3861172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119" name="テキスト プレースホルダー 2">
            <a:extLst>
              <a:ext uri="{FF2B5EF4-FFF2-40B4-BE49-F238E27FC236}">
                <a16:creationId xmlns:a16="http://schemas.microsoft.com/office/drawing/2014/main" id="{B1BE99AF-80C7-679C-CF2C-A5227F200AD8}"/>
              </a:ext>
            </a:extLst>
          </p:cNvPr>
          <p:cNvSpPr txBox="1">
            <a:spLocks/>
          </p:cNvSpPr>
          <p:nvPr/>
        </p:nvSpPr>
        <p:spPr>
          <a:xfrm>
            <a:off x="1530153" y="5484521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20" name="テキスト プレースホルダー 2">
            <a:extLst>
              <a:ext uri="{FF2B5EF4-FFF2-40B4-BE49-F238E27FC236}">
                <a16:creationId xmlns:a16="http://schemas.microsoft.com/office/drawing/2014/main" id="{7188E30B-C919-40C5-2462-7D6E8365CC2B}"/>
              </a:ext>
            </a:extLst>
          </p:cNvPr>
          <p:cNvSpPr txBox="1">
            <a:spLocks/>
          </p:cNvSpPr>
          <p:nvPr/>
        </p:nvSpPr>
        <p:spPr>
          <a:xfrm>
            <a:off x="6825492" y="5504692"/>
            <a:ext cx="3742946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961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FD90-BC55-88DF-96EA-9F59CBA05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/>
              <a:t>ICMASS</a:t>
            </a:r>
          </a:p>
        </p:txBody>
      </p:sp>
      <p:pic>
        <p:nvPicPr>
          <p:cNvPr id="22" name="Picture 21" descr="A grey rectangular object with a red stripe&#10;&#10;AI-generated content may be incorrect.">
            <a:extLst>
              <a:ext uri="{FF2B5EF4-FFF2-40B4-BE49-F238E27FC236}">
                <a16:creationId xmlns:a16="http://schemas.microsoft.com/office/drawing/2014/main" id="{5BFC8990-8259-6C6A-662B-E3303B124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3" t="15046" r="13970" b="5728"/>
          <a:stretch>
            <a:fillRect/>
          </a:stretch>
        </p:blipFill>
        <p:spPr>
          <a:xfrm>
            <a:off x="960145" y="1622281"/>
            <a:ext cx="1237366" cy="781166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7706766-7E4F-7089-F4EF-DA869774C2CB}"/>
              </a:ext>
            </a:extLst>
          </p:cNvPr>
          <p:cNvSpPr/>
          <p:nvPr/>
        </p:nvSpPr>
        <p:spPr>
          <a:xfrm rot="1553891">
            <a:off x="1036614" y="2008344"/>
            <a:ext cx="534812" cy="231281"/>
          </a:xfrm>
          <a:prstGeom prst="roundRect">
            <a:avLst/>
          </a:prstGeom>
          <a:noFill/>
          <a:ln>
            <a:solidFill>
              <a:srgbClr val="00206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/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E0196C2B-FC75-018C-8383-A766E3B4F998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1544571" y="2240781"/>
            <a:ext cx="652940" cy="44164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C85A946-3A84-EF78-4E8C-B046B1F3A0C5}"/>
              </a:ext>
            </a:extLst>
          </p:cNvPr>
          <p:cNvSpPr/>
          <p:nvPr/>
        </p:nvSpPr>
        <p:spPr>
          <a:xfrm>
            <a:off x="5026643" y="2407669"/>
            <a:ext cx="1780068" cy="1743007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08DFE3-501A-EC2B-51A0-49E067B84AD2}"/>
              </a:ext>
            </a:extLst>
          </p:cNvPr>
          <p:cNvSpPr/>
          <p:nvPr/>
        </p:nvSpPr>
        <p:spPr>
          <a:xfrm>
            <a:off x="2969596" y="2402296"/>
            <a:ext cx="1780068" cy="1743007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964700-DA72-81A6-526E-760D0279B903}"/>
              </a:ext>
            </a:extLst>
          </p:cNvPr>
          <p:cNvSpPr/>
          <p:nvPr/>
        </p:nvSpPr>
        <p:spPr>
          <a:xfrm>
            <a:off x="3197470" y="2612583"/>
            <a:ext cx="1318530" cy="1319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2C2EE7-FE96-7129-266B-9CD1408E94F1}"/>
              </a:ext>
            </a:extLst>
          </p:cNvPr>
          <p:cNvSpPr/>
          <p:nvPr/>
        </p:nvSpPr>
        <p:spPr>
          <a:xfrm rot="5400000">
            <a:off x="3835390" y="1974661"/>
            <a:ext cx="42690" cy="131853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5DDC5E9-2070-918A-A21B-D61A57EFED07}"/>
              </a:ext>
            </a:extLst>
          </p:cNvPr>
          <p:cNvSpPr/>
          <p:nvPr/>
        </p:nvSpPr>
        <p:spPr>
          <a:xfrm rot="5400000">
            <a:off x="3837223" y="3251149"/>
            <a:ext cx="42690" cy="1318531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B5BD28-6BD6-6446-0592-DD39F1148AF4}"/>
              </a:ext>
            </a:extLst>
          </p:cNvPr>
          <p:cNvSpPr/>
          <p:nvPr/>
        </p:nvSpPr>
        <p:spPr>
          <a:xfrm rot="5400000">
            <a:off x="3796118" y="2256054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フローチャート: 和接合 16">
            <a:extLst>
              <a:ext uri="{FF2B5EF4-FFF2-40B4-BE49-F238E27FC236}">
                <a16:creationId xmlns:a16="http://schemas.microsoft.com/office/drawing/2014/main" id="{B794C24C-5C1A-A6AB-EE7F-AE6847697EED}"/>
              </a:ext>
            </a:extLst>
          </p:cNvPr>
          <p:cNvSpPr/>
          <p:nvPr/>
        </p:nvSpPr>
        <p:spPr bwMode="auto">
          <a:xfrm rot="10800000">
            <a:off x="3824918" y="2843234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0596CE-4866-2380-9A53-4DC1237F5881}"/>
              </a:ext>
            </a:extLst>
          </p:cNvPr>
          <p:cNvSpPr/>
          <p:nvPr/>
        </p:nvSpPr>
        <p:spPr>
          <a:xfrm rot="5400000">
            <a:off x="3796497" y="2097234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F30B72F-60B2-20FA-7431-D15E192F5F63}"/>
              </a:ext>
            </a:extLst>
          </p:cNvPr>
          <p:cNvGrpSpPr/>
          <p:nvPr/>
        </p:nvGrpSpPr>
        <p:grpSpPr>
          <a:xfrm>
            <a:off x="3827097" y="2685552"/>
            <a:ext cx="57600" cy="58165"/>
            <a:chOff x="5550747" y="2678351"/>
            <a:chExt cx="57600" cy="58165"/>
          </a:xfrm>
        </p:grpSpPr>
        <p:sp>
          <p:nvSpPr>
            <p:cNvPr id="39" name="楕円 300">
              <a:extLst>
                <a:ext uri="{FF2B5EF4-FFF2-40B4-BE49-F238E27FC236}">
                  <a16:creationId xmlns:a16="http://schemas.microsoft.com/office/drawing/2014/main" id="{2F75FD39-972D-AFFD-DC34-395FFA2CC25A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楕円 301">
              <a:extLst>
                <a:ext uri="{FF2B5EF4-FFF2-40B4-BE49-F238E27FC236}">
                  <a16:creationId xmlns:a16="http://schemas.microsoft.com/office/drawing/2014/main" id="{7FA523F4-496C-B374-145B-A1105C5FC60C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9522217-877E-D23D-A267-7FF5117F7ECD}"/>
              </a:ext>
            </a:extLst>
          </p:cNvPr>
          <p:cNvCxnSpPr/>
          <p:nvPr/>
        </p:nvCxnSpPr>
        <p:spPr>
          <a:xfrm>
            <a:off x="2803354" y="2274580"/>
            <a:ext cx="0" cy="2131289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9">
            <a:extLst>
              <a:ext uri="{FF2B5EF4-FFF2-40B4-BE49-F238E27FC236}">
                <a16:creationId xmlns:a16="http://schemas.microsoft.com/office/drawing/2014/main" id="{BC18AD6E-CDC2-7F83-72C6-673D2A8C5D5B}"/>
              </a:ext>
            </a:extLst>
          </p:cNvPr>
          <p:cNvSpPr/>
          <p:nvPr/>
        </p:nvSpPr>
        <p:spPr>
          <a:xfrm rot="5400000">
            <a:off x="1297773" y="3116949"/>
            <a:ext cx="2547447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Thermal Conduction</a:t>
            </a:r>
          </a:p>
        </p:txBody>
      </p:sp>
      <p:sp>
        <p:nvSpPr>
          <p:cNvPr id="92" name="テキスト プレースホルダー 2">
            <a:extLst>
              <a:ext uri="{FF2B5EF4-FFF2-40B4-BE49-F238E27FC236}">
                <a16:creationId xmlns:a16="http://schemas.microsoft.com/office/drawing/2014/main" id="{E8B19AA4-6FBA-C296-8A9D-1229EF27B065}"/>
              </a:ext>
            </a:extLst>
          </p:cNvPr>
          <p:cNvSpPr txBox="1">
            <a:spLocks/>
          </p:cNvSpPr>
          <p:nvPr/>
        </p:nvSpPr>
        <p:spPr>
          <a:xfrm>
            <a:off x="2967717" y="2033925"/>
            <a:ext cx="1780068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</a:t>
            </a:r>
            <a:endParaRPr kumimoji="1" lang="ja-JP" altLang="en-US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3" name="テキスト プレースホルダー 2">
            <a:extLst>
              <a:ext uri="{FF2B5EF4-FFF2-40B4-BE49-F238E27FC236}">
                <a16:creationId xmlns:a16="http://schemas.microsoft.com/office/drawing/2014/main" id="{55CF2F54-1C39-662E-2C2A-560A3A4BF317}"/>
              </a:ext>
            </a:extLst>
          </p:cNvPr>
          <p:cNvSpPr txBox="1">
            <a:spLocks/>
          </p:cNvSpPr>
          <p:nvPr/>
        </p:nvSpPr>
        <p:spPr>
          <a:xfrm>
            <a:off x="5026644" y="2054096"/>
            <a:ext cx="1780068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</a:t>
            </a:r>
            <a:endParaRPr kumimoji="1" lang="ja-JP" altLang="en-US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992F112-13BE-16FC-264D-FA731E1D3371}"/>
              </a:ext>
            </a:extLst>
          </p:cNvPr>
          <p:cNvSpPr/>
          <p:nvPr/>
        </p:nvSpPr>
        <p:spPr>
          <a:xfrm rot="5400000">
            <a:off x="3796118" y="2574456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フローチャート: 和接合 16">
            <a:extLst>
              <a:ext uri="{FF2B5EF4-FFF2-40B4-BE49-F238E27FC236}">
                <a16:creationId xmlns:a16="http://schemas.microsoft.com/office/drawing/2014/main" id="{7E9EDD55-AF6B-91D7-B998-21DF4741C49F}"/>
              </a:ext>
            </a:extLst>
          </p:cNvPr>
          <p:cNvSpPr/>
          <p:nvPr/>
        </p:nvSpPr>
        <p:spPr bwMode="auto">
          <a:xfrm rot="10800000">
            <a:off x="3824918" y="3161636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A597570-8E1C-F7B9-8DAC-B75FDE3748EF}"/>
              </a:ext>
            </a:extLst>
          </p:cNvPr>
          <p:cNvSpPr/>
          <p:nvPr/>
        </p:nvSpPr>
        <p:spPr>
          <a:xfrm rot="5400000">
            <a:off x="3796497" y="2415636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459A767-DA9E-5E39-D119-72227ED8507F}"/>
              </a:ext>
            </a:extLst>
          </p:cNvPr>
          <p:cNvGrpSpPr/>
          <p:nvPr/>
        </p:nvGrpSpPr>
        <p:grpSpPr>
          <a:xfrm>
            <a:off x="3827097" y="3003954"/>
            <a:ext cx="57600" cy="58165"/>
            <a:chOff x="5550747" y="2678351"/>
            <a:chExt cx="57600" cy="58165"/>
          </a:xfrm>
        </p:grpSpPr>
        <p:sp>
          <p:nvSpPr>
            <p:cNvPr id="99" name="楕円 300">
              <a:extLst>
                <a:ext uri="{FF2B5EF4-FFF2-40B4-BE49-F238E27FC236}">
                  <a16:creationId xmlns:a16="http://schemas.microsoft.com/office/drawing/2014/main" id="{6744662D-C4E0-1C13-157A-F1283EDC3294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楕円 301">
              <a:extLst>
                <a:ext uri="{FF2B5EF4-FFF2-40B4-BE49-F238E27FC236}">
                  <a16:creationId xmlns:a16="http://schemas.microsoft.com/office/drawing/2014/main" id="{F0908E85-52A4-D32C-44F7-EA9512D9836C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7AEB56C-79FB-438B-7E67-63104D5EF06F}"/>
              </a:ext>
            </a:extLst>
          </p:cNvPr>
          <p:cNvSpPr/>
          <p:nvPr/>
        </p:nvSpPr>
        <p:spPr>
          <a:xfrm rot="5400000">
            <a:off x="3796118" y="2892858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フローチャート: 和接合 16">
            <a:extLst>
              <a:ext uri="{FF2B5EF4-FFF2-40B4-BE49-F238E27FC236}">
                <a16:creationId xmlns:a16="http://schemas.microsoft.com/office/drawing/2014/main" id="{24FDF737-B4E7-E675-6F68-107CDE542279}"/>
              </a:ext>
            </a:extLst>
          </p:cNvPr>
          <p:cNvSpPr/>
          <p:nvPr/>
        </p:nvSpPr>
        <p:spPr bwMode="auto">
          <a:xfrm rot="10800000">
            <a:off x="3824918" y="3480038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257E6EF-AE46-9697-9AC7-0AEB98C1DEEF}"/>
              </a:ext>
            </a:extLst>
          </p:cNvPr>
          <p:cNvSpPr/>
          <p:nvPr/>
        </p:nvSpPr>
        <p:spPr>
          <a:xfrm rot="5400000">
            <a:off x="3796497" y="2734038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9C7CD66-DE83-47B9-D09C-F220A713A150}"/>
              </a:ext>
            </a:extLst>
          </p:cNvPr>
          <p:cNvGrpSpPr/>
          <p:nvPr/>
        </p:nvGrpSpPr>
        <p:grpSpPr>
          <a:xfrm>
            <a:off x="3827097" y="3322356"/>
            <a:ext cx="57600" cy="58165"/>
            <a:chOff x="5550747" y="2678351"/>
            <a:chExt cx="57600" cy="58165"/>
          </a:xfrm>
        </p:grpSpPr>
        <p:sp>
          <p:nvSpPr>
            <p:cNvPr id="105" name="楕円 300">
              <a:extLst>
                <a:ext uri="{FF2B5EF4-FFF2-40B4-BE49-F238E27FC236}">
                  <a16:creationId xmlns:a16="http://schemas.microsoft.com/office/drawing/2014/main" id="{344463ED-3B32-4C42-E247-24BF43C5C467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楕円 301">
              <a:extLst>
                <a:ext uri="{FF2B5EF4-FFF2-40B4-BE49-F238E27FC236}">
                  <a16:creationId xmlns:a16="http://schemas.microsoft.com/office/drawing/2014/main" id="{6FD0EFC6-A7C2-7EAD-1586-82A72D17A626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49BCA54-259D-4799-47C6-3F721932B9E2}"/>
              </a:ext>
            </a:extLst>
          </p:cNvPr>
          <p:cNvSpPr/>
          <p:nvPr/>
        </p:nvSpPr>
        <p:spPr>
          <a:xfrm rot="5400000">
            <a:off x="3796118" y="3211262"/>
            <a:ext cx="118800" cy="123556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フローチャート: 和接合 16">
            <a:extLst>
              <a:ext uri="{FF2B5EF4-FFF2-40B4-BE49-F238E27FC236}">
                <a16:creationId xmlns:a16="http://schemas.microsoft.com/office/drawing/2014/main" id="{C3369EA2-9473-716D-1161-7E4E41E39CD1}"/>
              </a:ext>
            </a:extLst>
          </p:cNvPr>
          <p:cNvSpPr/>
          <p:nvPr/>
        </p:nvSpPr>
        <p:spPr bwMode="auto">
          <a:xfrm rot="10800000">
            <a:off x="3824918" y="3798442"/>
            <a:ext cx="61200" cy="6120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7CC5702-056C-08E4-8823-73BD732C1119}"/>
              </a:ext>
            </a:extLst>
          </p:cNvPr>
          <p:cNvSpPr/>
          <p:nvPr/>
        </p:nvSpPr>
        <p:spPr>
          <a:xfrm rot="5400000">
            <a:off x="3796497" y="3052440"/>
            <a:ext cx="118800" cy="12348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41BAC13-BB1E-CC66-02BD-85BE615F9801}"/>
              </a:ext>
            </a:extLst>
          </p:cNvPr>
          <p:cNvGrpSpPr/>
          <p:nvPr/>
        </p:nvGrpSpPr>
        <p:grpSpPr>
          <a:xfrm>
            <a:off x="3827097" y="3640758"/>
            <a:ext cx="57600" cy="58165"/>
            <a:chOff x="5550747" y="2678351"/>
            <a:chExt cx="57600" cy="58165"/>
          </a:xfrm>
        </p:grpSpPr>
        <p:sp>
          <p:nvSpPr>
            <p:cNvPr id="111" name="楕円 300">
              <a:extLst>
                <a:ext uri="{FF2B5EF4-FFF2-40B4-BE49-F238E27FC236}">
                  <a16:creationId xmlns:a16="http://schemas.microsoft.com/office/drawing/2014/main" id="{6EBCAD76-21C5-544F-29D8-C40CE22DD14B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楕円 301">
              <a:extLst>
                <a:ext uri="{FF2B5EF4-FFF2-40B4-BE49-F238E27FC236}">
                  <a16:creationId xmlns:a16="http://schemas.microsoft.com/office/drawing/2014/main" id="{033EA019-14C0-59B6-1D95-A9CDFAC4F562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32F71EB-B716-C7AC-1B19-7300B1B37105}"/>
              </a:ext>
            </a:extLst>
          </p:cNvPr>
          <p:cNvGrpSpPr/>
          <p:nvPr/>
        </p:nvGrpSpPr>
        <p:grpSpPr>
          <a:xfrm>
            <a:off x="5254516" y="2617955"/>
            <a:ext cx="1320364" cy="1319180"/>
            <a:chOff x="6978166" y="2617955"/>
            <a:chExt cx="1320364" cy="131918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6D2FEFB-0E35-5E41-A242-CBC2586489C8}"/>
                </a:ext>
              </a:extLst>
            </p:cNvPr>
            <p:cNvSpPr/>
            <p:nvPr/>
          </p:nvSpPr>
          <p:spPr>
            <a:xfrm>
              <a:off x="6978167" y="2617956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0B0C304-94F8-81E4-8964-733223EDDEB4}"/>
                </a:ext>
              </a:extLst>
            </p:cNvPr>
            <p:cNvSpPr/>
            <p:nvPr/>
          </p:nvSpPr>
          <p:spPr>
            <a:xfrm rot="5400000">
              <a:off x="7616087" y="1980034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8C000D2-6171-EA0B-C00B-D5929EF9B7D3}"/>
                </a:ext>
              </a:extLst>
            </p:cNvPr>
            <p:cNvSpPr/>
            <p:nvPr/>
          </p:nvSpPr>
          <p:spPr>
            <a:xfrm rot="5400000">
              <a:off x="7617920" y="3256522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C51A3813-6656-E664-6758-075B692910E8}"/>
                </a:ext>
              </a:extLst>
            </p:cNvPr>
            <p:cNvGrpSpPr/>
            <p:nvPr/>
          </p:nvGrpSpPr>
          <p:grpSpPr>
            <a:xfrm rot="16200000">
              <a:off x="6621649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480A07FD-D87A-67F8-B97D-A776F931EDDC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" name="フローチャート: 和接合 16">
                <a:extLst>
                  <a:ext uri="{FF2B5EF4-FFF2-40B4-BE49-F238E27FC236}">
                    <a16:creationId xmlns:a16="http://schemas.microsoft.com/office/drawing/2014/main" id="{68A78E18-8BE4-ECA2-CE68-997FD364B2AB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7C05C726-1D5D-DAEE-8667-08E9444AC83F}"/>
                </a:ext>
              </a:extLst>
            </p:cNvPr>
            <p:cNvSpPr/>
            <p:nvPr/>
          </p:nvSpPr>
          <p:spPr>
            <a:xfrm>
              <a:off x="7020829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7A513235-EA8D-DC68-7B16-464D36597EEC}"/>
                </a:ext>
              </a:extLst>
            </p:cNvPr>
            <p:cNvGrpSpPr/>
            <p:nvPr/>
          </p:nvGrpSpPr>
          <p:grpSpPr>
            <a:xfrm rot="16200000">
              <a:off x="7051430" y="3248500"/>
              <a:ext cx="57600" cy="58165"/>
              <a:chOff x="5550747" y="2678351"/>
              <a:chExt cx="57600" cy="58165"/>
            </a:xfrm>
          </p:grpSpPr>
          <p:sp>
            <p:nvSpPr>
              <p:cNvPr id="142" name="楕円 300">
                <a:extLst>
                  <a:ext uri="{FF2B5EF4-FFF2-40B4-BE49-F238E27FC236}">
                    <a16:creationId xmlns:a16="http://schemas.microsoft.com/office/drawing/2014/main" id="{133FC810-7763-5A58-7BEB-F8D9E1C62DFD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楕円 301">
                <a:extLst>
                  <a:ext uri="{FF2B5EF4-FFF2-40B4-BE49-F238E27FC236}">
                    <a16:creationId xmlns:a16="http://schemas.microsoft.com/office/drawing/2014/main" id="{4B7782E0-129A-E71E-3693-0FCCD4A68734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E4D405C1-8A22-8CA4-1896-03FC22CCA6A8}"/>
                </a:ext>
              </a:extLst>
            </p:cNvPr>
            <p:cNvGrpSpPr/>
            <p:nvPr/>
          </p:nvGrpSpPr>
          <p:grpSpPr>
            <a:xfrm rot="16200000">
              <a:off x="6940051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7B6F512F-EFA7-41BB-D882-75CD29DB8E37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" name="フローチャート: 和接合 16">
                <a:extLst>
                  <a:ext uri="{FF2B5EF4-FFF2-40B4-BE49-F238E27FC236}">
                    <a16:creationId xmlns:a16="http://schemas.microsoft.com/office/drawing/2014/main" id="{EFF71750-B867-4544-64AD-E169FD86709D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C6AAFA3-BEF0-BF86-F0FC-C40DEBD5877F}"/>
                </a:ext>
              </a:extLst>
            </p:cNvPr>
            <p:cNvSpPr/>
            <p:nvPr/>
          </p:nvSpPr>
          <p:spPr>
            <a:xfrm>
              <a:off x="7339231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6DB5029F-321A-24BB-9D97-6961B7E9D34C}"/>
                </a:ext>
              </a:extLst>
            </p:cNvPr>
            <p:cNvGrpSpPr/>
            <p:nvPr/>
          </p:nvGrpSpPr>
          <p:grpSpPr>
            <a:xfrm rot="16200000">
              <a:off x="7369832" y="3248500"/>
              <a:ext cx="57600" cy="58165"/>
              <a:chOff x="5550747" y="2678351"/>
              <a:chExt cx="57600" cy="58165"/>
            </a:xfrm>
          </p:grpSpPr>
          <p:sp>
            <p:nvSpPr>
              <p:cNvPr id="138" name="楕円 300">
                <a:extLst>
                  <a:ext uri="{FF2B5EF4-FFF2-40B4-BE49-F238E27FC236}">
                    <a16:creationId xmlns:a16="http://schemas.microsoft.com/office/drawing/2014/main" id="{E5BBAB16-C915-94A5-074E-BA5440E8F81F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楕円 301">
                <a:extLst>
                  <a:ext uri="{FF2B5EF4-FFF2-40B4-BE49-F238E27FC236}">
                    <a16:creationId xmlns:a16="http://schemas.microsoft.com/office/drawing/2014/main" id="{6FBD9AF2-297C-60F0-2605-8F74833DF31D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A5BE4D71-4A4E-6A70-C5C8-69443D1A1685}"/>
                </a:ext>
              </a:extLst>
            </p:cNvPr>
            <p:cNvGrpSpPr/>
            <p:nvPr/>
          </p:nvGrpSpPr>
          <p:grpSpPr>
            <a:xfrm rot="16200000">
              <a:off x="7258453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EA3A2C78-6A58-8209-3406-7A0885025758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" name="フローチャート: 和接合 16">
                <a:extLst>
                  <a:ext uri="{FF2B5EF4-FFF2-40B4-BE49-F238E27FC236}">
                    <a16:creationId xmlns:a16="http://schemas.microsoft.com/office/drawing/2014/main" id="{7B96A5D8-C4B6-5368-A130-E7188E816D00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90D98725-C57F-23E6-CCE0-C99D4782C6FC}"/>
                </a:ext>
              </a:extLst>
            </p:cNvPr>
            <p:cNvSpPr/>
            <p:nvPr/>
          </p:nvSpPr>
          <p:spPr>
            <a:xfrm>
              <a:off x="7657633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C06A78D9-09F2-F329-2BEF-D54093F226F9}"/>
                </a:ext>
              </a:extLst>
            </p:cNvPr>
            <p:cNvGrpSpPr/>
            <p:nvPr/>
          </p:nvGrpSpPr>
          <p:grpSpPr>
            <a:xfrm rot="16200000">
              <a:off x="7688234" y="3248500"/>
              <a:ext cx="57600" cy="58165"/>
              <a:chOff x="5550747" y="2678351"/>
              <a:chExt cx="57600" cy="58165"/>
            </a:xfrm>
          </p:grpSpPr>
          <p:sp>
            <p:nvSpPr>
              <p:cNvPr id="134" name="楕円 300">
                <a:extLst>
                  <a:ext uri="{FF2B5EF4-FFF2-40B4-BE49-F238E27FC236}">
                    <a16:creationId xmlns:a16="http://schemas.microsoft.com/office/drawing/2014/main" id="{42E8E9B2-6EEC-9B14-20EE-D87CB23C8E3B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楕円 301">
                <a:extLst>
                  <a:ext uri="{FF2B5EF4-FFF2-40B4-BE49-F238E27FC236}">
                    <a16:creationId xmlns:a16="http://schemas.microsoft.com/office/drawing/2014/main" id="{96FD947C-3944-AEAD-9A26-31A9B5B4E83E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B572E016-23FB-9CB7-2CA0-3581CC5AD51C}"/>
                </a:ext>
              </a:extLst>
            </p:cNvPr>
            <p:cNvGrpSpPr/>
            <p:nvPr/>
          </p:nvGrpSpPr>
          <p:grpSpPr>
            <a:xfrm rot="16200000">
              <a:off x="7576857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C026F43E-EAFE-6954-EBE6-C4688DD45D27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フローチャート: 和接合 16">
                <a:extLst>
                  <a:ext uri="{FF2B5EF4-FFF2-40B4-BE49-F238E27FC236}">
                    <a16:creationId xmlns:a16="http://schemas.microsoft.com/office/drawing/2014/main" id="{26A76415-4DBC-D9DB-C6FD-31DAF11AA011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3FC630C-B7AB-DFEB-BB37-921768D81035}"/>
                </a:ext>
              </a:extLst>
            </p:cNvPr>
            <p:cNvSpPr/>
            <p:nvPr/>
          </p:nvSpPr>
          <p:spPr>
            <a:xfrm>
              <a:off x="7976035" y="2660182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F3E68604-96ED-3FB8-474F-9658FAA6EDA9}"/>
                </a:ext>
              </a:extLst>
            </p:cNvPr>
            <p:cNvGrpSpPr/>
            <p:nvPr/>
          </p:nvGrpSpPr>
          <p:grpSpPr>
            <a:xfrm rot="16200000">
              <a:off x="8006636" y="3248499"/>
              <a:ext cx="57600" cy="58165"/>
              <a:chOff x="5550747" y="2678351"/>
              <a:chExt cx="57600" cy="58165"/>
            </a:xfrm>
          </p:grpSpPr>
          <p:sp>
            <p:nvSpPr>
              <p:cNvPr id="130" name="楕円 300">
                <a:extLst>
                  <a:ext uri="{FF2B5EF4-FFF2-40B4-BE49-F238E27FC236}">
                    <a16:creationId xmlns:a16="http://schemas.microsoft.com/office/drawing/2014/main" id="{FB43295B-7334-06B9-3C2D-8F39A5AD1177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" name="楕円 301">
                <a:extLst>
                  <a:ext uri="{FF2B5EF4-FFF2-40B4-BE49-F238E27FC236}">
                    <a16:creationId xmlns:a16="http://schemas.microsoft.com/office/drawing/2014/main" id="{CD321BE4-CF4A-5C79-A626-47BC2CDD20C5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47" name="Rectangle 146">
            <a:extLst>
              <a:ext uri="{FF2B5EF4-FFF2-40B4-BE49-F238E27FC236}">
                <a16:creationId xmlns:a16="http://schemas.microsoft.com/office/drawing/2014/main" id="{DAA29CB7-B6B6-76D3-CAD4-F9FA305F1519}"/>
              </a:ext>
            </a:extLst>
          </p:cNvPr>
          <p:cNvSpPr/>
          <p:nvPr/>
        </p:nvSpPr>
        <p:spPr>
          <a:xfrm>
            <a:off x="7381827" y="-2368924"/>
            <a:ext cx="4022539" cy="2026844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29986F2-C305-10F9-F431-5F5B6BFD30D1}"/>
              </a:ext>
            </a:extLst>
          </p:cNvPr>
          <p:cNvSpPr/>
          <p:nvPr/>
        </p:nvSpPr>
        <p:spPr>
          <a:xfrm>
            <a:off x="7336082" y="-1415543"/>
            <a:ext cx="4179245" cy="120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6D700B6-8719-5C09-5194-74E1A1D8AFF3}"/>
              </a:ext>
            </a:extLst>
          </p:cNvPr>
          <p:cNvGrpSpPr/>
          <p:nvPr/>
        </p:nvGrpSpPr>
        <p:grpSpPr>
          <a:xfrm>
            <a:off x="7696014" y="-2064702"/>
            <a:ext cx="3394165" cy="1418400"/>
            <a:chOff x="7692006" y="-572354"/>
            <a:chExt cx="3394165" cy="1418400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5EBF3B87-1BFC-6868-2396-FC428D092A1E}"/>
                </a:ext>
              </a:extLst>
            </p:cNvPr>
            <p:cNvGrpSpPr/>
            <p:nvPr/>
          </p:nvGrpSpPr>
          <p:grpSpPr>
            <a:xfrm>
              <a:off x="7692006" y="-572354"/>
              <a:ext cx="1429692" cy="1418400"/>
              <a:chOff x="6978166" y="2617955"/>
              <a:chExt cx="1320364" cy="1319180"/>
            </a:xfrm>
          </p:grpSpPr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4A3D56D0-1A05-D073-EAB1-1FB4080AAAFD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6A5FF4FB-220C-B551-23EB-DADDACBCC518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B57B1034-55CC-F592-3600-724BD5962662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8F4F73CD-0E82-A1B9-7660-F05C106C4FA7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D4968906-9910-FBB1-2A78-4215441D39C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3" name="フローチャート: 和接合 16">
                  <a:extLst>
                    <a:ext uri="{FF2B5EF4-FFF2-40B4-BE49-F238E27FC236}">
                      <a16:creationId xmlns:a16="http://schemas.microsoft.com/office/drawing/2014/main" id="{F4548EA5-680E-8563-70D8-206E146C05F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CB1BC609-9ABC-0A51-85EE-76D0D3E19FE3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D46F4463-4CF3-77EC-D366-C9AD4F29E509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210" name="楕円 300">
                  <a:extLst>
                    <a:ext uri="{FF2B5EF4-FFF2-40B4-BE49-F238E27FC236}">
                      <a16:creationId xmlns:a16="http://schemas.microsoft.com/office/drawing/2014/main" id="{E943933E-BB97-51C0-4069-C6D3A504652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1" name="楕円 301">
                  <a:extLst>
                    <a:ext uri="{FF2B5EF4-FFF2-40B4-BE49-F238E27FC236}">
                      <a16:creationId xmlns:a16="http://schemas.microsoft.com/office/drawing/2014/main" id="{33C420E7-EB12-2C7D-758A-BCDEBFD6E2C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23C894A0-D0A9-136C-2334-44206ECE0311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D9906E78-4F1E-2E3E-B5EA-E49C1970AA89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9" name="フローチャート: 和接合 16">
                  <a:extLst>
                    <a:ext uri="{FF2B5EF4-FFF2-40B4-BE49-F238E27FC236}">
                      <a16:creationId xmlns:a16="http://schemas.microsoft.com/office/drawing/2014/main" id="{BD5FE244-76D9-C82B-478B-CF3175502BA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F44CCAC7-48F1-C565-8D4B-C3B45C7F3AA1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D70B2D13-B2F0-5524-71CA-167E282FB4AD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206" name="楕円 300">
                  <a:extLst>
                    <a:ext uri="{FF2B5EF4-FFF2-40B4-BE49-F238E27FC236}">
                      <a16:creationId xmlns:a16="http://schemas.microsoft.com/office/drawing/2014/main" id="{9C31085E-1F43-04BA-E934-7BF0E9C23E7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7" name="楕円 301">
                  <a:extLst>
                    <a:ext uri="{FF2B5EF4-FFF2-40B4-BE49-F238E27FC236}">
                      <a16:creationId xmlns:a16="http://schemas.microsoft.com/office/drawing/2014/main" id="{5F29C0A7-7A37-4D8C-2A94-B4530ED23CA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5E57BADE-F496-9B61-F92E-0DB6DAEEAB09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45AC547B-7FFC-CB2E-7CDE-84473C510A2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5" name="フローチャート: 和接合 16">
                  <a:extLst>
                    <a:ext uri="{FF2B5EF4-FFF2-40B4-BE49-F238E27FC236}">
                      <a16:creationId xmlns:a16="http://schemas.microsoft.com/office/drawing/2014/main" id="{DD91A987-364E-F6C0-CED2-265BEA5977A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EBBC6385-EB2B-531F-411A-2FA381A3104A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C68B6118-F768-0305-23D2-F3ACA6DF4AB4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202" name="楕円 300">
                  <a:extLst>
                    <a:ext uri="{FF2B5EF4-FFF2-40B4-BE49-F238E27FC236}">
                      <a16:creationId xmlns:a16="http://schemas.microsoft.com/office/drawing/2014/main" id="{A19DCA3D-195C-EF9C-D735-A9B3C41FA6A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楕円 301">
                  <a:extLst>
                    <a:ext uri="{FF2B5EF4-FFF2-40B4-BE49-F238E27FC236}">
                      <a16:creationId xmlns:a16="http://schemas.microsoft.com/office/drawing/2014/main" id="{8F89A668-8538-1ED2-46D5-AF7D8167CE3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95" name="Group 194">
                <a:extLst>
                  <a:ext uri="{FF2B5EF4-FFF2-40B4-BE49-F238E27FC236}">
                    <a16:creationId xmlns:a16="http://schemas.microsoft.com/office/drawing/2014/main" id="{D3794E3D-F32E-5DBE-E4A1-2E7CBDEF3EA5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270A5B1F-6C1C-EB34-AA33-0DB1D5233FE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1" name="フローチャート: 和接合 16">
                  <a:extLst>
                    <a:ext uri="{FF2B5EF4-FFF2-40B4-BE49-F238E27FC236}">
                      <a16:creationId xmlns:a16="http://schemas.microsoft.com/office/drawing/2014/main" id="{E427CDF8-2D4D-27A1-3BAC-3396059E8D2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68CC85D8-3E55-40A7-08C0-92C258BA347B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A7922C78-84AC-1948-BA16-28B75DB2CE9A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198" name="楕円 300">
                  <a:extLst>
                    <a:ext uri="{FF2B5EF4-FFF2-40B4-BE49-F238E27FC236}">
                      <a16:creationId xmlns:a16="http://schemas.microsoft.com/office/drawing/2014/main" id="{4EDC7873-9FFD-C980-4480-7D955E18C9D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楕円 301">
                  <a:extLst>
                    <a:ext uri="{FF2B5EF4-FFF2-40B4-BE49-F238E27FC236}">
                      <a16:creationId xmlns:a16="http://schemas.microsoft.com/office/drawing/2014/main" id="{46A43CAA-F047-AC9C-B15C-4118E434CDF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6B2F0C97-6D1C-5A2F-DEC2-9ECB6ECC5DAD}"/>
                </a:ext>
              </a:extLst>
            </p:cNvPr>
            <p:cNvGrpSpPr/>
            <p:nvPr/>
          </p:nvGrpSpPr>
          <p:grpSpPr>
            <a:xfrm>
              <a:off x="9656479" y="-572354"/>
              <a:ext cx="1429692" cy="1418400"/>
              <a:chOff x="6978166" y="2617955"/>
              <a:chExt cx="1320364" cy="1319180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C2A7547A-D340-6B4F-C3D4-409211CEA7F1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CAF8896E-7CCB-7AEE-27F1-74785A516459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0DA47DB7-F207-C2DA-10E5-80A48F99D89E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D1A38F3F-AE81-4F4B-BBB0-3E18CE791696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A42FFB7C-CE32-8B82-7815-F668D6A5E770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2" name="フローチャート: 和接合 16">
                  <a:extLst>
                    <a:ext uri="{FF2B5EF4-FFF2-40B4-BE49-F238E27FC236}">
                      <a16:creationId xmlns:a16="http://schemas.microsoft.com/office/drawing/2014/main" id="{2EE322B3-EAAC-9F3C-6E3C-7013D73CC5F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2AFE2ACB-94F6-86C0-A51E-9C9B183D18DF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B1778C14-7BAB-8F4B-E23C-B69F4B3C6104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79" name="楕円 300">
                  <a:extLst>
                    <a:ext uri="{FF2B5EF4-FFF2-40B4-BE49-F238E27FC236}">
                      <a16:creationId xmlns:a16="http://schemas.microsoft.com/office/drawing/2014/main" id="{F566F0B7-983A-6187-2014-3583ECAF0CB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0" name="楕円 301">
                  <a:extLst>
                    <a:ext uri="{FF2B5EF4-FFF2-40B4-BE49-F238E27FC236}">
                      <a16:creationId xmlns:a16="http://schemas.microsoft.com/office/drawing/2014/main" id="{84BCFDB2-EFE7-98DC-4C15-73F4A5819A0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DCA41381-3F24-2F93-5830-B300ACC9A5BC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34B57A30-235E-1417-9E18-5237CD2A4483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8" name="フローチャート: 和接合 16">
                  <a:extLst>
                    <a:ext uri="{FF2B5EF4-FFF2-40B4-BE49-F238E27FC236}">
                      <a16:creationId xmlns:a16="http://schemas.microsoft.com/office/drawing/2014/main" id="{F5937CB6-101E-3214-6161-4CFD81EC799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D525C823-05A5-784B-7440-F1E5E45C067E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81D28781-81DA-6B77-0294-8564A597BCA7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75" name="楕円 300">
                  <a:extLst>
                    <a:ext uri="{FF2B5EF4-FFF2-40B4-BE49-F238E27FC236}">
                      <a16:creationId xmlns:a16="http://schemas.microsoft.com/office/drawing/2014/main" id="{E415CC4C-9CF4-4EBF-FC91-F9C83F0600E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6" name="楕円 301">
                  <a:extLst>
                    <a:ext uri="{FF2B5EF4-FFF2-40B4-BE49-F238E27FC236}">
                      <a16:creationId xmlns:a16="http://schemas.microsoft.com/office/drawing/2014/main" id="{B5D56D05-80E8-0067-0D7F-05B4C2D1184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0A114463-1FF6-01C5-E82A-48B54DC2F1E8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16CFA092-3C6C-2B8B-00FA-93950E103D24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4" name="フローチャート: 和接合 16">
                  <a:extLst>
                    <a:ext uri="{FF2B5EF4-FFF2-40B4-BE49-F238E27FC236}">
                      <a16:creationId xmlns:a16="http://schemas.microsoft.com/office/drawing/2014/main" id="{C3D674B9-2138-C9CC-D17F-5B0E1182329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8D6DA3F6-DD8F-3CE8-C20B-2C0E7C965A3D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E9057A77-7ADD-887F-A3C3-0C5EBE3B14D1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71" name="楕円 300">
                  <a:extLst>
                    <a:ext uri="{FF2B5EF4-FFF2-40B4-BE49-F238E27FC236}">
                      <a16:creationId xmlns:a16="http://schemas.microsoft.com/office/drawing/2014/main" id="{C0D654C0-C426-545F-A180-A3C952D9676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2" name="楕円 301">
                  <a:extLst>
                    <a:ext uri="{FF2B5EF4-FFF2-40B4-BE49-F238E27FC236}">
                      <a16:creationId xmlns:a16="http://schemas.microsoft.com/office/drawing/2014/main" id="{6F7C3011-988D-6B2A-6687-825800D0F95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01C3180B-A36E-6843-BADE-6A87AB9C2AC8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D2FE4FEE-265F-9C63-45FA-808D42D377E0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0" name="フローチャート: 和接合 16">
                  <a:extLst>
                    <a:ext uri="{FF2B5EF4-FFF2-40B4-BE49-F238E27FC236}">
                      <a16:creationId xmlns:a16="http://schemas.microsoft.com/office/drawing/2014/main" id="{04437E21-891A-38FD-5B09-A03D6D6B54A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F9A379FD-F2F1-F314-B0F2-2A7496BD1B34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8293331A-4E55-A126-D551-4BAF4730854E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167" name="楕円 300">
                  <a:extLst>
                    <a:ext uri="{FF2B5EF4-FFF2-40B4-BE49-F238E27FC236}">
                      <a16:creationId xmlns:a16="http://schemas.microsoft.com/office/drawing/2014/main" id="{1787850F-01C6-D7B9-34D6-D3155784A1F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" name="楕円 301">
                  <a:extLst>
                    <a:ext uri="{FF2B5EF4-FFF2-40B4-BE49-F238E27FC236}">
                      <a16:creationId xmlns:a16="http://schemas.microsoft.com/office/drawing/2014/main" id="{1B7F4083-ED71-26F2-F267-6283B82B264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9B37829C-56A5-8D63-BA5E-F682A2483F3E}"/>
              </a:ext>
            </a:extLst>
          </p:cNvPr>
          <p:cNvGrpSpPr/>
          <p:nvPr/>
        </p:nvGrpSpPr>
        <p:grpSpPr>
          <a:xfrm>
            <a:off x="1239398" y="6140216"/>
            <a:ext cx="1579636" cy="1616414"/>
            <a:chOff x="557510" y="1347266"/>
            <a:chExt cx="1979561" cy="2025650"/>
          </a:xfrm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36E8379E-6725-6909-9D0A-1A4EE2D6BC7E}"/>
                </a:ext>
              </a:extLst>
            </p:cNvPr>
            <p:cNvSpPr/>
            <p:nvPr/>
          </p:nvSpPr>
          <p:spPr>
            <a:xfrm>
              <a:off x="557510" y="1347266"/>
              <a:ext cx="1979561" cy="2025650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B2A15556-29CD-D33D-CEF5-E801D846212E}"/>
                </a:ext>
              </a:extLst>
            </p:cNvPr>
            <p:cNvSpPr/>
            <p:nvPr/>
          </p:nvSpPr>
          <p:spPr>
            <a:xfrm>
              <a:off x="782905" y="1603414"/>
              <a:ext cx="1540042" cy="1540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BDA13D2B-6389-69EA-3EAF-0A3A33DCE814}"/>
                </a:ext>
              </a:extLst>
            </p:cNvPr>
            <p:cNvGrpSpPr/>
            <p:nvPr/>
          </p:nvGrpSpPr>
          <p:grpSpPr>
            <a:xfrm>
              <a:off x="780763" y="1599059"/>
              <a:ext cx="1542184" cy="1540799"/>
              <a:chOff x="6618330" y="3656973"/>
              <a:chExt cx="1542184" cy="1540799"/>
            </a:xfrm>
          </p:grpSpPr>
          <p:grpSp>
            <p:nvGrpSpPr>
              <p:cNvPr id="240" name="Group 239">
                <a:extLst>
                  <a:ext uri="{FF2B5EF4-FFF2-40B4-BE49-F238E27FC236}">
                    <a16:creationId xmlns:a16="http://schemas.microsoft.com/office/drawing/2014/main" id="{B6DD2E4B-994F-6A5B-4CC6-A4F1DCE4C00A}"/>
                  </a:ext>
                </a:extLst>
              </p:cNvPr>
              <p:cNvGrpSpPr/>
              <p:nvPr/>
            </p:nvGrpSpPr>
            <p:grpSpPr>
              <a:xfrm rot="16200000">
                <a:off x="6666402" y="3703745"/>
                <a:ext cx="1443132" cy="1445206"/>
                <a:chOff x="6684860" y="3704761"/>
                <a:chExt cx="1406207" cy="1445206"/>
              </a:xfrm>
            </p:grpSpPr>
            <p:sp>
              <p:nvSpPr>
                <p:cNvPr id="243" name="Rectangle 242">
                  <a:extLst>
                    <a:ext uri="{FF2B5EF4-FFF2-40B4-BE49-F238E27FC236}">
                      <a16:creationId xmlns:a16="http://schemas.microsoft.com/office/drawing/2014/main" id="{5D246147-3F26-1F4F-6AFA-7BF376A6A075}"/>
                    </a:ext>
                  </a:extLst>
                </p:cNvPr>
                <p:cNvSpPr/>
                <p:nvPr/>
              </p:nvSpPr>
              <p:spPr>
                <a:xfrm rot="10800000">
                  <a:off x="7935661" y="3704761"/>
                  <a:ext cx="155406" cy="1443134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/>
                </a:p>
              </p:txBody>
            </p:sp>
            <p:sp>
              <p:nvSpPr>
                <p:cNvPr id="244" name="Rectangle 243">
                  <a:extLst>
                    <a:ext uri="{FF2B5EF4-FFF2-40B4-BE49-F238E27FC236}">
                      <a16:creationId xmlns:a16="http://schemas.microsoft.com/office/drawing/2014/main" id="{5E7BD697-44FE-0475-35FD-A0F7B2878EBD}"/>
                    </a:ext>
                  </a:extLst>
                </p:cNvPr>
                <p:cNvSpPr/>
                <p:nvPr/>
              </p:nvSpPr>
              <p:spPr>
                <a:xfrm rot="10800000">
                  <a:off x="7724229" y="3704761"/>
                  <a:ext cx="155406" cy="1443134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/>
                </a:p>
              </p:txBody>
            </p:sp>
            <p:sp>
              <p:nvSpPr>
                <p:cNvPr id="245" name="Rectangle 244">
                  <a:extLst>
                    <a:ext uri="{FF2B5EF4-FFF2-40B4-BE49-F238E27FC236}">
                      <a16:creationId xmlns:a16="http://schemas.microsoft.com/office/drawing/2014/main" id="{4FE2E1B7-0638-9AB2-85C8-33B4F36F4533}"/>
                    </a:ext>
                  </a:extLst>
                </p:cNvPr>
                <p:cNvSpPr/>
                <p:nvPr/>
              </p:nvSpPr>
              <p:spPr>
                <a:xfrm rot="10800000">
                  <a:off x="7508186" y="3704761"/>
                  <a:ext cx="155406" cy="1443134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/>
                </a:p>
              </p:txBody>
            </p:sp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2A578DC2-86AD-9B38-755D-53EADDE1124E}"/>
                    </a:ext>
                  </a:extLst>
                </p:cNvPr>
                <p:cNvSpPr/>
                <p:nvPr/>
              </p:nvSpPr>
              <p:spPr>
                <a:xfrm rot="10800000">
                  <a:off x="7302565" y="3706833"/>
                  <a:ext cx="155406" cy="1443134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/>
                </a:p>
              </p:txBody>
            </p:sp>
            <p:sp>
              <p:nvSpPr>
                <p:cNvPr id="247" name="Rectangle 246">
                  <a:extLst>
                    <a:ext uri="{FF2B5EF4-FFF2-40B4-BE49-F238E27FC236}">
                      <a16:creationId xmlns:a16="http://schemas.microsoft.com/office/drawing/2014/main" id="{7752AC53-7A8A-23E5-40E9-AE72555C47EC}"/>
                    </a:ext>
                  </a:extLst>
                </p:cNvPr>
                <p:cNvSpPr/>
                <p:nvPr/>
              </p:nvSpPr>
              <p:spPr>
                <a:xfrm rot="10800000">
                  <a:off x="7094626" y="3706833"/>
                  <a:ext cx="155406" cy="1443134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/>
                </a:p>
              </p:txBody>
            </p:sp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8300C724-B38F-A1E1-81F2-F85ED5F0A329}"/>
                    </a:ext>
                  </a:extLst>
                </p:cNvPr>
                <p:cNvSpPr/>
                <p:nvPr/>
              </p:nvSpPr>
              <p:spPr>
                <a:xfrm rot="10800000">
                  <a:off x="6889743" y="3706833"/>
                  <a:ext cx="155406" cy="1443134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/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8A5B1812-FCE7-B14F-27A4-E0A0888A373B}"/>
                    </a:ext>
                  </a:extLst>
                </p:cNvPr>
                <p:cNvSpPr/>
                <p:nvPr/>
              </p:nvSpPr>
              <p:spPr>
                <a:xfrm rot="10800000">
                  <a:off x="6684860" y="3706833"/>
                  <a:ext cx="155406" cy="1443134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/>
                </a:p>
              </p:txBody>
            </p:sp>
          </p:grp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EA2E36FF-5804-0E87-2F0B-4849AF2C46E4}"/>
                  </a:ext>
                </a:extLst>
              </p:cNvPr>
              <p:cNvSpPr/>
              <p:nvPr/>
            </p:nvSpPr>
            <p:spPr>
              <a:xfrm rot="5400000">
                <a:off x="7363421" y="2911882"/>
                <a:ext cx="49862" cy="154004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AA72EA15-EDD2-F0EC-CA99-ABDF9029C53C}"/>
                  </a:ext>
                </a:extLst>
              </p:cNvPr>
              <p:cNvSpPr/>
              <p:nvPr/>
            </p:nvSpPr>
            <p:spPr>
              <a:xfrm rot="5400000">
                <a:off x="7365562" y="4402819"/>
                <a:ext cx="49862" cy="154004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</p:grpSp>
        <p:grpSp>
          <p:nvGrpSpPr>
            <p:cNvPr id="225" name="グループ化 299">
              <a:extLst>
                <a:ext uri="{FF2B5EF4-FFF2-40B4-BE49-F238E27FC236}">
                  <a16:creationId xmlns:a16="http://schemas.microsoft.com/office/drawing/2014/main" id="{7143A469-5C3B-2150-616C-59309F8CFEBB}"/>
                </a:ext>
              </a:extLst>
            </p:cNvPr>
            <p:cNvGrpSpPr/>
            <p:nvPr/>
          </p:nvGrpSpPr>
          <p:grpSpPr>
            <a:xfrm>
              <a:off x="1509829" y="1680460"/>
              <a:ext cx="92913" cy="100768"/>
              <a:chOff x="4311085" y="4886958"/>
              <a:chExt cx="201766" cy="201766"/>
            </a:xfrm>
          </p:grpSpPr>
          <p:sp>
            <p:nvSpPr>
              <p:cNvPr id="238" name="楕円 300">
                <a:extLst>
                  <a:ext uri="{FF2B5EF4-FFF2-40B4-BE49-F238E27FC236}">
                    <a16:creationId xmlns:a16="http://schemas.microsoft.com/office/drawing/2014/main" id="{14C531FD-4393-C2CA-01AB-9B222E22B2A4}"/>
                  </a:ext>
                </a:extLst>
              </p:cNvPr>
              <p:cNvSpPr/>
              <p:nvPr/>
            </p:nvSpPr>
            <p:spPr bwMode="auto">
              <a:xfrm>
                <a:off x="4311085" y="4886958"/>
                <a:ext cx="201766" cy="201766"/>
              </a:xfrm>
              <a:prstGeom prst="ellipse">
                <a:avLst/>
              </a:prstGeom>
              <a:noFill/>
              <a:ln w="15875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239" name="楕円 301">
                <a:extLst>
                  <a:ext uri="{FF2B5EF4-FFF2-40B4-BE49-F238E27FC236}">
                    <a16:creationId xmlns:a16="http://schemas.microsoft.com/office/drawing/2014/main" id="{8F378C6E-C4EB-EAEF-8A16-D490D8EFFAE8}"/>
                  </a:ext>
                </a:extLst>
              </p:cNvPr>
              <p:cNvSpPr/>
              <p:nvPr/>
            </p:nvSpPr>
            <p:spPr bwMode="auto">
              <a:xfrm>
                <a:off x="4367444" y="4942096"/>
                <a:ext cx="86520" cy="8652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</p:grpSp>
        <p:sp>
          <p:nvSpPr>
            <p:cNvPr id="226" name="フローチャート: 和接合 16">
              <a:extLst>
                <a:ext uri="{FF2B5EF4-FFF2-40B4-BE49-F238E27FC236}">
                  <a16:creationId xmlns:a16="http://schemas.microsoft.com/office/drawing/2014/main" id="{49A5FAD5-930A-7C9B-2409-084A6D4B6561}"/>
                </a:ext>
              </a:extLst>
            </p:cNvPr>
            <p:cNvSpPr/>
            <p:nvPr/>
          </p:nvSpPr>
          <p:spPr bwMode="auto">
            <a:xfrm>
              <a:off x="1505439" y="1891027"/>
              <a:ext cx="101693" cy="106189"/>
            </a:xfrm>
            <a:prstGeom prst="flowChartSummingJunction">
              <a:avLst/>
            </a:prstGeom>
            <a:no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/>
            </a:p>
          </p:txBody>
        </p:sp>
        <p:grpSp>
          <p:nvGrpSpPr>
            <p:cNvPr id="227" name="グループ化 299">
              <a:extLst>
                <a:ext uri="{FF2B5EF4-FFF2-40B4-BE49-F238E27FC236}">
                  <a16:creationId xmlns:a16="http://schemas.microsoft.com/office/drawing/2014/main" id="{F9187AF4-50BF-B572-FDF0-780DF25F9D60}"/>
                </a:ext>
              </a:extLst>
            </p:cNvPr>
            <p:cNvGrpSpPr/>
            <p:nvPr/>
          </p:nvGrpSpPr>
          <p:grpSpPr>
            <a:xfrm>
              <a:off x="1505439" y="2113498"/>
              <a:ext cx="92913" cy="100768"/>
              <a:chOff x="4311085" y="4886958"/>
              <a:chExt cx="201766" cy="201766"/>
            </a:xfrm>
          </p:grpSpPr>
          <p:sp>
            <p:nvSpPr>
              <p:cNvPr id="236" name="楕円 300">
                <a:extLst>
                  <a:ext uri="{FF2B5EF4-FFF2-40B4-BE49-F238E27FC236}">
                    <a16:creationId xmlns:a16="http://schemas.microsoft.com/office/drawing/2014/main" id="{49C34F7D-AD25-91E7-6010-5A5F9CB31D61}"/>
                  </a:ext>
                </a:extLst>
              </p:cNvPr>
              <p:cNvSpPr/>
              <p:nvPr/>
            </p:nvSpPr>
            <p:spPr bwMode="auto">
              <a:xfrm>
                <a:off x="4311085" y="4886958"/>
                <a:ext cx="201766" cy="201766"/>
              </a:xfrm>
              <a:prstGeom prst="ellipse">
                <a:avLst/>
              </a:prstGeom>
              <a:noFill/>
              <a:ln w="15875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237" name="楕円 301">
                <a:extLst>
                  <a:ext uri="{FF2B5EF4-FFF2-40B4-BE49-F238E27FC236}">
                    <a16:creationId xmlns:a16="http://schemas.microsoft.com/office/drawing/2014/main" id="{FAFD9775-1F95-A47D-AA39-AC9E5605C601}"/>
                  </a:ext>
                </a:extLst>
              </p:cNvPr>
              <p:cNvSpPr/>
              <p:nvPr/>
            </p:nvSpPr>
            <p:spPr bwMode="auto">
              <a:xfrm>
                <a:off x="4367444" y="4942096"/>
                <a:ext cx="86520" cy="8652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</p:grpSp>
        <p:sp>
          <p:nvSpPr>
            <p:cNvPr id="228" name="フローチャート: 和接合 16">
              <a:extLst>
                <a:ext uri="{FF2B5EF4-FFF2-40B4-BE49-F238E27FC236}">
                  <a16:creationId xmlns:a16="http://schemas.microsoft.com/office/drawing/2014/main" id="{D0FE13F7-0CC6-CC58-ACA9-8CAA27987ABC}"/>
                </a:ext>
              </a:extLst>
            </p:cNvPr>
            <p:cNvSpPr/>
            <p:nvPr/>
          </p:nvSpPr>
          <p:spPr bwMode="auto">
            <a:xfrm>
              <a:off x="1501049" y="2324065"/>
              <a:ext cx="101693" cy="106189"/>
            </a:xfrm>
            <a:prstGeom prst="flowChartSummingJunction">
              <a:avLst/>
            </a:prstGeom>
            <a:no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/>
            </a:p>
          </p:txBody>
        </p:sp>
        <p:grpSp>
          <p:nvGrpSpPr>
            <p:cNvPr id="229" name="グループ化 299">
              <a:extLst>
                <a:ext uri="{FF2B5EF4-FFF2-40B4-BE49-F238E27FC236}">
                  <a16:creationId xmlns:a16="http://schemas.microsoft.com/office/drawing/2014/main" id="{1F3C428C-8278-16A7-D19F-C214C3F2F491}"/>
                </a:ext>
              </a:extLst>
            </p:cNvPr>
            <p:cNvGrpSpPr/>
            <p:nvPr/>
          </p:nvGrpSpPr>
          <p:grpSpPr>
            <a:xfrm>
              <a:off x="1501049" y="2540597"/>
              <a:ext cx="92913" cy="100768"/>
              <a:chOff x="4311085" y="4886958"/>
              <a:chExt cx="201766" cy="201766"/>
            </a:xfrm>
          </p:grpSpPr>
          <p:sp>
            <p:nvSpPr>
              <p:cNvPr id="234" name="楕円 300">
                <a:extLst>
                  <a:ext uri="{FF2B5EF4-FFF2-40B4-BE49-F238E27FC236}">
                    <a16:creationId xmlns:a16="http://schemas.microsoft.com/office/drawing/2014/main" id="{812E6CB1-C341-2306-0AED-A65EC1FD20E5}"/>
                  </a:ext>
                </a:extLst>
              </p:cNvPr>
              <p:cNvSpPr/>
              <p:nvPr/>
            </p:nvSpPr>
            <p:spPr bwMode="auto">
              <a:xfrm>
                <a:off x="4311085" y="4886958"/>
                <a:ext cx="201766" cy="201766"/>
              </a:xfrm>
              <a:prstGeom prst="ellipse">
                <a:avLst/>
              </a:prstGeom>
              <a:noFill/>
              <a:ln w="15875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235" name="楕円 301">
                <a:extLst>
                  <a:ext uri="{FF2B5EF4-FFF2-40B4-BE49-F238E27FC236}">
                    <a16:creationId xmlns:a16="http://schemas.microsoft.com/office/drawing/2014/main" id="{106F176F-3164-A1BB-7682-861F1CC44485}"/>
                  </a:ext>
                </a:extLst>
              </p:cNvPr>
              <p:cNvSpPr/>
              <p:nvPr/>
            </p:nvSpPr>
            <p:spPr bwMode="auto">
              <a:xfrm>
                <a:off x="4367444" y="4942096"/>
                <a:ext cx="86520" cy="8652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</p:grpSp>
        <p:sp>
          <p:nvSpPr>
            <p:cNvPr id="230" name="フローチャート: 和接合 16">
              <a:extLst>
                <a:ext uri="{FF2B5EF4-FFF2-40B4-BE49-F238E27FC236}">
                  <a16:creationId xmlns:a16="http://schemas.microsoft.com/office/drawing/2014/main" id="{75D46E1D-895E-486F-2D70-7C5C800B48D3}"/>
                </a:ext>
              </a:extLst>
            </p:cNvPr>
            <p:cNvSpPr/>
            <p:nvPr/>
          </p:nvSpPr>
          <p:spPr bwMode="auto">
            <a:xfrm>
              <a:off x="1496659" y="2751164"/>
              <a:ext cx="101693" cy="106189"/>
            </a:xfrm>
            <a:prstGeom prst="flowChartSummingJunction">
              <a:avLst/>
            </a:prstGeom>
            <a:no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/>
            </a:p>
          </p:txBody>
        </p:sp>
        <p:grpSp>
          <p:nvGrpSpPr>
            <p:cNvPr id="231" name="グループ化 299">
              <a:extLst>
                <a:ext uri="{FF2B5EF4-FFF2-40B4-BE49-F238E27FC236}">
                  <a16:creationId xmlns:a16="http://schemas.microsoft.com/office/drawing/2014/main" id="{737D7227-E146-635D-709A-2E4FBC8B5A9B}"/>
                </a:ext>
              </a:extLst>
            </p:cNvPr>
            <p:cNvGrpSpPr/>
            <p:nvPr/>
          </p:nvGrpSpPr>
          <p:grpSpPr>
            <a:xfrm>
              <a:off x="1501049" y="2951517"/>
              <a:ext cx="92913" cy="100768"/>
              <a:chOff x="4311085" y="4886958"/>
              <a:chExt cx="201766" cy="201766"/>
            </a:xfrm>
          </p:grpSpPr>
          <p:sp>
            <p:nvSpPr>
              <p:cNvPr id="232" name="楕円 300">
                <a:extLst>
                  <a:ext uri="{FF2B5EF4-FFF2-40B4-BE49-F238E27FC236}">
                    <a16:creationId xmlns:a16="http://schemas.microsoft.com/office/drawing/2014/main" id="{1B30C576-66BE-0F41-BD15-8634C5C7B867}"/>
                  </a:ext>
                </a:extLst>
              </p:cNvPr>
              <p:cNvSpPr/>
              <p:nvPr/>
            </p:nvSpPr>
            <p:spPr bwMode="auto">
              <a:xfrm>
                <a:off x="4311085" y="4886958"/>
                <a:ext cx="201766" cy="201766"/>
              </a:xfrm>
              <a:prstGeom prst="ellipse">
                <a:avLst/>
              </a:prstGeom>
              <a:noFill/>
              <a:ln w="15875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233" name="楕円 301">
                <a:extLst>
                  <a:ext uri="{FF2B5EF4-FFF2-40B4-BE49-F238E27FC236}">
                    <a16:creationId xmlns:a16="http://schemas.microsoft.com/office/drawing/2014/main" id="{DE15FEC5-16EF-2664-C50B-B6BD36D92B3E}"/>
                  </a:ext>
                </a:extLst>
              </p:cNvPr>
              <p:cNvSpPr/>
              <p:nvPr/>
            </p:nvSpPr>
            <p:spPr bwMode="auto">
              <a:xfrm>
                <a:off x="4367444" y="4942096"/>
                <a:ext cx="86520" cy="8652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</p:grp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B141E061-A3D2-78D5-D9C3-5C7021FF0CA0}"/>
              </a:ext>
            </a:extLst>
          </p:cNvPr>
          <p:cNvGrpSpPr/>
          <p:nvPr/>
        </p:nvGrpSpPr>
        <p:grpSpPr>
          <a:xfrm>
            <a:off x="5275526" y="6140216"/>
            <a:ext cx="1641616" cy="1607437"/>
            <a:chOff x="4615836" y="1353721"/>
            <a:chExt cx="2079118" cy="2035831"/>
          </a:xfrm>
        </p:grpSpPr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03A87605-8DA1-80B1-97C6-074458ED3EA7}"/>
                </a:ext>
              </a:extLst>
            </p:cNvPr>
            <p:cNvSpPr/>
            <p:nvPr/>
          </p:nvSpPr>
          <p:spPr>
            <a:xfrm>
              <a:off x="4615836" y="1353721"/>
              <a:ext cx="2079118" cy="2035831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30221941-5B0D-6BF9-9469-999E6F2E8FC2}"/>
                </a:ext>
              </a:extLst>
            </p:cNvPr>
            <p:cNvSpPr/>
            <p:nvPr/>
          </p:nvSpPr>
          <p:spPr>
            <a:xfrm>
              <a:off x="4881993" y="1599336"/>
              <a:ext cx="1540042" cy="1540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2351E75B-23E8-4A6F-7D94-07EF4199071E}"/>
                </a:ext>
              </a:extLst>
            </p:cNvPr>
            <p:cNvGrpSpPr/>
            <p:nvPr/>
          </p:nvGrpSpPr>
          <p:grpSpPr>
            <a:xfrm rot="10800000">
              <a:off x="4881992" y="1599334"/>
              <a:ext cx="1542184" cy="1540798"/>
              <a:chOff x="7899689" y="2972764"/>
              <a:chExt cx="1542184" cy="2158613"/>
            </a:xfrm>
          </p:grpSpPr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C47051DB-5202-F986-059C-081B0D07CBF4}"/>
                  </a:ext>
                </a:extLst>
              </p:cNvPr>
              <p:cNvSpPr/>
              <p:nvPr/>
            </p:nvSpPr>
            <p:spPr>
              <a:xfrm>
                <a:off x="7969136" y="3042639"/>
                <a:ext cx="155406" cy="202178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CE66033D-0834-1E5A-1939-C8666F472C5B}"/>
                  </a:ext>
                </a:extLst>
              </p:cNvPr>
              <p:cNvSpPr/>
              <p:nvPr/>
            </p:nvSpPr>
            <p:spPr>
              <a:xfrm>
                <a:off x="8180568" y="3042639"/>
                <a:ext cx="155406" cy="2021789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B4DBF12E-DB0E-8124-778F-0CE2BEA1B6AA}"/>
                  </a:ext>
                </a:extLst>
              </p:cNvPr>
              <p:cNvSpPr/>
              <p:nvPr/>
            </p:nvSpPr>
            <p:spPr>
              <a:xfrm>
                <a:off x="8396611" y="3042639"/>
                <a:ext cx="155406" cy="202178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1B68876D-C970-E9A2-D9F3-75DF1428C61B}"/>
                  </a:ext>
                </a:extLst>
              </p:cNvPr>
              <p:cNvSpPr/>
              <p:nvPr/>
            </p:nvSpPr>
            <p:spPr>
              <a:xfrm>
                <a:off x="8602232" y="3039736"/>
                <a:ext cx="155406" cy="2021789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E073AC29-679B-882D-4826-3FAB451B0096}"/>
                  </a:ext>
                </a:extLst>
              </p:cNvPr>
              <p:cNvSpPr/>
              <p:nvPr/>
            </p:nvSpPr>
            <p:spPr>
              <a:xfrm>
                <a:off x="8810171" y="3039736"/>
                <a:ext cx="155406" cy="202178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497B487E-C4BF-DF63-2726-8CD8DBE9F599}"/>
                  </a:ext>
                </a:extLst>
              </p:cNvPr>
              <p:cNvSpPr/>
              <p:nvPr/>
            </p:nvSpPr>
            <p:spPr>
              <a:xfrm>
                <a:off x="9015054" y="3039736"/>
                <a:ext cx="155406" cy="2021789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CB8C50E8-1582-5268-FFEB-9D170897DFBD}"/>
                  </a:ext>
                </a:extLst>
              </p:cNvPr>
              <p:cNvSpPr/>
              <p:nvPr/>
            </p:nvSpPr>
            <p:spPr>
              <a:xfrm>
                <a:off x="9219937" y="3039736"/>
                <a:ext cx="155406" cy="2021789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E31F6C89-BF1B-CD64-C3C7-8F0C62D076B0}"/>
                  </a:ext>
                </a:extLst>
              </p:cNvPr>
              <p:cNvSpPr/>
              <p:nvPr/>
            </p:nvSpPr>
            <p:spPr>
              <a:xfrm rot="16200000">
                <a:off x="8636924" y="4326428"/>
                <a:ext cx="69855" cy="154004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50A0FFA1-C23B-1597-73A9-38B2A8173CF6}"/>
                  </a:ext>
                </a:extLst>
              </p:cNvPr>
              <p:cNvSpPr/>
              <p:nvPr/>
            </p:nvSpPr>
            <p:spPr>
              <a:xfrm rot="16200000">
                <a:off x="8634783" y="2237670"/>
                <a:ext cx="69855" cy="1540043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</p:grpSp>
        <p:grpSp>
          <p:nvGrpSpPr>
            <p:cNvPr id="254" name="グループ化 299">
              <a:extLst>
                <a:ext uri="{FF2B5EF4-FFF2-40B4-BE49-F238E27FC236}">
                  <a16:creationId xmlns:a16="http://schemas.microsoft.com/office/drawing/2014/main" id="{42FBDAC2-BA0B-CB2E-4B3C-4E8E8C1AC551}"/>
                </a:ext>
              </a:extLst>
            </p:cNvPr>
            <p:cNvGrpSpPr/>
            <p:nvPr/>
          </p:nvGrpSpPr>
          <p:grpSpPr>
            <a:xfrm rot="16200000">
              <a:off x="4970627" y="2302066"/>
              <a:ext cx="92913" cy="100768"/>
              <a:chOff x="4311085" y="4886958"/>
              <a:chExt cx="201766" cy="201766"/>
            </a:xfrm>
          </p:grpSpPr>
          <p:sp>
            <p:nvSpPr>
              <p:cNvPr id="267" name="楕円 300">
                <a:extLst>
                  <a:ext uri="{FF2B5EF4-FFF2-40B4-BE49-F238E27FC236}">
                    <a16:creationId xmlns:a16="http://schemas.microsoft.com/office/drawing/2014/main" id="{C8769BA6-1EBD-6865-0F0C-9A86F7A840D6}"/>
                  </a:ext>
                </a:extLst>
              </p:cNvPr>
              <p:cNvSpPr/>
              <p:nvPr/>
            </p:nvSpPr>
            <p:spPr bwMode="auto">
              <a:xfrm>
                <a:off x="4311085" y="4886958"/>
                <a:ext cx="201766" cy="201766"/>
              </a:xfrm>
              <a:prstGeom prst="ellipse">
                <a:avLst/>
              </a:prstGeom>
              <a:noFill/>
              <a:ln w="15875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268" name="楕円 301">
                <a:extLst>
                  <a:ext uri="{FF2B5EF4-FFF2-40B4-BE49-F238E27FC236}">
                    <a16:creationId xmlns:a16="http://schemas.microsoft.com/office/drawing/2014/main" id="{E3A1220F-C8BB-F39D-9494-709C93FD8839}"/>
                  </a:ext>
                </a:extLst>
              </p:cNvPr>
              <p:cNvSpPr/>
              <p:nvPr/>
            </p:nvSpPr>
            <p:spPr bwMode="auto">
              <a:xfrm>
                <a:off x="4367444" y="4942096"/>
                <a:ext cx="86520" cy="8652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</p:grpSp>
        <p:sp>
          <p:nvSpPr>
            <p:cNvPr id="255" name="フローチャート: 和接合 16">
              <a:extLst>
                <a:ext uri="{FF2B5EF4-FFF2-40B4-BE49-F238E27FC236}">
                  <a16:creationId xmlns:a16="http://schemas.microsoft.com/office/drawing/2014/main" id="{B40B2F97-2B96-32F8-3E78-5A23AB69C258}"/>
                </a:ext>
              </a:extLst>
            </p:cNvPr>
            <p:cNvSpPr/>
            <p:nvPr/>
          </p:nvSpPr>
          <p:spPr bwMode="auto">
            <a:xfrm rot="16200000">
              <a:off x="5179514" y="2299355"/>
              <a:ext cx="101693" cy="106189"/>
            </a:xfrm>
            <a:prstGeom prst="flowChartSummingJunction">
              <a:avLst/>
            </a:prstGeom>
            <a:no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/>
            </a:p>
          </p:txBody>
        </p:sp>
        <p:grpSp>
          <p:nvGrpSpPr>
            <p:cNvPr id="256" name="グループ化 299">
              <a:extLst>
                <a:ext uri="{FF2B5EF4-FFF2-40B4-BE49-F238E27FC236}">
                  <a16:creationId xmlns:a16="http://schemas.microsoft.com/office/drawing/2014/main" id="{5CE7C409-FA69-2A0B-68CE-E25DEE0FD2A2}"/>
                </a:ext>
              </a:extLst>
            </p:cNvPr>
            <p:cNvGrpSpPr/>
            <p:nvPr/>
          </p:nvGrpSpPr>
          <p:grpSpPr>
            <a:xfrm rot="16200000">
              <a:off x="5393505" y="2306456"/>
              <a:ext cx="92913" cy="100768"/>
              <a:chOff x="4311085" y="4886958"/>
              <a:chExt cx="201766" cy="201766"/>
            </a:xfrm>
          </p:grpSpPr>
          <p:sp>
            <p:nvSpPr>
              <p:cNvPr id="265" name="楕円 300">
                <a:extLst>
                  <a:ext uri="{FF2B5EF4-FFF2-40B4-BE49-F238E27FC236}">
                    <a16:creationId xmlns:a16="http://schemas.microsoft.com/office/drawing/2014/main" id="{F5BD9254-200E-9E17-32A1-A34AAC5E1FCD}"/>
                  </a:ext>
                </a:extLst>
              </p:cNvPr>
              <p:cNvSpPr/>
              <p:nvPr/>
            </p:nvSpPr>
            <p:spPr bwMode="auto">
              <a:xfrm>
                <a:off x="4311085" y="4886958"/>
                <a:ext cx="201766" cy="201766"/>
              </a:xfrm>
              <a:prstGeom prst="ellipse">
                <a:avLst/>
              </a:prstGeom>
              <a:noFill/>
              <a:ln w="15875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266" name="楕円 301">
                <a:extLst>
                  <a:ext uri="{FF2B5EF4-FFF2-40B4-BE49-F238E27FC236}">
                    <a16:creationId xmlns:a16="http://schemas.microsoft.com/office/drawing/2014/main" id="{5FAC69D8-ADFD-DE53-038A-9587B7B76E48}"/>
                  </a:ext>
                </a:extLst>
              </p:cNvPr>
              <p:cNvSpPr/>
              <p:nvPr/>
            </p:nvSpPr>
            <p:spPr bwMode="auto">
              <a:xfrm>
                <a:off x="4367444" y="4942096"/>
                <a:ext cx="86520" cy="8652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</p:grpSp>
        <p:sp>
          <p:nvSpPr>
            <p:cNvPr id="257" name="フローチャート: 和接合 16">
              <a:extLst>
                <a:ext uri="{FF2B5EF4-FFF2-40B4-BE49-F238E27FC236}">
                  <a16:creationId xmlns:a16="http://schemas.microsoft.com/office/drawing/2014/main" id="{D5428FBC-718C-D8CD-F44F-C997BE94DAE8}"/>
                </a:ext>
              </a:extLst>
            </p:cNvPr>
            <p:cNvSpPr/>
            <p:nvPr/>
          </p:nvSpPr>
          <p:spPr bwMode="auto">
            <a:xfrm rot="16200000">
              <a:off x="5592232" y="2303745"/>
              <a:ext cx="101693" cy="106189"/>
            </a:xfrm>
            <a:prstGeom prst="flowChartSummingJunction">
              <a:avLst/>
            </a:prstGeom>
            <a:no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/>
            </a:p>
          </p:txBody>
        </p:sp>
        <p:grpSp>
          <p:nvGrpSpPr>
            <p:cNvPr id="258" name="グループ化 299">
              <a:extLst>
                <a:ext uri="{FF2B5EF4-FFF2-40B4-BE49-F238E27FC236}">
                  <a16:creationId xmlns:a16="http://schemas.microsoft.com/office/drawing/2014/main" id="{74189835-C5A2-1F0C-9CF4-924ACA36A9F1}"/>
                </a:ext>
              </a:extLst>
            </p:cNvPr>
            <p:cNvGrpSpPr/>
            <p:nvPr/>
          </p:nvGrpSpPr>
          <p:grpSpPr>
            <a:xfrm rot="16200000">
              <a:off x="5800284" y="2310846"/>
              <a:ext cx="92913" cy="100768"/>
              <a:chOff x="4311085" y="4886958"/>
              <a:chExt cx="201766" cy="201766"/>
            </a:xfrm>
          </p:grpSpPr>
          <p:sp>
            <p:nvSpPr>
              <p:cNvPr id="263" name="楕円 300">
                <a:extLst>
                  <a:ext uri="{FF2B5EF4-FFF2-40B4-BE49-F238E27FC236}">
                    <a16:creationId xmlns:a16="http://schemas.microsoft.com/office/drawing/2014/main" id="{B20F8FAC-C3E5-9FFD-37D4-1A16BB0B7B6A}"/>
                  </a:ext>
                </a:extLst>
              </p:cNvPr>
              <p:cNvSpPr/>
              <p:nvPr/>
            </p:nvSpPr>
            <p:spPr bwMode="auto">
              <a:xfrm>
                <a:off x="4311085" y="4886958"/>
                <a:ext cx="201766" cy="201766"/>
              </a:xfrm>
              <a:prstGeom prst="ellipse">
                <a:avLst/>
              </a:prstGeom>
              <a:noFill/>
              <a:ln w="15875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264" name="楕円 301">
                <a:extLst>
                  <a:ext uri="{FF2B5EF4-FFF2-40B4-BE49-F238E27FC236}">
                    <a16:creationId xmlns:a16="http://schemas.microsoft.com/office/drawing/2014/main" id="{78A2224B-30F0-B5A6-8414-A8F5E94D3278}"/>
                  </a:ext>
                </a:extLst>
              </p:cNvPr>
              <p:cNvSpPr/>
              <p:nvPr/>
            </p:nvSpPr>
            <p:spPr bwMode="auto">
              <a:xfrm>
                <a:off x="4367444" y="4942096"/>
                <a:ext cx="86520" cy="8652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</p:grpSp>
        <p:sp>
          <p:nvSpPr>
            <p:cNvPr id="259" name="フローチャート: 和接合 16">
              <a:extLst>
                <a:ext uri="{FF2B5EF4-FFF2-40B4-BE49-F238E27FC236}">
                  <a16:creationId xmlns:a16="http://schemas.microsoft.com/office/drawing/2014/main" id="{3C277FDF-6A4F-BB95-924B-637A0226679C}"/>
                </a:ext>
              </a:extLst>
            </p:cNvPr>
            <p:cNvSpPr/>
            <p:nvPr/>
          </p:nvSpPr>
          <p:spPr bwMode="auto">
            <a:xfrm rot="16200000">
              <a:off x="6014251" y="2308135"/>
              <a:ext cx="101693" cy="106189"/>
            </a:xfrm>
            <a:prstGeom prst="flowChartSummingJunction">
              <a:avLst/>
            </a:prstGeom>
            <a:noFill/>
            <a:ln w="15875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/>
            </a:p>
          </p:txBody>
        </p:sp>
        <p:grpSp>
          <p:nvGrpSpPr>
            <p:cNvPr id="260" name="グループ化 299">
              <a:extLst>
                <a:ext uri="{FF2B5EF4-FFF2-40B4-BE49-F238E27FC236}">
                  <a16:creationId xmlns:a16="http://schemas.microsoft.com/office/drawing/2014/main" id="{0EF61DFF-B73F-4C29-DFFA-773E374870B3}"/>
                </a:ext>
              </a:extLst>
            </p:cNvPr>
            <p:cNvGrpSpPr/>
            <p:nvPr/>
          </p:nvGrpSpPr>
          <p:grpSpPr>
            <a:xfrm rot="16200000">
              <a:off x="6231524" y="2310846"/>
              <a:ext cx="92913" cy="100768"/>
              <a:chOff x="4311085" y="4886958"/>
              <a:chExt cx="201766" cy="201766"/>
            </a:xfrm>
          </p:grpSpPr>
          <p:sp>
            <p:nvSpPr>
              <p:cNvPr id="261" name="楕円 300">
                <a:extLst>
                  <a:ext uri="{FF2B5EF4-FFF2-40B4-BE49-F238E27FC236}">
                    <a16:creationId xmlns:a16="http://schemas.microsoft.com/office/drawing/2014/main" id="{A5ADC404-F1AF-1534-8AEC-215589CC4A3E}"/>
                  </a:ext>
                </a:extLst>
              </p:cNvPr>
              <p:cNvSpPr/>
              <p:nvPr/>
            </p:nvSpPr>
            <p:spPr bwMode="auto">
              <a:xfrm>
                <a:off x="4311085" y="4886958"/>
                <a:ext cx="201766" cy="201766"/>
              </a:xfrm>
              <a:prstGeom prst="ellipse">
                <a:avLst/>
              </a:prstGeom>
              <a:noFill/>
              <a:ln w="15875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  <p:sp>
            <p:nvSpPr>
              <p:cNvPr id="262" name="楕円 301">
                <a:extLst>
                  <a:ext uri="{FF2B5EF4-FFF2-40B4-BE49-F238E27FC236}">
                    <a16:creationId xmlns:a16="http://schemas.microsoft.com/office/drawing/2014/main" id="{F8CD65FD-82D8-F2D4-02B5-B5C6A4FAC092}"/>
                  </a:ext>
                </a:extLst>
              </p:cNvPr>
              <p:cNvSpPr/>
              <p:nvPr/>
            </p:nvSpPr>
            <p:spPr bwMode="auto">
              <a:xfrm>
                <a:off x="4367444" y="4942096"/>
                <a:ext cx="86520" cy="8652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/>
              </a:p>
            </p:txBody>
          </p:sp>
        </p:grpSp>
      </p:grpSp>
      <p:sp>
        <p:nvSpPr>
          <p:cNvPr id="278" name="TextBox 277">
            <a:extLst>
              <a:ext uri="{FF2B5EF4-FFF2-40B4-BE49-F238E27FC236}">
                <a16:creationId xmlns:a16="http://schemas.microsoft.com/office/drawing/2014/main" id="{1F8EC37C-0629-8CB9-86E5-32DDB65D3823}"/>
              </a:ext>
            </a:extLst>
          </p:cNvPr>
          <p:cNvSpPr txBox="1"/>
          <p:nvPr/>
        </p:nvSpPr>
        <p:spPr>
          <a:xfrm>
            <a:off x="599380" y="5676144"/>
            <a:ext cx="30308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Malgun Gothic" panose="020B0503020000020004" pitchFamily="34" charset="-127"/>
                <a:ea typeface="Malgun Gothic" panose="020B0503020000020004" pitchFamily="34" charset="-127"/>
              </a:rPr>
              <a:t>Edgewise Windings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A9501E77-B5A1-12C5-25FF-944DA887A4F8}"/>
              </a:ext>
            </a:extLst>
          </p:cNvPr>
          <p:cNvSpPr txBox="1"/>
          <p:nvPr/>
        </p:nvSpPr>
        <p:spPr>
          <a:xfrm>
            <a:off x="4899498" y="5670615"/>
            <a:ext cx="2458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Malgun Gothic" panose="020B0503020000020004" pitchFamily="34" charset="-127"/>
                <a:ea typeface="Malgun Gothic" panose="020B0503020000020004" pitchFamily="34" charset="-127"/>
              </a:rPr>
              <a:t>Flatwise Windings</a:t>
            </a:r>
          </a:p>
        </p:txBody>
      </p: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729E5F24-E8A8-1675-9713-120B31EA1141}"/>
              </a:ext>
            </a:extLst>
          </p:cNvPr>
          <p:cNvCxnSpPr>
            <a:cxnSpLocks/>
          </p:cNvCxnSpPr>
          <p:nvPr/>
        </p:nvCxnSpPr>
        <p:spPr>
          <a:xfrm>
            <a:off x="2604911" y="7498641"/>
            <a:ext cx="424172" cy="501123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98AD6773-AD55-B198-3CB3-2AD0B00D053B}"/>
              </a:ext>
            </a:extLst>
          </p:cNvPr>
          <p:cNvCxnSpPr/>
          <p:nvPr/>
        </p:nvCxnSpPr>
        <p:spPr>
          <a:xfrm>
            <a:off x="6624385" y="7489676"/>
            <a:ext cx="424172" cy="501123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Rectangle: Rounded Corners 9">
            <a:extLst>
              <a:ext uri="{FF2B5EF4-FFF2-40B4-BE49-F238E27FC236}">
                <a16:creationId xmlns:a16="http://schemas.microsoft.com/office/drawing/2014/main" id="{2283870E-390A-0E7C-5D29-DD2E2610786E}"/>
              </a:ext>
            </a:extLst>
          </p:cNvPr>
          <p:cNvSpPr/>
          <p:nvPr/>
        </p:nvSpPr>
        <p:spPr>
          <a:xfrm>
            <a:off x="2740159" y="7206266"/>
            <a:ext cx="1780068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Corner View</a:t>
            </a:r>
          </a:p>
        </p:txBody>
      </p:sp>
      <p:sp>
        <p:nvSpPr>
          <p:cNvPr id="283" name="Rectangle: Rounded Corners 9">
            <a:extLst>
              <a:ext uri="{FF2B5EF4-FFF2-40B4-BE49-F238E27FC236}">
                <a16:creationId xmlns:a16="http://schemas.microsoft.com/office/drawing/2014/main" id="{523CD683-9056-238A-35DA-BDF5DD09D2D4}"/>
              </a:ext>
            </a:extLst>
          </p:cNvPr>
          <p:cNvSpPr/>
          <p:nvPr/>
        </p:nvSpPr>
        <p:spPr>
          <a:xfrm>
            <a:off x="6829702" y="7139133"/>
            <a:ext cx="1780068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Corner View</a:t>
            </a:r>
          </a:p>
        </p:txBody>
      </p:sp>
      <p:pic>
        <p:nvPicPr>
          <p:cNvPr id="284" name="Picture 283">
            <a:extLst>
              <a:ext uri="{FF2B5EF4-FFF2-40B4-BE49-F238E27FC236}">
                <a16:creationId xmlns:a16="http://schemas.microsoft.com/office/drawing/2014/main" id="{B34E9BAE-8F19-F5EC-0E26-B3EAD48BC4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1448" t="-10593" r="26764" b="25909"/>
          <a:stretch/>
        </p:blipFill>
        <p:spPr>
          <a:xfrm rot="14400000">
            <a:off x="7086011" y="7667552"/>
            <a:ext cx="921115" cy="917340"/>
          </a:xfrm>
          <a:prstGeom prst="ellipse">
            <a:avLst/>
          </a:prstGeom>
          <a:ln w="50800" cap="rnd">
            <a:solidFill>
              <a:srgbClr val="C8C6BD"/>
            </a:solidFill>
            <a:prstDash val="solid"/>
          </a:ln>
          <a:effectLst/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</p:spPr>
      </p:pic>
      <p:sp>
        <p:nvSpPr>
          <p:cNvPr id="291" name="Rectangle: Rounded Corners 9">
            <a:extLst>
              <a:ext uri="{FF2B5EF4-FFF2-40B4-BE49-F238E27FC236}">
                <a16:creationId xmlns:a16="http://schemas.microsoft.com/office/drawing/2014/main" id="{3FB32EAF-0B48-1268-C323-6592B0D7990B}"/>
              </a:ext>
            </a:extLst>
          </p:cNvPr>
          <p:cNvSpPr/>
          <p:nvPr/>
        </p:nvSpPr>
        <p:spPr>
          <a:xfrm>
            <a:off x="4530829" y="4139217"/>
            <a:ext cx="72272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F27537DB-859D-1AF8-C0BF-105BB458383C}"/>
              </a:ext>
            </a:extLst>
          </p:cNvPr>
          <p:cNvSpPr txBox="1"/>
          <p:nvPr/>
        </p:nvSpPr>
        <p:spPr>
          <a:xfrm>
            <a:off x="751780" y="5828544"/>
            <a:ext cx="30308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Malgun Gothic" panose="020B0503020000020004" pitchFamily="34" charset="-127"/>
                <a:ea typeface="Malgun Gothic" panose="020B0503020000020004" pitchFamily="34" charset="-127"/>
              </a:rPr>
              <a:t>Edgewise Windings</a:t>
            </a:r>
          </a:p>
        </p:txBody>
      </p:sp>
      <p:cxnSp>
        <p:nvCxnSpPr>
          <p:cNvPr id="294" name="Elbow Connector 293">
            <a:extLst>
              <a:ext uri="{FF2B5EF4-FFF2-40B4-BE49-F238E27FC236}">
                <a16:creationId xmlns:a16="http://schemas.microsoft.com/office/drawing/2014/main" id="{F50D121D-C378-2F28-F60F-7B3CD3835100}"/>
              </a:ext>
            </a:extLst>
          </p:cNvPr>
          <p:cNvCxnSpPr>
            <a:cxnSpLocks/>
          </p:cNvCxnSpPr>
          <p:nvPr/>
        </p:nvCxnSpPr>
        <p:spPr>
          <a:xfrm>
            <a:off x="3877889" y="3913941"/>
            <a:ext cx="652940" cy="441647"/>
          </a:xfrm>
          <a:prstGeom prst="bentConnector3">
            <a:avLst>
              <a:gd name="adj1" fmla="val -373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Elbow Connector 295">
            <a:extLst>
              <a:ext uri="{FF2B5EF4-FFF2-40B4-BE49-F238E27FC236}">
                <a16:creationId xmlns:a16="http://schemas.microsoft.com/office/drawing/2014/main" id="{743AFB3F-1C9C-AAE9-9521-F45E5ACFBF75}"/>
              </a:ext>
            </a:extLst>
          </p:cNvPr>
          <p:cNvCxnSpPr>
            <a:cxnSpLocks/>
          </p:cNvCxnSpPr>
          <p:nvPr/>
        </p:nvCxnSpPr>
        <p:spPr>
          <a:xfrm flipH="1">
            <a:off x="5251015" y="3938614"/>
            <a:ext cx="652940" cy="441647"/>
          </a:xfrm>
          <a:prstGeom prst="bentConnector3">
            <a:avLst>
              <a:gd name="adj1" fmla="val -373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テキスト プレースホルダー 2">
            <a:extLst>
              <a:ext uri="{FF2B5EF4-FFF2-40B4-BE49-F238E27FC236}">
                <a16:creationId xmlns:a16="http://schemas.microsoft.com/office/drawing/2014/main" id="{2708668C-BA2B-911D-E769-DF54A8128DD3}"/>
              </a:ext>
            </a:extLst>
          </p:cNvPr>
          <p:cNvSpPr txBox="1">
            <a:spLocks/>
          </p:cNvSpPr>
          <p:nvPr/>
        </p:nvSpPr>
        <p:spPr>
          <a:xfrm>
            <a:off x="1012960" y="4574631"/>
            <a:ext cx="5793748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Figure 1 Rectangular Winding Configurations for Transformers</a:t>
            </a:r>
            <a:endParaRPr kumimoji="1" lang="ja-JP" altLang="en-US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039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42A58-7894-D782-6BE3-D5FB1D33F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roup 381">
            <a:extLst>
              <a:ext uri="{FF2B5EF4-FFF2-40B4-BE49-F238E27FC236}">
                <a16:creationId xmlns:a16="http://schemas.microsoft.com/office/drawing/2014/main" id="{D4B65416-39CD-E1F9-4F6E-EF1E53DCE62E}"/>
              </a:ext>
            </a:extLst>
          </p:cNvPr>
          <p:cNvGrpSpPr/>
          <p:nvPr/>
        </p:nvGrpSpPr>
        <p:grpSpPr>
          <a:xfrm>
            <a:off x="635135" y="857364"/>
            <a:ext cx="2447948" cy="1233452"/>
            <a:chOff x="-640017" y="6252944"/>
            <a:chExt cx="2447948" cy="1233452"/>
          </a:xfrm>
        </p:grpSpPr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86078D97-8D4B-91CE-FA0B-AF765F5BC94C}"/>
                </a:ext>
              </a:extLst>
            </p:cNvPr>
            <p:cNvSpPr/>
            <p:nvPr/>
          </p:nvSpPr>
          <p:spPr>
            <a:xfrm>
              <a:off x="-640016" y="6252944"/>
              <a:ext cx="2447947" cy="123345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03F79BDE-F626-0A64-9BA9-F98FB93D9636}"/>
                </a:ext>
              </a:extLst>
            </p:cNvPr>
            <p:cNvSpPr/>
            <p:nvPr/>
          </p:nvSpPr>
          <p:spPr>
            <a:xfrm>
              <a:off x="-640017" y="6851607"/>
              <a:ext cx="2447947" cy="3612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385" name="Group 384">
              <a:extLst>
                <a:ext uri="{FF2B5EF4-FFF2-40B4-BE49-F238E27FC236}">
                  <a16:creationId xmlns:a16="http://schemas.microsoft.com/office/drawing/2014/main" id="{69F8113C-1CB3-6CF8-1043-157A24B088FF}"/>
                </a:ext>
              </a:extLst>
            </p:cNvPr>
            <p:cNvGrpSpPr/>
            <p:nvPr/>
          </p:nvGrpSpPr>
          <p:grpSpPr>
            <a:xfrm>
              <a:off x="-468301" y="6417870"/>
              <a:ext cx="2104517" cy="903600"/>
              <a:chOff x="-464224" y="6412550"/>
              <a:chExt cx="2104517" cy="903600"/>
            </a:xfrm>
          </p:grpSpPr>
          <p:grpSp>
            <p:nvGrpSpPr>
              <p:cNvPr id="386" name="Group 385">
                <a:extLst>
                  <a:ext uri="{FF2B5EF4-FFF2-40B4-BE49-F238E27FC236}">
                    <a16:creationId xmlns:a16="http://schemas.microsoft.com/office/drawing/2014/main" id="{2929C91E-55C6-4021-93C3-4BDE4B038AA7}"/>
                  </a:ext>
                </a:extLst>
              </p:cNvPr>
              <p:cNvGrpSpPr/>
              <p:nvPr/>
            </p:nvGrpSpPr>
            <p:grpSpPr>
              <a:xfrm>
                <a:off x="-464224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415" name="Rectangle 414">
                  <a:extLst>
                    <a:ext uri="{FF2B5EF4-FFF2-40B4-BE49-F238E27FC236}">
                      <a16:creationId xmlns:a16="http://schemas.microsoft.com/office/drawing/2014/main" id="{BBD345B5-F920-0F5D-CB94-A73692C02EAC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6" name="Rectangle 415">
                  <a:extLst>
                    <a:ext uri="{FF2B5EF4-FFF2-40B4-BE49-F238E27FC236}">
                      <a16:creationId xmlns:a16="http://schemas.microsoft.com/office/drawing/2014/main" id="{7BF1B193-488B-6D52-7B07-280D7963470C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7" name="Rectangle 416">
                  <a:extLst>
                    <a:ext uri="{FF2B5EF4-FFF2-40B4-BE49-F238E27FC236}">
                      <a16:creationId xmlns:a16="http://schemas.microsoft.com/office/drawing/2014/main" id="{352AA077-6A97-EF30-E291-B4A62FDBFD77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8" name="Rectangle 417">
                  <a:extLst>
                    <a:ext uri="{FF2B5EF4-FFF2-40B4-BE49-F238E27FC236}">
                      <a16:creationId xmlns:a16="http://schemas.microsoft.com/office/drawing/2014/main" id="{6BBD7A45-FE78-C509-E324-852D709DD247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9" name="フローチャート: 和接合 16">
                  <a:extLst>
                    <a:ext uri="{FF2B5EF4-FFF2-40B4-BE49-F238E27FC236}">
                      <a16:creationId xmlns:a16="http://schemas.microsoft.com/office/drawing/2014/main" id="{5F923CF7-76F5-E6BE-4230-91BEE8105BD3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0" name="Rectangle 419">
                  <a:extLst>
                    <a:ext uri="{FF2B5EF4-FFF2-40B4-BE49-F238E27FC236}">
                      <a16:creationId xmlns:a16="http://schemas.microsoft.com/office/drawing/2014/main" id="{37153D03-D5BE-6298-60D0-1799C5501BAD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21" name="Group 420">
                  <a:extLst>
                    <a:ext uri="{FF2B5EF4-FFF2-40B4-BE49-F238E27FC236}">
                      <a16:creationId xmlns:a16="http://schemas.microsoft.com/office/drawing/2014/main" id="{EF54D060-F847-0DB7-D400-E3B84542DC4C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440" name="楕円 300">
                    <a:extLst>
                      <a:ext uri="{FF2B5EF4-FFF2-40B4-BE49-F238E27FC236}">
                        <a16:creationId xmlns:a16="http://schemas.microsoft.com/office/drawing/2014/main" id="{12527531-7DA9-FD42-8B0F-EEE5E4B0CC0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1" name="楕円 301">
                    <a:extLst>
                      <a:ext uri="{FF2B5EF4-FFF2-40B4-BE49-F238E27FC236}">
                        <a16:creationId xmlns:a16="http://schemas.microsoft.com/office/drawing/2014/main" id="{E4E46676-C9A2-59AD-95A9-A5DCA9441C7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22" name="Rectangle 421">
                  <a:extLst>
                    <a:ext uri="{FF2B5EF4-FFF2-40B4-BE49-F238E27FC236}">
                      <a16:creationId xmlns:a16="http://schemas.microsoft.com/office/drawing/2014/main" id="{13190CE6-E5AB-C1CB-0139-53AB2890E66C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3" name="フローチャート: 和接合 16">
                  <a:extLst>
                    <a:ext uri="{FF2B5EF4-FFF2-40B4-BE49-F238E27FC236}">
                      <a16:creationId xmlns:a16="http://schemas.microsoft.com/office/drawing/2014/main" id="{F37A5EDF-12B2-1FBC-FC9B-4D4EB9DB236B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4" name="Rectangle 423">
                  <a:extLst>
                    <a:ext uri="{FF2B5EF4-FFF2-40B4-BE49-F238E27FC236}">
                      <a16:creationId xmlns:a16="http://schemas.microsoft.com/office/drawing/2014/main" id="{496D089B-2444-94AF-AEE7-5695ED1170EF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25" name="Group 424">
                  <a:extLst>
                    <a:ext uri="{FF2B5EF4-FFF2-40B4-BE49-F238E27FC236}">
                      <a16:creationId xmlns:a16="http://schemas.microsoft.com/office/drawing/2014/main" id="{22FDD4FB-EA26-6D82-79CE-26816EBE2335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438" name="楕円 300">
                    <a:extLst>
                      <a:ext uri="{FF2B5EF4-FFF2-40B4-BE49-F238E27FC236}">
                        <a16:creationId xmlns:a16="http://schemas.microsoft.com/office/drawing/2014/main" id="{B5924CF5-FDE6-2112-0C1F-52D97322DF8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39" name="楕円 301">
                    <a:extLst>
                      <a:ext uri="{FF2B5EF4-FFF2-40B4-BE49-F238E27FC236}">
                        <a16:creationId xmlns:a16="http://schemas.microsoft.com/office/drawing/2014/main" id="{25735550-A7EB-B4A7-17A3-7C10F96EDD8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26" name="Rectangle 425">
                  <a:extLst>
                    <a:ext uri="{FF2B5EF4-FFF2-40B4-BE49-F238E27FC236}">
                      <a16:creationId xmlns:a16="http://schemas.microsoft.com/office/drawing/2014/main" id="{E4E97A61-6AD0-E7D7-AF38-B297481330BB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7" name="フローチャート: 和接合 16">
                  <a:extLst>
                    <a:ext uri="{FF2B5EF4-FFF2-40B4-BE49-F238E27FC236}">
                      <a16:creationId xmlns:a16="http://schemas.microsoft.com/office/drawing/2014/main" id="{629D1A7C-DE77-E06E-032C-5D8EF6CC24DA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8" name="Rectangle 427">
                  <a:extLst>
                    <a:ext uri="{FF2B5EF4-FFF2-40B4-BE49-F238E27FC236}">
                      <a16:creationId xmlns:a16="http://schemas.microsoft.com/office/drawing/2014/main" id="{538E77EA-E29B-585C-CF20-376FC66FD1FA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29" name="Group 428">
                  <a:extLst>
                    <a:ext uri="{FF2B5EF4-FFF2-40B4-BE49-F238E27FC236}">
                      <a16:creationId xmlns:a16="http://schemas.microsoft.com/office/drawing/2014/main" id="{16335F0E-4709-E568-E3A9-A25D93D3C28F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436" name="楕円 300">
                    <a:extLst>
                      <a:ext uri="{FF2B5EF4-FFF2-40B4-BE49-F238E27FC236}">
                        <a16:creationId xmlns:a16="http://schemas.microsoft.com/office/drawing/2014/main" id="{F3FCAB61-22AE-4373-DD52-ED1605A44C6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37" name="楕円 301">
                    <a:extLst>
                      <a:ext uri="{FF2B5EF4-FFF2-40B4-BE49-F238E27FC236}">
                        <a16:creationId xmlns:a16="http://schemas.microsoft.com/office/drawing/2014/main" id="{D1934280-C0AB-2F69-46C5-BE3366A665C4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30" name="Rectangle 429">
                  <a:extLst>
                    <a:ext uri="{FF2B5EF4-FFF2-40B4-BE49-F238E27FC236}">
                      <a16:creationId xmlns:a16="http://schemas.microsoft.com/office/drawing/2014/main" id="{3FA78130-2B26-D933-C1C3-650DF34E0C10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1" name="フローチャート: 和接合 16">
                  <a:extLst>
                    <a:ext uri="{FF2B5EF4-FFF2-40B4-BE49-F238E27FC236}">
                      <a16:creationId xmlns:a16="http://schemas.microsoft.com/office/drawing/2014/main" id="{1B3CA4C4-C04C-41C7-0185-A1B0A862B2FD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2" name="Rectangle 431">
                  <a:extLst>
                    <a:ext uri="{FF2B5EF4-FFF2-40B4-BE49-F238E27FC236}">
                      <a16:creationId xmlns:a16="http://schemas.microsoft.com/office/drawing/2014/main" id="{0A2FA3EA-9F20-60FA-0A2F-40900F01AA3F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33" name="Group 432">
                  <a:extLst>
                    <a:ext uri="{FF2B5EF4-FFF2-40B4-BE49-F238E27FC236}">
                      <a16:creationId xmlns:a16="http://schemas.microsoft.com/office/drawing/2014/main" id="{DE034F43-C986-5F4E-8558-F44D96501C29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434" name="楕円 300">
                    <a:extLst>
                      <a:ext uri="{FF2B5EF4-FFF2-40B4-BE49-F238E27FC236}">
                        <a16:creationId xmlns:a16="http://schemas.microsoft.com/office/drawing/2014/main" id="{120EF2C3-A2C1-F643-2A7B-B2E7FECAC7A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35" name="楕円 301">
                    <a:extLst>
                      <a:ext uri="{FF2B5EF4-FFF2-40B4-BE49-F238E27FC236}">
                        <a16:creationId xmlns:a16="http://schemas.microsoft.com/office/drawing/2014/main" id="{AF33EDCD-7FBE-B2CC-0CEE-DA773EFB072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8362A2C0-0803-D48F-8C66-5BD037F767D1}"/>
                  </a:ext>
                </a:extLst>
              </p:cNvPr>
              <p:cNvGrpSpPr/>
              <p:nvPr/>
            </p:nvGrpSpPr>
            <p:grpSpPr>
              <a:xfrm>
                <a:off x="729493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388" name="Rectangle 387">
                  <a:extLst>
                    <a:ext uri="{FF2B5EF4-FFF2-40B4-BE49-F238E27FC236}">
                      <a16:creationId xmlns:a16="http://schemas.microsoft.com/office/drawing/2014/main" id="{1937CE18-52F9-BB8D-FED3-E5F043462AFD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9" name="Rectangle 388">
                  <a:extLst>
                    <a:ext uri="{FF2B5EF4-FFF2-40B4-BE49-F238E27FC236}">
                      <a16:creationId xmlns:a16="http://schemas.microsoft.com/office/drawing/2014/main" id="{49319551-D854-C24A-3D3E-EDF6A860E7BF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0" name="Rectangle 389">
                  <a:extLst>
                    <a:ext uri="{FF2B5EF4-FFF2-40B4-BE49-F238E27FC236}">
                      <a16:creationId xmlns:a16="http://schemas.microsoft.com/office/drawing/2014/main" id="{926D6426-4C09-9766-E242-B3B830F4238E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1" name="Rectangle 390">
                  <a:extLst>
                    <a:ext uri="{FF2B5EF4-FFF2-40B4-BE49-F238E27FC236}">
                      <a16:creationId xmlns:a16="http://schemas.microsoft.com/office/drawing/2014/main" id="{F0526C62-0E17-E446-378E-A2EA9840B045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2" name="フローチャート: 和接合 16">
                  <a:extLst>
                    <a:ext uri="{FF2B5EF4-FFF2-40B4-BE49-F238E27FC236}">
                      <a16:creationId xmlns:a16="http://schemas.microsoft.com/office/drawing/2014/main" id="{A38AD865-E6E3-EA12-72BF-4E92BF04563D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3" name="Rectangle 392">
                  <a:extLst>
                    <a:ext uri="{FF2B5EF4-FFF2-40B4-BE49-F238E27FC236}">
                      <a16:creationId xmlns:a16="http://schemas.microsoft.com/office/drawing/2014/main" id="{B99C24BB-2898-4510-168E-471B4244F1D9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94" name="Group 393">
                  <a:extLst>
                    <a:ext uri="{FF2B5EF4-FFF2-40B4-BE49-F238E27FC236}">
                      <a16:creationId xmlns:a16="http://schemas.microsoft.com/office/drawing/2014/main" id="{91281C11-A90B-F899-C870-4DEAC1C1F842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413" name="楕円 300">
                    <a:extLst>
                      <a:ext uri="{FF2B5EF4-FFF2-40B4-BE49-F238E27FC236}">
                        <a16:creationId xmlns:a16="http://schemas.microsoft.com/office/drawing/2014/main" id="{AEA414FD-E2AC-4DBD-0FB7-ED3F220CD82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4" name="楕円 301">
                    <a:extLst>
                      <a:ext uri="{FF2B5EF4-FFF2-40B4-BE49-F238E27FC236}">
                        <a16:creationId xmlns:a16="http://schemas.microsoft.com/office/drawing/2014/main" id="{659408EF-3110-C344-01C0-555D9BC2D30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95" name="Rectangle 394">
                  <a:extLst>
                    <a:ext uri="{FF2B5EF4-FFF2-40B4-BE49-F238E27FC236}">
                      <a16:creationId xmlns:a16="http://schemas.microsoft.com/office/drawing/2014/main" id="{0540C5E3-9BC5-94A1-0E1B-11CA883B964D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6" name="フローチャート: 和接合 16">
                  <a:extLst>
                    <a:ext uri="{FF2B5EF4-FFF2-40B4-BE49-F238E27FC236}">
                      <a16:creationId xmlns:a16="http://schemas.microsoft.com/office/drawing/2014/main" id="{227D83EE-0732-56D3-3672-3E6DCB1D9CB3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7" name="Rectangle 396">
                  <a:extLst>
                    <a:ext uri="{FF2B5EF4-FFF2-40B4-BE49-F238E27FC236}">
                      <a16:creationId xmlns:a16="http://schemas.microsoft.com/office/drawing/2014/main" id="{E43288FD-00C8-1AB0-7672-C2A6FAA7D3A5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98" name="Group 397">
                  <a:extLst>
                    <a:ext uri="{FF2B5EF4-FFF2-40B4-BE49-F238E27FC236}">
                      <a16:creationId xmlns:a16="http://schemas.microsoft.com/office/drawing/2014/main" id="{F5880DDB-EAC7-190E-D747-663475A2D3DF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411" name="楕円 300">
                    <a:extLst>
                      <a:ext uri="{FF2B5EF4-FFF2-40B4-BE49-F238E27FC236}">
                        <a16:creationId xmlns:a16="http://schemas.microsoft.com/office/drawing/2014/main" id="{A74B614B-C404-22A6-C384-07F4EB73AB1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2" name="楕円 301">
                    <a:extLst>
                      <a:ext uri="{FF2B5EF4-FFF2-40B4-BE49-F238E27FC236}">
                        <a16:creationId xmlns:a16="http://schemas.microsoft.com/office/drawing/2014/main" id="{E4A25D0E-BA8C-2E1B-E542-BDA99E6AAEB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99" name="Rectangle 398">
                  <a:extLst>
                    <a:ext uri="{FF2B5EF4-FFF2-40B4-BE49-F238E27FC236}">
                      <a16:creationId xmlns:a16="http://schemas.microsoft.com/office/drawing/2014/main" id="{E4188B04-BA04-2C4D-2777-40CFF1FC5EDD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0" name="フローチャート: 和接合 16">
                  <a:extLst>
                    <a:ext uri="{FF2B5EF4-FFF2-40B4-BE49-F238E27FC236}">
                      <a16:creationId xmlns:a16="http://schemas.microsoft.com/office/drawing/2014/main" id="{8CC95BDC-7D3C-9AEE-32DF-DF0CAF9CE735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1" name="Rectangle 400">
                  <a:extLst>
                    <a:ext uri="{FF2B5EF4-FFF2-40B4-BE49-F238E27FC236}">
                      <a16:creationId xmlns:a16="http://schemas.microsoft.com/office/drawing/2014/main" id="{0F182C9E-11E8-90CC-3AF5-55FBC28EE409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02" name="Group 401">
                  <a:extLst>
                    <a:ext uri="{FF2B5EF4-FFF2-40B4-BE49-F238E27FC236}">
                      <a16:creationId xmlns:a16="http://schemas.microsoft.com/office/drawing/2014/main" id="{33537838-C992-49CD-B1B9-86C551200BB2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409" name="楕円 300">
                    <a:extLst>
                      <a:ext uri="{FF2B5EF4-FFF2-40B4-BE49-F238E27FC236}">
                        <a16:creationId xmlns:a16="http://schemas.microsoft.com/office/drawing/2014/main" id="{A3C39835-33AC-568D-723C-50074DE53793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0" name="楕円 301">
                    <a:extLst>
                      <a:ext uri="{FF2B5EF4-FFF2-40B4-BE49-F238E27FC236}">
                        <a16:creationId xmlns:a16="http://schemas.microsoft.com/office/drawing/2014/main" id="{A2B38D6E-484C-29CB-2CEA-4E0B570A9A0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03" name="Rectangle 402">
                  <a:extLst>
                    <a:ext uri="{FF2B5EF4-FFF2-40B4-BE49-F238E27FC236}">
                      <a16:creationId xmlns:a16="http://schemas.microsoft.com/office/drawing/2014/main" id="{56259138-5913-2DD1-3BDC-DE6724C4638C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4" name="フローチャート: 和接合 16">
                  <a:extLst>
                    <a:ext uri="{FF2B5EF4-FFF2-40B4-BE49-F238E27FC236}">
                      <a16:creationId xmlns:a16="http://schemas.microsoft.com/office/drawing/2014/main" id="{C10D560C-64B2-4CEB-1D6B-C592993010F3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5" name="Rectangle 404">
                  <a:extLst>
                    <a:ext uri="{FF2B5EF4-FFF2-40B4-BE49-F238E27FC236}">
                      <a16:creationId xmlns:a16="http://schemas.microsoft.com/office/drawing/2014/main" id="{7B44EAE0-4629-E273-DFEF-668B86A1A7CC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06" name="Group 405">
                  <a:extLst>
                    <a:ext uri="{FF2B5EF4-FFF2-40B4-BE49-F238E27FC236}">
                      <a16:creationId xmlns:a16="http://schemas.microsoft.com/office/drawing/2014/main" id="{B839A2E3-693B-8083-CF6E-FBB98F36C527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407" name="楕円 300">
                    <a:extLst>
                      <a:ext uri="{FF2B5EF4-FFF2-40B4-BE49-F238E27FC236}">
                        <a16:creationId xmlns:a16="http://schemas.microsoft.com/office/drawing/2014/main" id="{DCF37C43-BA7A-6126-A06A-7AEC14F7D3E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8" name="楕円 301">
                    <a:extLst>
                      <a:ext uri="{FF2B5EF4-FFF2-40B4-BE49-F238E27FC236}">
                        <a16:creationId xmlns:a16="http://schemas.microsoft.com/office/drawing/2014/main" id="{56CB4B00-2CB3-1451-B2FF-49E19F36DE9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A4DD5EDE-F0DF-4300-4EAC-5F4F39100A52}"/>
              </a:ext>
            </a:extLst>
          </p:cNvPr>
          <p:cNvGrpSpPr/>
          <p:nvPr/>
        </p:nvGrpSpPr>
        <p:grpSpPr>
          <a:xfrm>
            <a:off x="641093" y="4564001"/>
            <a:ext cx="2447948" cy="1233452"/>
            <a:chOff x="3747245" y="5034265"/>
            <a:chExt cx="3097925" cy="1560957"/>
          </a:xfrm>
        </p:grpSpPr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26EBFE52-AB1B-F4D3-E7B8-DE29801F9C24}"/>
                </a:ext>
              </a:extLst>
            </p:cNvPr>
            <p:cNvSpPr/>
            <p:nvPr/>
          </p:nvSpPr>
          <p:spPr>
            <a:xfrm>
              <a:off x="3747246" y="5034265"/>
              <a:ext cx="3097924" cy="156095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7D566DE8-DF0D-1416-EAFA-A89B97CC5205}"/>
                </a:ext>
              </a:extLst>
            </p:cNvPr>
            <p:cNvSpPr/>
            <p:nvPr/>
          </p:nvSpPr>
          <p:spPr>
            <a:xfrm>
              <a:off x="3747245" y="5791884"/>
              <a:ext cx="3097924" cy="4571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445" name="Group 444">
              <a:extLst>
                <a:ext uri="{FF2B5EF4-FFF2-40B4-BE49-F238E27FC236}">
                  <a16:creationId xmlns:a16="http://schemas.microsoft.com/office/drawing/2014/main" id="{293ED9AB-8853-15AD-28D8-9E9366F23710}"/>
                </a:ext>
              </a:extLst>
            </p:cNvPr>
            <p:cNvGrpSpPr/>
            <p:nvPr/>
          </p:nvGrpSpPr>
          <p:grpSpPr>
            <a:xfrm flipH="1">
              <a:off x="3969715" y="5239449"/>
              <a:ext cx="1151411" cy="1142317"/>
              <a:chOff x="6978166" y="2617955"/>
              <a:chExt cx="1320364" cy="1319180"/>
            </a:xfrm>
          </p:grpSpPr>
          <p:sp>
            <p:nvSpPr>
              <p:cNvPr id="478" name="Rectangle 477">
                <a:extLst>
                  <a:ext uri="{FF2B5EF4-FFF2-40B4-BE49-F238E27FC236}">
                    <a16:creationId xmlns:a16="http://schemas.microsoft.com/office/drawing/2014/main" id="{1A450DF5-E193-DA2B-8D39-BB25DA17D46D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23FCD35A-3943-8D9A-A1BE-67F23E78C758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390DBB31-7B3A-B2B2-9D61-505DA342E0E3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81" name="Group 480">
                <a:extLst>
                  <a:ext uri="{FF2B5EF4-FFF2-40B4-BE49-F238E27FC236}">
                    <a16:creationId xmlns:a16="http://schemas.microsoft.com/office/drawing/2014/main" id="{B52D955E-D2FA-B5A9-262E-4BECE4951C4D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507" name="Rectangle 506">
                  <a:extLst>
                    <a:ext uri="{FF2B5EF4-FFF2-40B4-BE49-F238E27FC236}">
                      <a16:creationId xmlns:a16="http://schemas.microsoft.com/office/drawing/2014/main" id="{3E5A4BC1-FE5C-663B-7FA9-5881D31639AE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8" name="フローチャート: 和接合 16">
                  <a:extLst>
                    <a:ext uri="{FF2B5EF4-FFF2-40B4-BE49-F238E27FC236}">
                      <a16:creationId xmlns:a16="http://schemas.microsoft.com/office/drawing/2014/main" id="{39F65113-B755-61D1-3B72-436967C060B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2" name="Rectangle 481">
                <a:extLst>
                  <a:ext uri="{FF2B5EF4-FFF2-40B4-BE49-F238E27FC236}">
                    <a16:creationId xmlns:a16="http://schemas.microsoft.com/office/drawing/2014/main" id="{C69E462C-F3BB-7DA3-0EDF-4D097CD1E773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83" name="Group 482">
                <a:extLst>
                  <a:ext uri="{FF2B5EF4-FFF2-40B4-BE49-F238E27FC236}">
                    <a16:creationId xmlns:a16="http://schemas.microsoft.com/office/drawing/2014/main" id="{FFD1D8DD-6BF6-6574-3619-59DB93E4CC80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505" name="楕円 300">
                  <a:extLst>
                    <a:ext uri="{FF2B5EF4-FFF2-40B4-BE49-F238E27FC236}">
                      <a16:creationId xmlns:a16="http://schemas.microsoft.com/office/drawing/2014/main" id="{18595819-D442-FF94-B17E-1902C621A80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6" name="楕円 301">
                  <a:extLst>
                    <a:ext uri="{FF2B5EF4-FFF2-40B4-BE49-F238E27FC236}">
                      <a16:creationId xmlns:a16="http://schemas.microsoft.com/office/drawing/2014/main" id="{32331CBB-883D-2A2A-3C8E-7AD47EE76DB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84" name="Group 483">
                <a:extLst>
                  <a:ext uri="{FF2B5EF4-FFF2-40B4-BE49-F238E27FC236}">
                    <a16:creationId xmlns:a16="http://schemas.microsoft.com/office/drawing/2014/main" id="{9F726BA4-0A39-5111-6F53-CAD204FC39E8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503" name="Rectangle 502">
                  <a:extLst>
                    <a:ext uri="{FF2B5EF4-FFF2-40B4-BE49-F238E27FC236}">
                      <a16:creationId xmlns:a16="http://schemas.microsoft.com/office/drawing/2014/main" id="{43A72DA9-94B3-8DBB-9BB3-56F1EAAD39F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4" name="フローチャート: 和接合 16">
                  <a:extLst>
                    <a:ext uri="{FF2B5EF4-FFF2-40B4-BE49-F238E27FC236}">
                      <a16:creationId xmlns:a16="http://schemas.microsoft.com/office/drawing/2014/main" id="{21A9F358-B889-DE41-5B02-8527DA2C566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6D46AFE0-3873-BBA3-0B91-E4E1EDE73B88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86" name="Group 485">
                <a:extLst>
                  <a:ext uri="{FF2B5EF4-FFF2-40B4-BE49-F238E27FC236}">
                    <a16:creationId xmlns:a16="http://schemas.microsoft.com/office/drawing/2014/main" id="{6634844E-57E4-8B4E-F67D-1B9B6E41E9EC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501" name="楕円 300">
                  <a:extLst>
                    <a:ext uri="{FF2B5EF4-FFF2-40B4-BE49-F238E27FC236}">
                      <a16:creationId xmlns:a16="http://schemas.microsoft.com/office/drawing/2014/main" id="{3D76C041-57AF-58DE-60A4-10DF931A02C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2" name="楕円 301">
                  <a:extLst>
                    <a:ext uri="{FF2B5EF4-FFF2-40B4-BE49-F238E27FC236}">
                      <a16:creationId xmlns:a16="http://schemas.microsoft.com/office/drawing/2014/main" id="{8F5A9C83-6E7B-3637-5146-38F120FF036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87" name="Group 486">
                <a:extLst>
                  <a:ext uri="{FF2B5EF4-FFF2-40B4-BE49-F238E27FC236}">
                    <a16:creationId xmlns:a16="http://schemas.microsoft.com/office/drawing/2014/main" id="{3CE00CAE-220A-0E52-4343-6F9664E273FB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499" name="Rectangle 498">
                  <a:extLst>
                    <a:ext uri="{FF2B5EF4-FFF2-40B4-BE49-F238E27FC236}">
                      <a16:creationId xmlns:a16="http://schemas.microsoft.com/office/drawing/2014/main" id="{171F0D33-3648-795F-9114-FE93509EC8A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0" name="フローチャート: 和接合 16">
                  <a:extLst>
                    <a:ext uri="{FF2B5EF4-FFF2-40B4-BE49-F238E27FC236}">
                      <a16:creationId xmlns:a16="http://schemas.microsoft.com/office/drawing/2014/main" id="{FE186D0C-E062-3FA0-506C-9753DC6B61B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A4B00309-BBA3-BA3D-E464-C75D940CB33C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89" name="Group 488">
                <a:extLst>
                  <a:ext uri="{FF2B5EF4-FFF2-40B4-BE49-F238E27FC236}">
                    <a16:creationId xmlns:a16="http://schemas.microsoft.com/office/drawing/2014/main" id="{15593163-744B-421E-AA1E-123D50131387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497" name="楕円 300">
                  <a:extLst>
                    <a:ext uri="{FF2B5EF4-FFF2-40B4-BE49-F238E27FC236}">
                      <a16:creationId xmlns:a16="http://schemas.microsoft.com/office/drawing/2014/main" id="{A8BFDC1B-BD90-9D77-502F-0BB95575369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8" name="楕円 301">
                  <a:extLst>
                    <a:ext uri="{FF2B5EF4-FFF2-40B4-BE49-F238E27FC236}">
                      <a16:creationId xmlns:a16="http://schemas.microsoft.com/office/drawing/2014/main" id="{3080A067-4D0A-E0E1-DDDF-AEC63D70B21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90" name="Group 489">
                <a:extLst>
                  <a:ext uri="{FF2B5EF4-FFF2-40B4-BE49-F238E27FC236}">
                    <a16:creationId xmlns:a16="http://schemas.microsoft.com/office/drawing/2014/main" id="{DD66CAF2-818B-CEAE-79F0-F617A0A6ECA4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495" name="Rectangle 494">
                  <a:extLst>
                    <a:ext uri="{FF2B5EF4-FFF2-40B4-BE49-F238E27FC236}">
                      <a16:creationId xmlns:a16="http://schemas.microsoft.com/office/drawing/2014/main" id="{B33BA324-1268-9024-4AC8-680EF0A2EDBA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6" name="フローチャート: 和接合 16">
                  <a:extLst>
                    <a:ext uri="{FF2B5EF4-FFF2-40B4-BE49-F238E27FC236}">
                      <a16:creationId xmlns:a16="http://schemas.microsoft.com/office/drawing/2014/main" id="{E8D37382-B923-5E03-D54B-6895B645802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35492B7A-B414-6B3B-B8EA-DCF1EE0C298F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92" name="Group 491">
                <a:extLst>
                  <a:ext uri="{FF2B5EF4-FFF2-40B4-BE49-F238E27FC236}">
                    <a16:creationId xmlns:a16="http://schemas.microsoft.com/office/drawing/2014/main" id="{1BBED61E-1369-026E-C358-5AA1A05099CB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493" name="楕円 300">
                  <a:extLst>
                    <a:ext uri="{FF2B5EF4-FFF2-40B4-BE49-F238E27FC236}">
                      <a16:creationId xmlns:a16="http://schemas.microsoft.com/office/drawing/2014/main" id="{F797E059-9242-9FBD-9C54-970BA97E1C9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4" name="楕円 301">
                  <a:extLst>
                    <a:ext uri="{FF2B5EF4-FFF2-40B4-BE49-F238E27FC236}">
                      <a16:creationId xmlns:a16="http://schemas.microsoft.com/office/drawing/2014/main" id="{BD08E634-347F-CF5D-2D44-CA2EDAC0336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46" name="Group 445">
              <a:extLst>
                <a:ext uri="{FF2B5EF4-FFF2-40B4-BE49-F238E27FC236}">
                  <a16:creationId xmlns:a16="http://schemas.microsoft.com/office/drawing/2014/main" id="{B5A0D65B-088E-309F-3C82-BDF37B0D3091}"/>
                </a:ext>
              </a:extLst>
            </p:cNvPr>
            <p:cNvGrpSpPr/>
            <p:nvPr/>
          </p:nvGrpSpPr>
          <p:grpSpPr>
            <a:xfrm>
              <a:off x="5480428" y="5239449"/>
              <a:ext cx="1142274" cy="1150592"/>
              <a:chOff x="6978166" y="2617955"/>
              <a:chExt cx="1320364" cy="1319180"/>
            </a:xfrm>
          </p:grpSpPr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AED9B95F-E743-9EA3-9932-82BFA46EC263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72E06640-C824-4D80-4028-096B4E8CC80F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6FBC7452-C8D1-1D64-A1DA-B4F1F6B4AAB7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9E0B9700-FC5E-B174-014C-2E873873895C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476" name="Rectangle 475">
                  <a:extLst>
                    <a:ext uri="{FF2B5EF4-FFF2-40B4-BE49-F238E27FC236}">
                      <a16:creationId xmlns:a16="http://schemas.microsoft.com/office/drawing/2014/main" id="{BE8E2409-5E5A-ED68-DA26-8BE973C0FCFA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7" name="フローチャート: 和接合 16">
                  <a:extLst>
                    <a:ext uri="{FF2B5EF4-FFF2-40B4-BE49-F238E27FC236}">
                      <a16:creationId xmlns:a16="http://schemas.microsoft.com/office/drawing/2014/main" id="{3416CB8F-7B5D-825F-5286-C0B79B0F9DA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1" name="Rectangle 450">
                <a:extLst>
                  <a:ext uri="{FF2B5EF4-FFF2-40B4-BE49-F238E27FC236}">
                    <a16:creationId xmlns:a16="http://schemas.microsoft.com/office/drawing/2014/main" id="{31A50909-AD64-5083-5EDC-6B46D7F81BDA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52" name="Group 451">
                <a:extLst>
                  <a:ext uri="{FF2B5EF4-FFF2-40B4-BE49-F238E27FC236}">
                    <a16:creationId xmlns:a16="http://schemas.microsoft.com/office/drawing/2014/main" id="{9B1BB123-C490-CFFF-B450-85C437A74116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474" name="楕円 300">
                  <a:extLst>
                    <a:ext uri="{FF2B5EF4-FFF2-40B4-BE49-F238E27FC236}">
                      <a16:creationId xmlns:a16="http://schemas.microsoft.com/office/drawing/2014/main" id="{83036354-2823-1621-413B-7181A7ADC06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5" name="楕円 301">
                  <a:extLst>
                    <a:ext uri="{FF2B5EF4-FFF2-40B4-BE49-F238E27FC236}">
                      <a16:creationId xmlns:a16="http://schemas.microsoft.com/office/drawing/2014/main" id="{26F073A2-CEFA-2727-B3AB-1FA69E99F73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3" name="Group 452">
                <a:extLst>
                  <a:ext uri="{FF2B5EF4-FFF2-40B4-BE49-F238E27FC236}">
                    <a16:creationId xmlns:a16="http://schemas.microsoft.com/office/drawing/2014/main" id="{2FC73F63-66D6-1272-9300-960C6C4D7C59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472" name="Rectangle 471">
                  <a:extLst>
                    <a:ext uri="{FF2B5EF4-FFF2-40B4-BE49-F238E27FC236}">
                      <a16:creationId xmlns:a16="http://schemas.microsoft.com/office/drawing/2014/main" id="{0B590D1E-DFC6-B49C-3BDD-93636DDB9DDE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3" name="フローチャート: 和接合 16">
                  <a:extLst>
                    <a:ext uri="{FF2B5EF4-FFF2-40B4-BE49-F238E27FC236}">
                      <a16:creationId xmlns:a16="http://schemas.microsoft.com/office/drawing/2014/main" id="{92A9BF5B-3E10-1576-847F-D0B1D309FD8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54C96537-AACE-DD73-784C-7E185CFD17A1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55" name="Group 454">
                <a:extLst>
                  <a:ext uri="{FF2B5EF4-FFF2-40B4-BE49-F238E27FC236}">
                    <a16:creationId xmlns:a16="http://schemas.microsoft.com/office/drawing/2014/main" id="{D27FA235-4244-9AE5-2B5E-E1E84D98A160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470" name="楕円 300">
                  <a:extLst>
                    <a:ext uri="{FF2B5EF4-FFF2-40B4-BE49-F238E27FC236}">
                      <a16:creationId xmlns:a16="http://schemas.microsoft.com/office/drawing/2014/main" id="{C8D9544F-CA38-6878-4E11-A0C347DD687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1" name="楕円 301">
                  <a:extLst>
                    <a:ext uri="{FF2B5EF4-FFF2-40B4-BE49-F238E27FC236}">
                      <a16:creationId xmlns:a16="http://schemas.microsoft.com/office/drawing/2014/main" id="{6A403720-7833-EBED-19F1-AC803E33663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6" name="Group 455">
                <a:extLst>
                  <a:ext uri="{FF2B5EF4-FFF2-40B4-BE49-F238E27FC236}">
                    <a16:creationId xmlns:a16="http://schemas.microsoft.com/office/drawing/2014/main" id="{E15ECE5B-1E13-726F-0E98-17A37F53B90B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468" name="Rectangle 467">
                  <a:extLst>
                    <a:ext uri="{FF2B5EF4-FFF2-40B4-BE49-F238E27FC236}">
                      <a16:creationId xmlns:a16="http://schemas.microsoft.com/office/drawing/2014/main" id="{CBD99198-9D83-B5C0-6568-885EDFFA6F7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9" name="フローチャート: 和接合 16">
                  <a:extLst>
                    <a:ext uri="{FF2B5EF4-FFF2-40B4-BE49-F238E27FC236}">
                      <a16:creationId xmlns:a16="http://schemas.microsoft.com/office/drawing/2014/main" id="{C86A1EFA-77ED-D428-5253-91900FEA231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7" name="Rectangle 456">
                <a:extLst>
                  <a:ext uri="{FF2B5EF4-FFF2-40B4-BE49-F238E27FC236}">
                    <a16:creationId xmlns:a16="http://schemas.microsoft.com/office/drawing/2014/main" id="{9309497C-061C-CE27-DC67-402DA2AD94E0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0A2B61E4-0AD3-52A3-BC9B-7AF64D096074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466" name="楕円 300">
                  <a:extLst>
                    <a:ext uri="{FF2B5EF4-FFF2-40B4-BE49-F238E27FC236}">
                      <a16:creationId xmlns:a16="http://schemas.microsoft.com/office/drawing/2014/main" id="{8E43F438-5130-59FE-2E92-BBF39111344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7" name="楕円 301">
                  <a:extLst>
                    <a:ext uri="{FF2B5EF4-FFF2-40B4-BE49-F238E27FC236}">
                      <a16:creationId xmlns:a16="http://schemas.microsoft.com/office/drawing/2014/main" id="{DA4E456C-17CA-BAFF-8F7F-B6E85923EA7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9" name="Group 458">
                <a:extLst>
                  <a:ext uri="{FF2B5EF4-FFF2-40B4-BE49-F238E27FC236}">
                    <a16:creationId xmlns:a16="http://schemas.microsoft.com/office/drawing/2014/main" id="{61C07AF2-33F6-9807-2F3E-CB16336C09E4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464" name="Rectangle 463">
                  <a:extLst>
                    <a:ext uri="{FF2B5EF4-FFF2-40B4-BE49-F238E27FC236}">
                      <a16:creationId xmlns:a16="http://schemas.microsoft.com/office/drawing/2014/main" id="{CEC49874-B67C-7E26-33A9-353946C89509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5" name="フローチャート: 和接合 16">
                  <a:extLst>
                    <a:ext uri="{FF2B5EF4-FFF2-40B4-BE49-F238E27FC236}">
                      <a16:creationId xmlns:a16="http://schemas.microsoft.com/office/drawing/2014/main" id="{ED497C71-141B-6419-5FF9-548EA44D726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0" name="Rectangle 459">
                <a:extLst>
                  <a:ext uri="{FF2B5EF4-FFF2-40B4-BE49-F238E27FC236}">
                    <a16:creationId xmlns:a16="http://schemas.microsoft.com/office/drawing/2014/main" id="{38769D4A-634E-9522-5B9F-712C524EDAD0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61" name="Group 460">
                <a:extLst>
                  <a:ext uri="{FF2B5EF4-FFF2-40B4-BE49-F238E27FC236}">
                    <a16:creationId xmlns:a16="http://schemas.microsoft.com/office/drawing/2014/main" id="{08E3A277-33FB-74C9-8DFB-3E69268B5509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462" name="楕円 300">
                  <a:extLst>
                    <a:ext uri="{FF2B5EF4-FFF2-40B4-BE49-F238E27FC236}">
                      <a16:creationId xmlns:a16="http://schemas.microsoft.com/office/drawing/2014/main" id="{41EE0472-061A-A961-100C-7828DAA3EE7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3" name="楕円 301">
                  <a:extLst>
                    <a:ext uri="{FF2B5EF4-FFF2-40B4-BE49-F238E27FC236}">
                      <a16:creationId xmlns:a16="http://schemas.microsoft.com/office/drawing/2014/main" id="{05199ADC-371F-CC39-7223-3865686165A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09B718D5-747C-713D-DB99-E1B388946CDA}"/>
              </a:ext>
            </a:extLst>
          </p:cNvPr>
          <p:cNvGrpSpPr/>
          <p:nvPr/>
        </p:nvGrpSpPr>
        <p:grpSpPr>
          <a:xfrm>
            <a:off x="4307195" y="4779990"/>
            <a:ext cx="2818256" cy="1008713"/>
            <a:chOff x="4257840" y="4866885"/>
            <a:chExt cx="2818256" cy="1008713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31BC51B2-3DE1-62A5-1F8D-AFA34BD1C821}"/>
                </a:ext>
              </a:extLst>
            </p:cNvPr>
            <p:cNvSpPr/>
            <p:nvPr/>
          </p:nvSpPr>
          <p:spPr>
            <a:xfrm>
              <a:off x="4257842" y="5535856"/>
              <a:ext cx="2818254" cy="33974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>
                  <a:solidFill>
                    <a:schemeClr val="tx1"/>
                  </a:solidFill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rPr>
                <a:t>コア</a:t>
              </a: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8F447538-BCAF-4C6E-39AB-B24608F2DFAD}"/>
                </a:ext>
              </a:extLst>
            </p:cNvPr>
            <p:cNvSpPr/>
            <p:nvPr/>
          </p:nvSpPr>
          <p:spPr>
            <a:xfrm rot="10800000">
              <a:off x="5253937" y="4869500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10C1FBC7-AFB3-AAA6-E42F-4F08CA497A9A}"/>
                </a:ext>
              </a:extLst>
            </p:cNvPr>
            <p:cNvSpPr/>
            <p:nvPr/>
          </p:nvSpPr>
          <p:spPr>
            <a:xfrm rot="10800000">
              <a:off x="4755889" y="4866885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0D439153-D49B-C819-3470-847CB1196A00}"/>
                </a:ext>
              </a:extLst>
            </p:cNvPr>
            <p:cNvSpPr/>
            <p:nvPr/>
          </p:nvSpPr>
          <p:spPr>
            <a:xfrm rot="10800000">
              <a:off x="4257842" y="4868689"/>
              <a:ext cx="328014" cy="56529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05168600-523D-82F6-FF3F-778C1D4EEE95}"/>
                </a:ext>
              </a:extLst>
            </p:cNvPr>
            <p:cNvSpPr/>
            <p:nvPr/>
          </p:nvSpPr>
          <p:spPr>
            <a:xfrm rot="5400000">
              <a:off x="5614600" y="4075445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11872005-D998-CE36-71D6-EC28394E9E6B}"/>
                </a:ext>
              </a:extLst>
            </p:cNvPr>
            <p:cNvSpPr/>
            <p:nvPr/>
          </p:nvSpPr>
          <p:spPr>
            <a:xfrm rot="10800000">
              <a:off x="6748080" y="4869500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0186893B-270E-3779-B88F-B88745BE9921}"/>
                </a:ext>
              </a:extLst>
            </p:cNvPr>
            <p:cNvSpPr/>
            <p:nvPr/>
          </p:nvSpPr>
          <p:spPr>
            <a:xfrm rot="10800000">
              <a:off x="6250033" y="4869501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EB3466B9-1C30-B7A3-162C-D0774EB3F88D}"/>
                </a:ext>
              </a:extLst>
            </p:cNvPr>
            <p:cNvSpPr/>
            <p:nvPr/>
          </p:nvSpPr>
          <p:spPr>
            <a:xfrm rot="10800000">
              <a:off x="5740403" y="4867861"/>
              <a:ext cx="328014" cy="56529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D4591E75-5B2E-3743-D47F-7EA2F75B3B31}"/>
                </a:ext>
              </a:extLst>
            </p:cNvPr>
            <p:cNvCxnSpPr>
              <a:cxnSpLocks/>
            </p:cNvCxnSpPr>
            <p:nvPr/>
          </p:nvCxnSpPr>
          <p:spPr>
            <a:xfrm>
              <a:off x="4435683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F144F5FC-D771-58DA-D939-DE4AC483015F}"/>
                </a:ext>
              </a:extLst>
            </p:cNvPr>
            <p:cNvCxnSpPr>
              <a:cxnSpLocks/>
            </p:cNvCxnSpPr>
            <p:nvPr/>
          </p:nvCxnSpPr>
          <p:spPr>
            <a:xfrm>
              <a:off x="4929897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67193828-FFAE-BD29-1532-6A9833D7316C}"/>
                </a:ext>
              </a:extLst>
            </p:cNvPr>
            <p:cNvCxnSpPr>
              <a:cxnSpLocks/>
            </p:cNvCxnSpPr>
            <p:nvPr/>
          </p:nvCxnSpPr>
          <p:spPr>
            <a:xfrm>
              <a:off x="5424112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520">
              <a:extLst>
                <a:ext uri="{FF2B5EF4-FFF2-40B4-BE49-F238E27FC236}">
                  <a16:creationId xmlns:a16="http://schemas.microsoft.com/office/drawing/2014/main" id="{F94521DB-EE6C-1B7A-D244-8F0B6373E12D}"/>
                </a:ext>
              </a:extLst>
            </p:cNvPr>
            <p:cNvCxnSpPr>
              <a:cxnSpLocks/>
            </p:cNvCxnSpPr>
            <p:nvPr/>
          </p:nvCxnSpPr>
          <p:spPr>
            <a:xfrm>
              <a:off x="5918326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0328E9FC-FBE5-2074-9ABE-77DDAB9D8F0B}"/>
                </a:ext>
              </a:extLst>
            </p:cNvPr>
            <p:cNvCxnSpPr>
              <a:cxnSpLocks/>
            </p:cNvCxnSpPr>
            <p:nvPr/>
          </p:nvCxnSpPr>
          <p:spPr>
            <a:xfrm>
              <a:off x="6412541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E9C6FDAB-36FD-6354-7A84-55817EEC39ED}"/>
                </a:ext>
              </a:extLst>
            </p:cNvPr>
            <p:cNvCxnSpPr>
              <a:cxnSpLocks/>
            </p:cNvCxnSpPr>
            <p:nvPr/>
          </p:nvCxnSpPr>
          <p:spPr>
            <a:xfrm>
              <a:off x="6906754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24" name="Picture 523">
              <a:extLst>
                <a:ext uri="{FF2B5EF4-FFF2-40B4-BE49-F238E27FC236}">
                  <a16:creationId xmlns:a16="http://schemas.microsoft.com/office/drawing/2014/main" id="{CCD1992C-8677-A600-1456-E5A5326AA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7425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525" name="Picture 524">
              <a:extLst>
                <a:ext uri="{FF2B5EF4-FFF2-40B4-BE49-F238E27FC236}">
                  <a16:creationId xmlns:a16="http://schemas.microsoft.com/office/drawing/2014/main" id="{88A35399-7D41-3838-229F-3FC70A636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55541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526" name="Picture 525">
              <a:extLst>
                <a:ext uri="{FF2B5EF4-FFF2-40B4-BE49-F238E27FC236}">
                  <a16:creationId xmlns:a16="http://schemas.microsoft.com/office/drawing/2014/main" id="{06E7E3A2-1779-DF3A-3DD4-580B29370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760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527" name="Picture 526">
              <a:extLst>
                <a:ext uri="{FF2B5EF4-FFF2-40B4-BE49-F238E27FC236}">
                  <a16:creationId xmlns:a16="http://schemas.microsoft.com/office/drawing/2014/main" id="{B64C47A9-EE83-29AF-978B-EEDA65D57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790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528" name="Picture 527">
              <a:extLst>
                <a:ext uri="{FF2B5EF4-FFF2-40B4-BE49-F238E27FC236}">
                  <a16:creationId xmlns:a16="http://schemas.microsoft.com/office/drawing/2014/main" id="{F4B4FD38-EB3B-2B70-ADF3-4E7575431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854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529" name="Picture 528">
              <a:extLst>
                <a:ext uri="{FF2B5EF4-FFF2-40B4-BE49-F238E27FC236}">
                  <a16:creationId xmlns:a16="http://schemas.microsoft.com/office/drawing/2014/main" id="{E0D57023-584C-1FB8-C557-CA0413CC5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884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</p:grpSp>
      <p:cxnSp>
        <p:nvCxnSpPr>
          <p:cNvPr id="530" name="Straight Arrow Connector 529">
            <a:extLst>
              <a:ext uri="{FF2B5EF4-FFF2-40B4-BE49-F238E27FC236}">
                <a16:creationId xmlns:a16="http://schemas.microsoft.com/office/drawing/2014/main" id="{6F131582-8E7D-3275-C961-8037258E802B}"/>
              </a:ext>
            </a:extLst>
          </p:cNvPr>
          <p:cNvCxnSpPr>
            <a:cxnSpLocks/>
          </p:cNvCxnSpPr>
          <p:nvPr/>
        </p:nvCxnSpPr>
        <p:spPr>
          <a:xfrm>
            <a:off x="7717439" y="948032"/>
            <a:ext cx="0" cy="1205511"/>
          </a:xfrm>
          <a:prstGeom prst="straightConnector1">
            <a:avLst/>
          </a:prstGeom>
          <a:ln w="38100">
            <a:solidFill>
              <a:srgbClr val="1F4E7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Arrow Connector 530">
            <a:extLst>
              <a:ext uri="{FF2B5EF4-FFF2-40B4-BE49-F238E27FC236}">
                <a16:creationId xmlns:a16="http://schemas.microsoft.com/office/drawing/2014/main" id="{52BAC629-43F6-A7DD-0CAD-2C89525EF80D}"/>
              </a:ext>
            </a:extLst>
          </p:cNvPr>
          <p:cNvCxnSpPr>
            <a:cxnSpLocks/>
          </p:cNvCxnSpPr>
          <p:nvPr/>
        </p:nvCxnSpPr>
        <p:spPr>
          <a:xfrm>
            <a:off x="7662575" y="4787153"/>
            <a:ext cx="0" cy="1001795"/>
          </a:xfrm>
          <a:prstGeom prst="straightConnector1">
            <a:avLst/>
          </a:prstGeom>
          <a:ln w="38100">
            <a:solidFill>
              <a:srgbClr val="1F4E7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2" name="Group 531">
            <a:extLst>
              <a:ext uri="{FF2B5EF4-FFF2-40B4-BE49-F238E27FC236}">
                <a16:creationId xmlns:a16="http://schemas.microsoft.com/office/drawing/2014/main" id="{CE4731DC-9D6A-7BEB-6E85-D1E563BD9534}"/>
              </a:ext>
            </a:extLst>
          </p:cNvPr>
          <p:cNvGrpSpPr/>
          <p:nvPr/>
        </p:nvGrpSpPr>
        <p:grpSpPr>
          <a:xfrm>
            <a:off x="4304402" y="627498"/>
            <a:ext cx="2821049" cy="1584047"/>
            <a:chOff x="4304402" y="1365316"/>
            <a:chExt cx="2821049" cy="1584047"/>
          </a:xfrm>
        </p:grpSpPr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D006ECCC-7FF9-B0FD-12FC-BE0E046AFD3E}"/>
                </a:ext>
              </a:extLst>
            </p:cNvPr>
            <p:cNvSpPr/>
            <p:nvPr/>
          </p:nvSpPr>
          <p:spPr>
            <a:xfrm>
              <a:off x="4307196" y="2609621"/>
              <a:ext cx="2818254" cy="33974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JP">
                  <a:solidFill>
                    <a:schemeClr val="tx1"/>
                  </a:solidFill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rPr>
                <a:t>コア</a:t>
              </a:r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07672C21-A9DB-B1B0-C3BA-E6CBEADCC613}"/>
                </a:ext>
              </a:extLst>
            </p:cNvPr>
            <p:cNvSpPr/>
            <p:nvPr/>
          </p:nvSpPr>
          <p:spPr>
            <a:xfrm rot="5400000">
              <a:off x="5552314" y="936934"/>
              <a:ext cx="328015" cy="281825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A097EE45-7B8C-8BEE-0C3C-CF2EE8EA9C37}"/>
                </a:ext>
              </a:extLst>
            </p:cNvPr>
            <p:cNvSpPr/>
            <p:nvPr/>
          </p:nvSpPr>
          <p:spPr>
            <a:xfrm rot="5400000">
              <a:off x="5663954" y="1149210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5C0B8F26-F098-218A-968D-8B9A1762425B}"/>
                </a:ext>
              </a:extLst>
            </p:cNvPr>
            <p:cNvSpPr/>
            <p:nvPr/>
          </p:nvSpPr>
          <p:spPr>
            <a:xfrm rot="5400000">
              <a:off x="5552315" y="529233"/>
              <a:ext cx="328015" cy="2818257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D5E1D328-BAFE-4E59-BCB0-74DB66890B3F}"/>
                </a:ext>
              </a:extLst>
            </p:cNvPr>
            <p:cNvSpPr/>
            <p:nvPr/>
          </p:nvSpPr>
          <p:spPr>
            <a:xfrm rot="5400000">
              <a:off x="5549523" y="120195"/>
              <a:ext cx="328015" cy="281825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pic>
          <p:nvPicPr>
            <p:cNvPr id="538" name="Picture 537">
              <a:extLst>
                <a:ext uri="{FF2B5EF4-FFF2-40B4-BE49-F238E27FC236}">
                  <a16:creationId xmlns:a16="http://schemas.microsoft.com/office/drawing/2014/main" id="{C2EB43FA-0594-956C-0BE7-EC3958308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1943522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pic>
          <p:nvPicPr>
            <p:cNvPr id="539" name="Picture 538">
              <a:extLst>
                <a:ext uri="{FF2B5EF4-FFF2-40B4-BE49-F238E27FC236}">
                  <a16:creationId xmlns:a16="http://schemas.microsoft.com/office/drawing/2014/main" id="{B50CBC84-CE4E-CD38-6281-2F6C37D7B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8637" y="151090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235571A7-FB85-4BF7-F0FE-7DC22A7F5387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1624565"/>
              <a:ext cx="0" cy="533036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F762599C-934D-E3FB-8A68-83D8B235CEC7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2196275"/>
              <a:ext cx="0" cy="530994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42" name="Picture 541">
              <a:extLst>
                <a:ext uri="{FF2B5EF4-FFF2-40B4-BE49-F238E27FC236}">
                  <a16:creationId xmlns:a16="http://schemas.microsoft.com/office/drawing/2014/main" id="{02120D38-7C6E-8694-6F32-E1C8C561C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237613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</p:grpSp>
      <p:sp>
        <p:nvSpPr>
          <p:cNvPr id="543" name="テキスト プレースホルダー 2">
            <a:extLst>
              <a:ext uri="{FF2B5EF4-FFF2-40B4-BE49-F238E27FC236}">
                <a16:creationId xmlns:a16="http://schemas.microsoft.com/office/drawing/2014/main" id="{E700AAC9-134F-DEED-A6B0-EFB48588B5A7}"/>
              </a:ext>
            </a:extLst>
          </p:cNvPr>
          <p:cNvSpPr txBox="1">
            <a:spLocks/>
          </p:cNvSpPr>
          <p:nvPr/>
        </p:nvSpPr>
        <p:spPr>
          <a:xfrm rot="5400000">
            <a:off x="6745684" y="1236626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高熱抵抗</a:t>
            </a:r>
            <a:endParaRPr kumimoji="1" lang="en-US" altLang="ja-JP" sz="16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44" name="テキスト プレースホルダー 2">
            <a:extLst>
              <a:ext uri="{FF2B5EF4-FFF2-40B4-BE49-F238E27FC236}">
                <a16:creationId xmlns:a16="http://schemas.microsoft.com/office/drawing/2014/main" id="{12160C3B-E5FC-791D-293F-B2472A64503E}"/>
              </a:ext>
            </a:extLst>
          </p:cNvPr>
          <p:cNvSpPr txBox="1">
            <a:spLocks/>
          </p:cNvSpPr>
          <p:nvPr/>
        </p:nvSpPr>
        <p:spPr>
          <a:xfrm rot="5400000">
            <a:off x="6713680" y="5146700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低熱抵抗</a:t>
            </a:r>
            <a:endParaRPr kumimoji="1" lang="en-US" altLang="ja-JP" sz="16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ADF63FDF-DECB-D208-84A3-E05A3279DD20}"/>
              </a:ext>
            </a:extLst>
          </p:cNvPr>
          <p:cNvSpPr txBox="1"/>
          <p:nvPr/>
        </p:nvSpPr>
        <p:spPr>
          <a:xfrm>
            <a:off x="0" y="-180301"/>
            <a:ext cx="35701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Edgewise-wound Transformer</a:t>
            </a:r>
          </a:p>
          <a:p>
            <a:pPr algn="ctr"/>
            <a:r>
              <a:rPr lang="en-US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(conventional)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297CFDB5-4C74-68FD-A0F3-1B0FFA05E116}"/>
              </a:ext>
            </a:extLst>
          </p:cNvPr>
          <p:cNvSpPr txBox="1"/>
          <p:nvPr/>
        </p:nvSpPr>
        <p:spPr>
          <a:xfrm>
            <a:off x="-37699" y="3490024"/>
            <a:ext cx="3607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Flatwise-wound Transformer (proposed)</a:t>
            </a:r>
          </a:p>
        </p:txBody>
      </p:sp>
      <p:sp>
        <p:nvSpPr>
          <p:cNvPr id="547" name="テキスト プレースホルダー 2">
            <a:extLst>
              <a:ext uri="{FF2B5EF4-FFF2-40B4-BE49-F238E27FC236}">
                <a16:creationId xmlns:a16="http://schemas.microsoft.com/office/drawing/2014/main" id="{6CFB429B-3705-BC65-852D-0C769B50AE94}"/>
              </a:ext>
            </a:extLst>
          </p:cNvPr>
          <p:cNvSpPr txBox="1">
            <a:spLocks/>
          </p:cNvSpPr>
          <p:nvPr/>
        </p:nvSpPr>
        <p:spPr>
          <a:xfrm>
            <a:off x="7007650" y="676047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中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48" name="テキスト プレースホルダー 2">
            <a:extLst>
              <a:ext uri="{FF2B5EF4-FFF2-40B4-BE49-F238E27FC236}">
                <a16:creationId xmlns:a16="http://schemas.microsoft.com/office/drawing/2014/main" id="{962FAE31-8F32-1210-AF65-F6E2BA40234B}"/>
              </a:ext>
            </a:extLst>
          </p:cNvPr>
          <p:cNvSpPr txBox="1">
            <a:spLocks/>
          </p:cNvSpPr>
          <p:nvPr/>
        </p:nvSpPr>
        <p:spPr>
          <a:xfrm>
            <a:off x="6979000" y="2205991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外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49" name="テキスト プレースホルダー 2">
            <a:extLst>
              <a:ext uri="{FF2B5EF4-FFF2-40B4-BE49-F238E27FC236}">
                <a16:creationId xmlns:a16="http://schemas.microsoft.com/office/drawing/2014/main" id="{934CFF58-AE9E-D1A5-3E9F-946BB09B30AD}"/>
              </a:ext>
            </a:extLst>
          </p:cNvPr>
          <p:cNvSpPr txBox="1">
            <a:spLocks/>
          </p:cNvSpPr>
          <p:nvPr/>
        </p:nvSpPr>
        <p:spPr>
          <a:xfrm>
            <a:off x="6958598" y="4518565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中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50" name="テキスト プレースホルダー 2">
            <a:extLst>
              <a:ext uri="{FF2B5EF4-FFF2-40B4-BE49-F238E27FC236}">
                <a16:creationId xmlns:a16="http://schemas.microsoft.com/office/drawing/2014/main" id="{2BA32847-BE74-EBB6-9BC1-DEE161DE0BDB}"/>
              </a:ext>
            </a:extLst>
          </p:cNvPr>
          <p:cNvSpPr txBox="1">
            <a:spLocks/>
          </p:cNvSpPr>
          <p:nvPr/>
        </p:nvSpPr>
        <p:spPr>
          <a:xfrm>
            <a:off x="6929948" y="5797452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ja-JP" alt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外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551" name="Picture 550">
            <a:extLst>
              <a:ext uri="{FF2B5EF4-FFF2-40B4-BE49-F238E27FC236}">
                <a16:creationId xmlns:a16="http://schemas.microsoft.com/office/drawing/2014/main" id="{43FD51D3-4E5E-7BB2-8D27-FB5AA133EA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959" t="-15406" r="13959" b="15406"/>
          <a:stretch/>
        </p:blipFill>
        <p:spPr>
          <a:xfrm rot="14400000">
            <a:off x="2864003" y="174393"/>
            <a:ext cx="683609" cy="686543"/>
          </a:xfrm>
          <a:prstGeom prst="ellipse">
            <a:avLst/>
          </a:prstGeom>
          <a:ln w="50800" cap="rnd">
            <a:solidFill>
              <a:srgbClr val="C8C6BD"/>
            </a:solidFill>
            <a:prstDash val="solid"/>
          </a:ln>
          <a:effectLst/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</p:spPr>
      </p:pic>
      <p:pic>
        <p:nvPicPr>
          <p:cNvPr id="552" name="Picture 551">
            <a:extLst>
              <a:ext uri="{FF2B5EF4-FFF2-40B4-BE49-F238E27FC236}">
                <a16:creationId xmlns:a16="http://schemas.microsoft.com/office/drawing/2014/main" id="{6D6E3A97-9CAE-B317-59F5-69F83FBBA9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1448" t="-10593" r="26764" b="25909"/>
          <a:stretch/>
        </p:blipFill>
        <p:spPr>
          <a:xfrm rot="14400000">
            <a:off x="2852396" y="3869687"/>
            <a:ext cx="633267" cy="630672"/>
          </a:xfrm>
          <a:prstGeom prst="ellipse">
            <a:avLst/>
          </a:prstGeom>
          <a:ln w="50800" cap="rnd">
            <a:solidFill>
              <a:srgbClr val="C8C6BD"/>
            </a:solidFill>
            <a:prstDash val="solid"/>
          </a:ln>
          <a:effectLst/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</p:spPr>
      </p:pic>
      <p:sp>
        <p:nvSpPr>
          <p:cNvPr id="553" name="Rectangle 552">
            <a:extLst>
              <a:ext uri="{FF2B5EF4-FFF2-40B4-BE49-F238E27FC236}">
                <a16:creationId xmlns:a16="http://schemas.microsoft.com/office/drawing/2014/main" id="{2D034019-8465-E98D-8650-BF0A2B4C9BB1}"/>
              </a:ext>
            </a:extLst>
          </p:cNvPr>
          <p:cNvSpPr/>
          <p:nvPr/>
        </p:nvSpPr>
        <p:spPr>
          <a:xfrm>
            <a:off x="1877036" y="1478134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1E8E7B7A-088F-B964-4EF8-81F061380490}"/>
              </a:ext>
            </a:extLst>
          </p:cNvPr>
          <p:cNvSpPr/>
          <p:nvPr/>
        </p:nvSpPr>
        <p:spPr>
          <a:xfrm>
            <a:off x="1877036" y="5201668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555" name="Picture 554">
            <a:extLst>
              <a:ext uri="{FF2B5EF4-FFF2-40B4-BE49-F238E27FC236}">
                <a16:creationId xmlns:a16="http://schemas.microsoft.com/office/drawing/2014/main" id="{9E9B04CB-C3BE-8F36-D8FC-E247158935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78" r="20455"/>
          <a:stretch>
            <a:fillRect/>
          </a:stretch>
        </p:blipFill>
        <p:spPr>
          <a:xfrm>
            <a:off x="11771839" y="-52387"/>
            <a:ext cx="2908281" cy="2755521"/>
          </a:xfrm>
          <a:prstGeom prst="rect">
            <a:avLst/>
          </a:prstGeom>
        </p:spPr>
      </p:pic>
      <p:pic>
        <p:nvPicPr>
          <p:cNvPr id="556" name="Picture 555">
            <a:extLst>
              <a:ext uri="{FF2B5EF4-FFF2-40B4-BE49-F238E27FC236}">
                <a16:creationId xmlns:a16="http://schemas.microsoft.com/office/drawing/2014/main" id="{6A31D233-60D9-B959-CEF9-0E93797826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3" r="12838"/>
          <a:stretch>
            <a:fillRect/>
          </a:stretch>
        </p:blipFill>
        <p:spPr>
          <a:xfrm>
            <a:off x="11518985" y="3616591"/>
            <a:ext cx="3662124" cy="2792419"/>
          </a:xfrm>
          <a:prstGeom prst="rect">
            <a:avLst/>
          </a:prstGeom>
        </p:spPr>
      </p:pic>
      <p:pic>
        <p:nvPicPr>
          <p:cNvPr id="557" name="Picture 556" descr="A green rectangle with white lines&#10;&#10;AI-generated content may be incorrect.">
            <a:extLst>
              <a:ext uri="{FF2B5EF4-FFF2-40B4-BE49-F238E27FC236}">
                <a16:creationId xmlns:a16="http://schemas.microsoft.com/office/drawing/2014/main" id="{39C6EC9E-3419-E21A-C382-65D9F6C9C8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6" t="19539" r="1574" b="31037"/>
          <a:stretch>
            <a:fillRect/>
          </a:stretch>
        </p:blipFill>
        <p:spPr>
          <a:xfrm>
            <a:off x="14132762" y="5709658"/>
            <a:ext cx="1979174" cy="7040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58" name="Rounded Rectangle 6">
                <a:extLst>
                  <a:ext uri="{FF2B5EF4-FFF2-40B4-BE49-F238E27FC236}">
                    <a16:creationId xmlns:a16="http://schemas.microsoft.com/office/drawing/2014/main" id="{36B4BF10-79AA-BEE1-A4C7-5F6833A3064C}"/>
                  </a:ext>
                </a:extLst>
              </p:cNvPr>
              <p:cNvSpPr/>
              <p:nvPr/>
            </p:nvSpPr>
            <p:spPr>
              <a:xfrm>
                <a:off x="15087743" y="4916485"/>
                <a:ext cx="1272305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47</a:t>
                </a:r>
                <a:r>
                  <a:rPr lang="en-PH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558" name="Rounded Rectangle 6">
                <a:extLst>
                  <a:ext uri="{FF2B5EF4-FFF2-40B4-BE49-F238E27FC236}">
                    <a16:creationId xmlns:a16="http://schemas.microsoft.com/office/drawing/2014/main" id="{36B4BF10-79AA-BEE1-A4C7-5F6833A306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7743" y="4916485"/>
                <a:ext cx="1272305" cy="415171"/>
              </a:xfrm>
              <a:prstGeom prst="roundRect">
                <a:avLst/>
              </a:prstGeom>
              <a:blipFill>
                <a:blip r:embed="rId9"/>
                <a:stretch>
                  <a:fillRect t="-2941" b="-176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DA12BC09-5863-44DA-716A-32B234CB90AA}"/>
              </a:ext>
            </a:extLst>
          </p:cNvPr>
          <p:cNvCxnSpPr>
            <a:cxnSpLocks/>
          </p:cNvCxnSpPr>
          <p:nvPr/>
        </p:nvCxnSpPr>
        <p:spPr>
          <a:xfrm flipV="1">
            <a:off x="14633573" y="5221218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0" name="Rounded Rectangle 6">
                <a:extLst>
                  <a:ext uri="{FF2B5EF4-FFF2-40B4-BE49-F238E27FC236}">
                    <a16:creationId xmlns:a16="http://schemas.microsoft.com/office/drawing/2014/main" id="{17861E08-8C51-A979-122F-F3C428F0719E}"/>
                  </a:ext>
                </a:extLst>
              </p:cNvPr>
              <p:cNvSpPr/>
              <p:nvPr/>
            </p:nvSpPr>
            <p:spPr>
              <a:xfrm>
                <a:off x="15065965" y="1378576"/>
                <a:ext cx="1272305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57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560" name="Rounded Rectangle 6">
                <a:extLst>
                  <a:ext uri="{FF2B5EF4-FFF2-40B4-BE49-F238E27FC236}">
                    <a16:creationId xmlns:a16="http://schemas.microsoft.com/office/drawing/2014/main" id="{17861E08-8C51-A979-122F-F3C428F071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5965" y="1378576"/>
                <a:ext cx="1272305" cy="415171"/>
              </a:xfrm>
              <a:prstGeom prst="roundRect">
                <a:avLst/>
              </a:prstGeom>
              <a:blipFill>
                <a:blip r:embed="rId10"/>
                <a:stretch>
                  <a:fillRect t="-1471" b="-176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1" name="テキスト プレースホルダー 2">
            <a:extLst>
              <a:ext uri="{FF2B5EF4-FFF2-40B4-BE49-F238E27FC236}">
                <a16:creationId xmlns:a16="http://schemas.microsoft.com/office/drawing/2014/main" id="{1BB60582-CA81-E21D-CD9F-A6D358914F21}"/>
              </a:ext>
            </a:extLst>
          </p:cNvPr>
          <p:cNvSpPr txBox="1">
            <a:spLocks/>
          </p:cNvSpPr>
          <p:nvPr/>
        </p:nvSpPr>
        <p:spPr>
          <a:xfrm>
            <a:off x="3733995" y="6976692"/>
            <a:ext cx="9461115" cy="447422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2" name="テキスト プレースホルダー 2">
                <a:extLst>
                  <a:ext uri="{FF2B5EF4-FFF2-40B4-BE49-F238E27FC236}">
                    <a16:creationId xmlns:a16="http://schemas.microsoft.com/office/drawing/2014/main" id="{1ED08314-BDFF-4DA5-BB32-848A5B1FC0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86173" y="1679717"/>
                <a:ext cx="1967752" cy="42015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16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562" name="テキスト プレースホルダー 2">
                <a:extLst>
                  <a:ext uri="{FF2B5EF4-FFF2-40B4-BE49-F238E27FC236}">
                    <a16:creationId xmlns:a16="http://schemas.microsoft.com/office/drawing/2014/main" id="{1ED08314-BDFF-4DA5-BB32-848A5B1FC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6173" y="1679717"/>
                <a:ext cx="1967752" cy="420151"/>
              </a:xfrm>
              <a:prstGeom prst="rect">
                <a:avLst/>
              </a:prstGeom>
              <a:blipFill>
                <a:blip r:embed="rId11"/>
                <a:stretch>
                  <a:fillRect l="-1863" t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1" name="Picture 580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A50B2C8B-3FA7-0A7B-01DA-17CF0E07DDE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" t="10498" r="91786" b="55944"/>
          <a:stretch>
            <a:fillRect/>
          </a:stretch>
        </p:blipFill>
        <p:spPr>
          <a:xfrm>
            <a:off x="9168349" y="2268688"/>
            <a:ext cx="929025" cy="2320624"/>
          </a:xfrm>
          <a:prstGeom prst="rect">
            <a:avLst/>
          </a:prstGeom>
        </p:spPr>
      </p:pic>
      <p:pic>
        <p:nvPicPr>
          <p:cNvPr id="582" name="Picture 581">
            <a:extLst>
              <a:ext uri="{FF2B5EF4-FFF2-40B4-BE49-F238E27FC236}">
                <a16:creationId xmlns:a16="http://schemas.microsoft.com/office/drawing/2014/main" id="{44C595BF-7F10-2786-61EF-413D5E622BB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87" t="19500" r="21667" b="20778"/>
          <a:stretch>
            <a:fillRect/>
          </a:stretch>
        </p:blipFill>
        <p:spPr>
          <a:xfrm>
            <a:off x="14242866" y="1982208"/>
            <a:ext cx="1876485" cy="13852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83" name="Rounded Rectangle 3">
                <a:extLst>
                  <a:ext uri="{FF2B5EF4-FFF2-40B4-BE49-F238E27FC236}">
                    <a16:creationId xmlns:a16="http://schemas.microsoft.com/office/drawing/2014/main" id="{13E3B1F7-4C04-6C71-511B-8E65DA5253BE}"/>
                  </a:ext>
                </a:extLst>
              </p:cNvPr>
              <p:cNvSpPr/>
              <p:nvPr/>
            </p:nvSpPr>
            <p:spPr>
              <a:xfrm>
                <a:off x="8895335" y="1866599"/>
                <a:ext cx="1089253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1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sz="1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C]</a:t>
                </a:r>
                <a:endParaRPr lang="en-JP" sz="14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3" name="Rounded Rectangle 3">
                <a:extLst>
                  <a:ext uri="{FF2B5EF4-FFF2-40B4-BE49-F238E27FC236}">
                    <a16:creationId xmlns:a16="http://schemas.microsoft.com/office/drawing/2014/main" id="{13E3B1F7-4C04-6C71-511B-8E65DA5253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335" y="1866599"/>
                <a:ext cx="1089253" cy="415171"/>
              </a:xfrm>
              <a:prstGeom prst="roundRect">
                <a:avLst/>
              </a:prstGeom>
              <a:blipFill>
                <a:blip r:embed="rId14"/>
                <a:stretch>
                  <a:fillRect b="-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7" name="Picture 586">
            <a:extLst>
              <a:ext uri="{FF2B5EF4-FFF2-40B4-BE49-F238E27FC236}">
                <a16:creationId xmlns:a16="http://schemas.microsoft.com/office/drawing/2014/main" id="{00D63680-CC01-F349-6AAE-62B75A0B37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9" t="76256" r="86948" b="6623"/>
          <a:stretch>
            <a:fillRect/>
          </a:stretch>
        </p:blipFill>
        <p:spPr>
          <a:xfrm>
            <a:off x="9025536" y="4898144"/>
            <a:ext cx="725084" cy="815417"/>
          </a:xfrm>
          <a:prstGeom prst="rect">
            <a:avLst/>
          </a:prstGeom>
        </p:spPr>
      </p:pic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E8C2B895-6508-82FD-4E97-6E4C9F98CCB3}"/>
              </a:ext>
            </a:extLst>
          </p:cNvPr>
          <p:cNvCxnSpPr>
            <a:cxnSpLocks/>
          </p:cNvCxnSpPr>
          <p:nvPr/>
        </p:nvCxnSpPr>
        <p:spPr>
          <a:xfrm flipV="1">
            <a:off x="14765503" y="1768397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9" name="TextBox 588">
            <a:extLst>
              <a:ext uri="{FF2B5EF4-FFF2-40B4-BE49-F238E27FC236}">
                <a16:creationId xmlns:a16="http://schemas.microsoft.com/office/drawing/2014/main" id="{C0805012-BC97-9470-FCC2-FB20FCEC32ED}"/>
              </a:ext>
            </a:extLst>
          </p:cNvPr>
          <p:cNvSpPr txBox="1"/>
          <p:nvPr/>
        </p:nvSpPr>
        <p:spPr>
          <a:xfrm>
            <a:off x="10918751" y="4021182"/>
            <a:ext cx="1151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 (proposed)</a:t>
            </a:r>
          </a:p>
        </p:txBody>
      </p:sp>
      <p:sp>
        <p:nvSpPr>
          <p:cNvPr id="590" name="TextBox 589">
            <a:extLst>
              <a:ext uri="{FF2B5EF4-FFF2-40B4-BE49-F238E27FC236}">
                <a16:creationId xmlns:a16="http://schemas.microsoft.com/office/drawing/2014/main" id="{33ECC541-403C-A278-3CB8-684488E0B86F}"/>
              </a:ext>
            </a:extLst>
          </p:cNvPr>
          <p:cNvSpPr txBox="1"/>
          <p:nvPr/>
        </p:nvSpPr>
        <p:spPr>
          <a:xfrm>
            <a:off x="10808965" y="440638"/>
            <a:ext cx="1420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</a:t>
            </a:r>
          </a:p>
          <a:p>
            <a:pPr algn="ctr"/>
            <a:r>
              <a:rPr lang="en-US" sz="14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(conventional)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7BFC6C02-21DB-8F75-3CD4-0D2EEE2BA330}"/>
              </a:ext>
            </a:extLst>
          </p:cNvPr>
          <p:cNvSpPr txBox="1"/>
          <p:nvPr/>
        </p:nvSpPr>
        <p:spPr>
          <a:xfrm>
            <a:off x="14818197" y="6344966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03FF0C75-F5B5-77C9-8BE1-6DBB4ABC10BE}"/>
              </a:ext>
            </a:extLst>
          </p:cNvPr>
          <p:cNvSpPr txBox="1"/>
          <p:nvPr/>
        </p:nvSpPr>
        <p:spPr>
          <a:xfrm>
            <a:off x="14828839" y="3266969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pic>
        <p:nvPicPr>
          <p:cNvPr id="596" name="Picture 595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31827259-9C55-513B-DDFC-699C7E18650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42" t="1195" b="95799"/>
          <a:stretch/>
        </p:blipFill>
        <p:spPr>
          <a:xfrm>
            <a:off x="8977100" y="1035329"/>
            <a:ext cx="1443986" cy="447422"/>
          </a:xfrm>
          <a:prstGeom prst="rect">
            <a:avLst/>
          </a:prstGeom>
        </p:spPr>
      </p:pic>
      <p:grpSp>
        <p:nvGrpSpPr>
          <p:cNvPr id="599" name="Group 598">
            <a:extLst>
              <a:ext uri="{FF2B5EF4-FFF2-40B4-BE49-F238E27FC236}">
                <a16:creationId xmlns:a16="http://schemas.microsoft.com/office/drawing/2014/main" id="{F9D38174-DA63-5EF3-432E-774AAC0976C7}"/>
              </a:ext>
            </a:extLst>
          </p:cNvPr>
          <p:cNvGrpSpPr/>
          <p:nvPr/>
        </p:nvGrpSpPr>
        <p:grpSpPr>
          <a:xfrm>
            <a:off x="11087144" y="3177801"/>
            <a:ext cx="872174" cy="854016"/>
            <a:chOff x="6750293" y="2407669"/>
            <a:chExt cx="1780068" cy="1743007"/>
          </a:xfrm>
        </p:grpSpPr>
        <p:sp>
          <p:nvSpPr>
            <p:cNvPr id="600" name="Rectangle 599">
              <a:extLst>
                <a:ext uri="{FF2B5EF4-FFF2-40B4-BE49-F238E27FC236}">
                  <a16:creationId xmlns:a16="http://schemas.microsoft.com/office/drawing/2014/main" id="{BC705F2E-A45D-6F92-54C3-2C5EF7517286}"/>
                </a:ext>
              </a:extLst>
            </p:cNvPr>
            <p:cNvSpPr/>
            <p:nvPr/>
          </p:nvSpPr>
          <p:spPr>
            <a:xfrm>
              <a:off x="6750293" y="2407669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01" name="Group 600">
              <a:extLst>
                <a:ext uri="{FF2B5EF4-FFF2-40B4-BE49-F238E27FC236}">
                  <a16:creationId xmlns:a16="http://schemas.microsoft.com/office/drawing/2014/main" id="{CFDC65A2-1489-64DE-2E17-494511D4090E}"/>
                </a:ext>
              </a:extLst>
            </p:cNvPr>
            <p:cNvGrpSpPr/>
            <p:nvPr/>
          </p:nvGrpSpPr>
          <p:grpSpPr>
            <a:xfrm>
              <a:off x="6978166" y="2617955"/>
              <a:ext cx="1320364" cy="1319180"/>
              <a:chOff x="6978166" y="2617955"/>
              <a:chExt cx="1320364" cy="1319180"/>
            </a:xfrm>
          </p:grpSpPr>
          <p:sp>
            <p:nvSpPr>
              <p:cNvPr id="602" name="Rectangle 601">
                <a:extLst>
                  <a:ext uri="{FF2B5EF4-FFF2-40B4-BE49-F238E27FC236}">
                    <a16:creationId xmlns:a16="http://schemas.microsoft.com/office/drawing/2014/main" id="{4745FB52-87DE-961C-B166-DABE10EA9806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3" name="Rectangle 602">
                <a:extLst>
                  <a:ext uri="{FF2B5EF4-FFF2-40B4-BE49-F238E27FC236}">
                    <a16:creationId xmlns:a16="http://schemas.microsoft.com/office/drawing/2014/main" id="{F8A60537-99B0-FD4D-8835-46658193DBF7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4" name="Rectangle 603">
                <a:extLst>
                  <a:ext uri="{FF2B5EF4-FFF2-40B4-BE49-F238E27FC236}">
                    <a16:creationId xmlns:a16="http://schemas.microsoft.com/office/drawing/2014/main" id="{E10FD01D-5C9C-5645-DBCF-39B93DBB6F3E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05" name="Group 604">
                <a:extLst>
                  <a:ext uri="{FF2B5EF4-FFF2-40B4-BE49-F238E27FC236}">
                    <a16:creationId xmlns:a16="http://schemas.microsoft.com/office/drawing/2014/main" id="{C0C8687E-1A2C-7D1A-3D7E-169D5439CED9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31" name="Rectangle 630">
                  <a:extLst>
                    <a:ext uri="{FF2B5EF4-FFF2-40B4-BE49-F238E27FC236}">
                      <a16:creationId xmlns:a16="http://schemas.microsoft.com/office/drawing/2014/main" id="{D71574A0-4D09-2096-FAB4-E6792313983F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2" name="フローチャート: 和接合 16">
                  <a:extLst>
                    <a:ext uri="{FF2B5EF4-FFF2-40B4-BE49-F238E27FC236}">
                      <a16:creationId xmlns:a16="http://schemas.microsoft.com/office/drawing/2014/main" id="{F3A49336-8FCC-C024-D2BD-3B86A43A54C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06" name="Rectangle 605">
                <a:extLst>
                  <a:ext uri="{FF2B5EF4-FFF2-40B4-BE49-F238E27FC236}">
                    <a16:creationId xmlns:a16="http://schemas.microsoft.com/office/drawing/2014/main" id="{D6975232-2A51-45F4-7CEF-A37156CA4DE7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07" name="Group 606">
                <a:extLst>
                  <a:ext uri="{FF2B5EF4-FFF2-40B4-BE49-F238E27FC236}">
                    <a16:creationId xmlns:a16="http://schemas.microsoft.com/office/drawing/2014/main" id="{395B0035-86DF-8113-AF83-6E2D3ED0438A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29" name="楕円 300">
                  <a:extLst>
                    <a:ext uri="{FF2B5EF4-FFF2-40B4-BE49-F238E27FC236}">
                      <a16:creationId xmlns:a16="http://schemas.microsoft.com/office/drawing/2014/main" id="{374D2747-CB0F-0A2E-BDBC-9D519A8CDE4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楕円 301">
                  <a:extLst>
                    <a:ext uri="{FF2B5EF4-FFF2-40B4-BE49-F238E27FC236}">
                      <a16:creationId xmlns:a16="http://schemas.microsoft.com/office/drawing/2014/main" id="{7F02EF9D-9EB9-ED43-6DE0-971C0EE4AFA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08" name="Group 607">
                <a:extLst>
                  <a:ext uri="{FF2B5EF4-FFF2-40B4-BE49-F238E27FC236}">
                    <a16:creationId xmlns:a16="http://schemas.microsoft.com/office/drawing/2014/main" id="{855961FB-6ACA-6B7B-9189-4F5E6238A9E3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27" name="Rectangle 626">
                  <a:extLst>
                    <a:ext uri="{FF2B5EF4-FFF2-40B4-BE49-F238E27FC236}">
                      <a16:creationId xmlns:a16="http://schemas.microsoft.com/office/drawing/2014/main" id="{B83391E6-191F-4173-93BF-0B3D57986D5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8" name="フローチャート: 和接合 16">
                  <a:extLst>
                    <a:ext uri="{FF2B5EF4-FFF2-40B4-BE49-F238E27FC236}">
                      <a16:creationId xmlns:a16="http://schemas.microsoft.com/office/drawing/2014/main" id="{53F9B641-ABB8-A80A-DA29-A3694FED52C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09" name="Rectangle 608">
                <a:extLst>
                  <a:ext uri="{FF2B5EF4-FFF2-40B4-BE49-F238E27FC236}">
                    <a16:creationId xmlns:a16="http://schemas.microsoft.com/office/drawing/2014/main" id="{B124B087-3C6E-18BB-981C-AF16265294E6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10" name="Group 609">
                <a:extLst>
                  <a:ext uri="{FF2B5EF4-FFF2-40B4-BE49-F238E27FC236}">
                    <a16:creationId xmlns:a16="http://schemas.microsoft.com/office/drawing/2014/main" id="{2DE2176D-2D6D-451B-4228-D7CEBB501C05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25" name="楕円 300">
                  <a:extLst>
                    <a:ext uri="{FF2B5EF4-FFF2-40B4-BE49-F238E27FC236}">
                      <a16:creationId xmlns:a16="http://schemas.microsoft.com/office/drawing/2014/main" id="{EA7AC2AA-3677-F304-D088-C8B091176DF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6" name="楕円 301">
                  <a:extLst>
                    <a:ext uri="{FF2B5EF4-FFF2-40B4-BE49-F238E27FC236}">
                      <a16:creationId xmlns:a16="http://schemas.microsoft.com/office/drawing/2014/main" id="{F21A865E-17B0-8F50-D2CB-6FBDEFD4C9C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11" name="Group 610">
                <a:extLst>
                  <a:ext uri="{FF2B5EF4-FFF2-40B4-BE49-F238E27FC236}">
                    <a16:creationId xmlns:a16="http://schemas.microsoft.com/office/drawing/2014/main" id="{65341BCB-0994-2D65-FAB7-C0DB8D05798F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23" name="Rectangle 622">
                  <a:extLst>
                    <a:ext uri="{FF2B5EF4-FFF2-40B4-BE49-F238E27FC236}">
                      <a16:creationId xmlns:a16="http://schemas.microsoft.com/office/drawing/2014/main" id="{0E19C4F1-12DD-11B1-C71A-71AF97AA5129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4" name="フローチャート: 和接合 16">
                  <a:extLst>
                    <a:ext uri="{FF2B5EF4-FFF2-40B4-BE49-F238E27FC236}">
                      <a16:creationId xmlns:a16="http://schemas.microsoft.com/office/drawing/2014/main" id="{DA6738F2-1B20-2F30-F730-DDBF39ED631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12" name="Rectangle 611">
                <a:extLst>
                  <a:ext uri="{FF2B5EF4-FFF2-40B4-BE49-F238E27FC236}">
                    <a16:creationId xmlns:a16="http://schemas.microsoft.com/office/drawing/2014/main" id="{4E0ADE12-B062-1D77-0077-550F4A0C5809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13" name="Group 612">
                <a:extLst>
                  <a:ext uri="{FF2B5EF4-FFF2-40B4-BE49-F238E27FC236}">
                    <a16:creationId xmlns:a16="http://schemas.microsoft.com/office/drawing/2014/main" id="{285D1E5C-F3BE-A804-41F3-C8C15A7C24DB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21" name="楕円 300">
                  <a:extLst>
                    <a:ext uri="{FF2B5EF4-FFF2-40B4-BE49-F238E27FC236}">
                      <a16:creationId xmlns:a16="http://schemas.microsoft.com/office/drawing/2014/main" id="{AED462E4-20AA-F781-C100-440231CD825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2" name="楕円 301">
                  <a:extLst>
                    <a:ext uri="{FF2B5EF4-FFF2-40B4-BE49-F238E27FC236}">
                      <a16:creationId xmlns:a16="http://schemas.microsoft.com/office/drawing/2014/main" id="{82A4D4D7-B840-76C8-518E-E3A6473FF10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14" name="Group 613">
                <a:extLst>
                  <a:ext uri="{FF2B5EF4-FFF2-40B4-BE49-F238E27FC236}">
                    <a16:creationId xmlns:a16="http://schemas.microsoft.com/office/drawing/2014/main" id="{C8CE1B4A-F4EA-B717-0CB6-30E4A4653B31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19" name="Rectangle 618">
                  <a:extLst>
                    <a:ext uri="{FF2B5EF4-FFF2-40B4-BE49-F238E27FC236}">
                      <a16:creationId xmlns:a16="http://schemas.microsoft.com/office/drawing/2014/main" id="{F8C741A6-EDDF-370F-BD38-2ACC87510F4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0" name="フローチャート: 和接合 16">
                  <a:extLst>
                    <a:ext uri="{FF2B5EF4-FFF2-40B4-BE49-F238E27FC236}">
                      <a16:creationId xmlns:a16="http://schemas.microsoft.com/office/drawing/2014/main" id="{B819BB10-6137-C3C4-5F5B-98957538592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15" name="Rectangle 614">
                <a:extLst>
                  <a:ext uri="{FF2B5EF4-FFF2-40B4-BE49-F238E27FC236}">
                    <a16:creationId xmlns:a16="http://schemas.microsoft.com/office/drawing/2014/main" id="{BD55F7B8-BF88-1BFE-B6E1-2D67E9C972B5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16" name="Group 615">
                <a:extLst>
                  <a:ext uri="{FF2B5EF4-FFF2-40B4-BE49-F238E27FC236}">
                    <a16:creationId xmlns:a16="http://schemas.microsoft.com/office/drawing/2014/main" id="{D91FB2F6-6947-1C4F-DD96-5E1984F5D14A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617" name="楕円 300">
                  <a:extLst>
                    <a:ext uri="{FF2B5EF4-FFF2-40B4-BE49-F238E27FC236}">
                      <a16:creationId xmlns:a16="http://schemas.microsoft.com/office/drawing/2014/main" id="{84158874-2815-4B02-9E9B-CA25C1B427E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8" name="楕円 301">
                  <a:extLst>
                    <a:ext uri="{FF2B5EF4-FFF2-40B4-BE49-F238E27FC236}">
                      <a16:creationId xmlns:a16="http://schemas.microsoft.com/office/drawing/2014/main" id="{771E3C67-77D8-FC6A-905A-78B4C3363D0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633" name="Group 632">
            <a:extLst>
              <a:ext uri="{FF2B5EF4-FFF2-40B4-BE49-F238E27FC236}">
                <a16:creationId xmlns:a16="http://schemas.microsoft.com/office/drawing/2014/main" id="{E9F55807-54FE-1D97-BE0B-83E9C3A21945}"/>
              </a:ext>
            </a:extLst>
          </p:cNvPr>
          <p:cNvGrpSpPr/>
          <p:nvPr/>
        </p:nvGrpSpPr>
        <p:grpSpPr>
          <a:xfrm>
            <a:off x="11087144" y="-453470"/>
            <a:ext cx="925486" cy="906217"/>
            <a:chOff x="4693246" y="2402296"/>
            <a:chExt cx="1780068" cy="1743007"/>
          </a:xfrm>
        </p:grpSpPr>
        <p:sp>
          <p:nvSpPr>
            <p:cNvPr id="634" name="Rectangle 633">
              <a:extLst>
                <a:ext uri="{FF2B5EF4-FFF2-40B4-BE49-F238E27FC236}">
                  <a16:creationId xmlns:a16="http://schemas.microsoft.com/office/drawing/2014/main" id="{24F82DAF-CA61-E0F3-49BB-AA2DEDF42CB9}"/>
                </a:ext>
              </a:extLst>
            </p:cNvPr>
            <p:cNvSpPr/>
            <p:nvPr/>
          </p:nvSpPr>
          <p:spPr>
            <a:xfrm>
              <a:off x="4693246" y="2402296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5" name="Rectangle 634">
              <a:extLst>
                <a:ext uri="{FF2B5EF4-FFF2-40B4-BE49-F238E27FC236}">
                  <a16:creationId xmlns:a16="http://schemas.microsoft.com/office/drawing/2014/main" id="{749EFF5E-39A1-B4B2-D688-3774D0AE24AE}"/>
                </a:ext>
              </a:extLst>
            </p:cNvPr>
            <p:cNvSpPr/>
            <p:nvPr/>
          </p:nvSpPr>
          <p:spPr>
            <a:xfrm>
              <a:off x="4921120" y="2612583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6" name="Rectangle 635">
              <a:extLst>
                <a:ext uri="{FF2B5EF4-FFF2-40B4-BE49-F238E27FC236}">
                  <a16:creationId xmlns:a16="http://schemas.microsoft.com/office/drawing/2014/main" id="{B9A625D0-52CA-8B1D-2790-1A8E03F74C84}"/>
                </a:ext>
              </a:extLst>
            </p:cNvPr>
            <p:cNvSpPr/>
            <p:nvPr/>
          </p:nvSpPr>
          <p:spPr>
            <a:xfrm rot="5400000">
              <a:off x="5559040" y="1974661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7" name="Rectangle 636">
              <a:extLst>
                <a:ext uri="{FF2B5EF4-FFF2-40B4-BE49-F238E27FC236}">
                  <a16:creationId xmlns:a16="http://schemas.microsoft.com/office/drawing/2014/main" id="{8554808D-E592-70B7-BE02-D184C6251B73}"/>
                </a:ext>
              </a:extLst>
            </p:cNvPr>
            <p:cNvSpPr/>
            <p:nvPr/>
          </p:nvSpPr>
          <p:spPr>
            <a:xfrm rot="5400000">
              <a:off x="5560873" y="3251149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059B8988-33E4-DFC3-2C39-4814926F7BA0}"/>
                </a:ext>
              </a:extLst>
            </p:cNvPr>
            <p:cNvSpPr/>
            <p:nvPr/>
          </p:nvSpPr>
          <p:spPr>
            <a:xfrm rot="5400000">
              <a:off x="5519768" y="2256054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9" name="フローチャート: 和接合 16">
              <a:extLst>
                <a:ext uri="{FF2B5EF4-FFF2-40B4-BE49-F238E27FC236}">
                  <a16:creationId xmlns:a16="http://schemas.microsoft.com/office/drawing/2014/main" id="{D7015965-F840-8C20-59EB-5777CA4E4821}"/>
                </a:ext>
              </a:extLst>
            </p:cNvPr>
            <p:cNvSpPr/>
            <p:nvPr/>
          </p:nvSpPr>
          <p:spPr bwMode="auto">
            <a:xfrm rot="10800000">
              <a:off x="5548568" y="2843234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0" name="Rectangle 639">
              <a:extLst>
                <a:ext uri="{FF2B5EF4-FFF2-40B4-BE49-F238E27FC236}">
                  <a16:creationId xmlns:a16="http://schemas.microsoft.com/office/drawing/2014/main" id="{C7CD18B0-7FEC-4BAA-79AB-472C91923455}"/>
                </a:ext>
              </a:extLst>
            </p:cNvPr>
            <p:cNvSpPr/>
            <p:nvPr/>
          </p:nvSpPr>
          <p:spPr>
            <a:xfrm rot="5400000">
              <a:off x="5520147" y="2097234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41" name="Group 640">
              <a:extLst>
                <a:ext uri="{FF2B5EF4-FFF2-40B4-BE49-F238E27FC236}">
                  <a16:creationId xmlns:a16="http://schemas.microsoft.com/office/drawing/2014/main" id="{9293A4A1-1098-29A9-E537-7B7577639D04}"/>
                </a:ext>
              </a:extLst>
            </p:cNvPr>
            <p:cNvGrpSpPr/>
            <p:nvPr/>
          </p:nvGrpSpPr>
          <p:grpSpPr>
            <a:xfrm>
              <a:off x="5550747" y="2685552"/>
              <a:ext cx="57600" cy="58165"/>
              <a:chOff x="5550747" y="2678351"/>
              <a:chExt cx="57600" cy="58165"/>
            </a:xfrm>
          </p:grpSpPr>
          <p:sp>
            <p:nvSpPr>
              <p:cNvPr id="660" name="楕円 300">
                <a:extLst>
                  <a:ext uri="{FF2B5EF4-FFF2-40B4-BE49-F238E27FC236}">
                    <a16:creationId xmlns:a16="http://schemas.microsoft.com/office/drawing/2014/main" id="{7D9E8AAC-947F-0E9E-6EAD-D27C83AA7F76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1" name="楕円 301">
                <a:extLst>
                  <a:ext uri="{FF2B5EF4-FFF2-40B4-BE49-F238E27FC236}">
                    <a16:creationId xmlns:a16="http://schemas.microsoft.com/office/drawing/2014/main" id="{C140EB39-3326-7E1B-FE74-4A7C644DB44B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42" name="Rectangle 641">
              <a:extLst>
                <a:ext uri="{FF2B5EF4-FFF2-40B4-BE49-F238E27FC236}">
                  <a16:creationId xmlns:a16="http://schemas.microsoft.com/office/drawing/2014/main" id="{4D4E37C1-0C4E-AE1B-F9F2-708214182E18}"/>
                </a:ext>
              </a:extLst>
            </p:cNvPr>
            <p:cNvSpPr/>
            <p:nvPr/>
          </p:nvSpPr>
          <p:spPr>
            <a:xfrm rot="5400000">
              <a:off x="5519768" y="2574456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3" name="フローチャート: 和接合 16">
              <a:extLst>
                <a:ext uri="{FF2B5EF4-FFF2-40B4-BE49-F238E27FC236}">
                  <a16:creationId xmlns:a16="http://schemas.microsoft.com/office/drawing/2014/main" id="{91837388-F1C0-26AB-BFBA-7B732152BF29}"/>
                </a:ext>
              </a:extLst>
            </p:cNvPr>
            <p:cNvSpPr/>
            <p:nvPr/>
          </p:nvSpPr>
          <p:spPr bwMode="auto">
            <a:xfrm rot="10800000">
              <a:off x="5548568" y="3161636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4" name="Rectangle 643">
              <a:extLst>
                <a:ext uri="{FF2B5EF4-FFF2-40B4-BE49-F238E27FC236}">
                  <a16:creationId xmlns:a16="http://schemas.microsoft.com/office/drawing/2014/main" id="{D8059D7A-E25B-8893-78C5-4E630B11AA28}"/>
                </a:ext>
              </a:extLst>
            </p:cNvPr>
            <p:cNvSpPr/>
            <p:nvPr/>
          </p:nvSpPr>
          <p:spPr>
            <a:xfrm rot="5400000">
              <a:off x="5520147" y="2415636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45" name="Group 644">
              <a:extLst>
                <a:ext uri="{FF2B5EF4-FFF2-40B4-BE49-F238E27FC236}">
                  <a16:creationId xmlns:a16="http://schemas.microsoft.com/office/drawing/2014/main" id="{11E5DB3A-05BE-9DE0-DA04-F02B90F8F523}"/>
                </a:ext>
              </a:extLst>
            </p:cNvPr>
            <p:cNvGrpSpPr/>
            <p:nvPr/>
          </p:nvGrpSpPr>
          <p:grpSpPr>
            <a:xfrm>
              <a:off x="5550747" y="3003954"/>
              <a:ext cx="57600" cy="58165"/>
              <a:chOff x="5550747" y="2678351"/>
              <a:chExt cx="57600" cy="58165"/>
            </a:xfrm>
          </p:grpSpPr>
          <p:sp>
            <p:nvSpPr>
              <p:cNvPr id="658" name="楕円 300">
                <a:extLst>
                  <a:ext uri="{FF2B5EF4-FFF2-40B4-BE49-F238E27FC236}">
                    <a16:creationId xmlns:a16="http://schemas.microsoft.com/office/drawing/2014/main" id="{41392AB7-828F-8D90-9DF4-79FC17804CB4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9" name="楕円 301">
                <a:extLst>
                  <a:ext uri="{FF2B5EF4-FFF2-40B4-BE49-F238E27FC236}">
                    <a16:creationId xmlns:a16="http://schemas.microsoft.com/office/drawing/2014/main" id="{F1A9EDE9-A551-77A5-81C8-60832773EF9F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68A6063A-79DA-A917-F4C8-1CADC44FCFEA}"/>
                </a:ext>
              </a:extLst>
            </p:cNvPr>
            <p:cNvSpPr/>
            <p:nvPr/>
          </p:nvSpPr>
          <p:spPr>
            <a:xfrm rot="5400000">
              <a:off x="5519768" y="2892858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7" name="フローチャート: 和接合 16">
              <a:extLst>
                <a:ext uri="{FF2B5EF4-FFF2-40B4-BE49-F238E27FC236}">
                  <a16:creationId xmlns:a16="http://schemas.microsoft.com/office/drawing/2014/main" id="{E1EE1979-8458-192E-DF59-666D8ACCC87F}"/>
                </a:ext>
              </a:extLst>
            </p:cNvPr>
            <p:cNvSpPr/>
            <p:nvPr/>
          </p:nvSpPr>
          <p:spPr bwMode="auto">
            <a:xfrm rot="10800000">
              <a:off x="5548568" y="3480038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8" name="Rectangle 647">
              <a:extLst>
                <a:ext uri="{FF2B5EF4-FFF2-40B4-BE49-F238E27FC236}">
                  <a16:creationId xmlns:a16="http://schemas.microsoft.com/office/drawing/2014/main" id="{FCF0B49F-C811-AF70-DE28-A6216657CF34}"/>
                </a:ext>
              </a:extLst>
            </p:cNvPr>
            <p:cNvSpPr/>
            <p:nvPr/>
          </p:nvSpPr>
          <p:spPr>
            <a:xfrm rot="5400000">
              <a:off x="5520147" y="2734038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49" name="Group 648">
              <a:extLst>
                <a:ext uri="{FF2B5EF4-FFF2-40B4-BE49-F238E27FC236}">
                  <a16:creationId xmlns:a16="http://schemas.microsoft.com/office/drawing/2014/main" id="{87EDC45C-26F5-6CAE-4841-3EAA064E89AE}"/>
                </a:ext>
              </a:extLst>
            </p:cNvPr>
            <p:cNvGrpSpPr/>
            <p:nvPr/>
          </p:nvGrpSpPr>
          <p:grpSpPr>
            <a:xfrm>
              <a:off x="5550747" y="3322356"/>
              <a:ext cx="57600" cy="58165"/>
              <a:chOff x="5550747" y="2678351"/>
              <a:chExt cx="57600" cy="58165"/>
            </a:xfrm>
          </p:grpSpPr>
          <p:sp>
            <p:nvSpPr>
              <p:cNvPr id="656" name="楕円 300">
                <a:extLst>
                  <a:ext uri="{FF2B5EF4-FFF2-40B4-BE49-F238E27FC236}">
                    <a16:creationId xmlns:a16="http://schemas.microsoft.com/office/drawing/2014/main" id="{35E2F5C9-0C0F-F8A7-FD3F-079DBD5BED0F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7" name="楕円 301">
                <a:extLst>
                  <a:ext uri="{FF2B5EF4-FFF2-40B4-BE49-F238E27FC236}">
                    <a16:creationId xmlns:a16="http://schemas.microsoft.com/office/drawing/2014/main" id="{E54DE6A7-EBD2-CA2D-05D6-630FE1378CC0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50" name="Rectangle 649">
              <a:extLst>
                <a:ext uri="{FF2B5EF4-FFF2-40B4-BE49-F238E27FC236}">
                  <a16:creationId xmlns:a16="http://schemas.microsoft.com/office/drawing/2014/main" id="{33ECA458-308D-ED08-EB95-96BE26FDD64D}"/>
                </a:ext>
              </a:extLst>
            </p:cNvPr>
            <p:cNvSpPr/>
            <p:nvPr/>
          </p:nvSpPr>
          <p:spPr>
            <a:xfrm rot="5400000">
              <a:off x="5519768" y="3211262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1" name="フローチャート: 和接合 16">
              <a:extLst>
                <a:ext uri="{FF2B5EF4-FFF2-40B4-BE49-F238E27FC236}">
                  <a16:creationId xmlns:a16="http://schemas.microsoft.com/office/drawing/2014/main" id="{5EBFB7C1-A217-AAD5-E0EA-5961967E27C9}"/>
                </a:ext>
              </a:extLst>
            </p:cNvPr>
            <p:cNvSpPr/>
            <p:nvPr/>
          </p:nvSpPr>
          <p:spPr bwMode="auto">
            <a:xfrm rot="10800000">
              <a:off x="5548568" y="3798442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2" name="Rectangle 651">
              <a:extLst>
                <a:ext uri="{FF2B5EF4-FFF2-40B4-BE49-F238E27FC236}">
                  <a16:creationId xmlns:a16="http://schemas.microsoft.com/office/drawing/2014/main" id="{BDDB71AD-E40D-446B-62E6-330D6AF73679}"/>
                </a:ext>
              </a:extLst>
            </p:cNvPr>
            <p:cNvSpPr/>
            <p:nvPr/>
          </p:nvSpPr>
          <p:spPr>
            <a:xfrm rot="5400000">
              <a:off x="5520147" y="3052440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53" name="Group 652">
              <a:extLst>
                <a:ext uri="{FF2B5EF4-FFF2-40B4-BE49-F238E27FC236}">
                  <a16:creationId xmlns:a16="http://schemas.microsoft.com/office/drawing/2014/main" id="{29AD4276-D1A8-1D23-F06D-CE70ABDB91ED}"/>
                </a:ext>
              </a:extLst>
            </p:cNvPr>
            <p:cNvGrpSpPr/>
            <p:nvPr/>
          </p:nvGrpSpPr>
          <p:grpSpPr>
            <a:xfrm>
              <a:off x="5550747" y="3640758"/>
              <a:ext cx="57600" cy="58165"/>
              <a:chOff x="5550747" y="2678351"/>
              <a:chExt cx="57600" cy="58165"/>
            </a:xfrm>
          </p:grpSpPr>
          <p:sp>
            <p:nvSpPr>
              <p:cNvPr id="654" name="楕円 300">
                <a:extLst>
                  <a:ext uri="{FF2B5EF4-FFF2-40B4-BE49-F238E27FC236}">
                    <a16:creationId xmlns:a16="http://schemas.microsoft.com/office/drawing/2014/main" id="{0D8A94DA-5732-5192-DA71-A36C071FA6F3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5" name="楕円 301">
                <a:extLst>
                  <a:ext uri="{FF2B5EF4-FFF2-40B4-BE49-F238E27FC236}">
                    <a16:creationId xmlns:a16="http://schemas.microsoft.com/office/drawing/2014/main" id="{E4E1186C-A666-E1C0-3934-B69C297D5D45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Rectangle: Rounded Corners 12">
            <a:extLst>
              <a:ext uri="{FF2B5EF4-FFF2-40B4-BE49-F238E27FC236}">
                <a16:creationId xmlns:a16="http://schemas.microsoft.com/office/drawing/2014/main" id="{DFC7D23F-3579-57EF-230F-9AFA3252EED9}"/>
              </a:ext>
            </a:extLst>
          </p:cNvPr>
          <p:cNvSpPr/>
          <p:nvPr/>
        </p:nvSpPr>
        <p:spPr>
          <a:xfrm>
            <a:off x="4550315" y="562817"/>
            <a:ext cx="899954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000" b="1" err="1">
                <a:solidFill>
                  <a:srgbClr val="C45200"/>
                </a:solidFill>
                <a:latin typeface="UD Digi Kyokasho NK" panose="02020400000000000000" pitchFamily="18" charset="-128"/>
                <a:ea typeface="UD Digi Kyokasho NK" panose="02020400000000000000" pitchFamily="18" charset="-128"/>
              </a:rPr>
              <a:t>熱</a:t>
            </a:r>
            <a:endParaRPr lang="en-PH" sz="2000" b="1">
              <a:solidFill>
                <a:srgbClr val="C45200"/>
              </a:solidFill>
              <a:latin typeface="UD Digi Kyokasho NK" panose="02020400000000000000" pitchFamily="18" charset="-128"/>
              <a:ea typeface="UD Digi Kyokasho NK" panose="02020400000000000000" pitchFamily="18" charset="-128"/>
            </a:endParaRPr>
          </a:p>
        </p:txBody>
      </p:sp>
      <p:sp>
        <p:nvSpPr>
          <p:cNvPr id="3" name="Rectangle: Rounded Corners 12">
            <a:extLst>
              <a:ext uri="{FF2B5EF4-FFF2-40B4-BE49-F238E27FC236}">
                <a16:creationId xmlns:a16="http://schemas.microsoft.com/office/drawing/2014/main" id="{6E417C55-842A-029E-8AAD-421C30891DF1}"/>
              </a:ext>
            </a:extLst>
          </p:cNvPr>
          <p:cNvSpPr/>
          <p:nvPr/>
        </p:nvSpPr>
        <p:spPr>
          <a:xfrm>
            <a:off x="3619499" y="4886749"/>
            <a:ext cx="899954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000" b="1" err="1">
                <a:solidFill>
                  <a:srgbClr val="C45200"/>
                </a:solidFill>
                <a:latin typeface="UD Digi Kyokasho NK" panose="02020400000000000000" pitchFamily="18" charset="-128"/>
                <a:ea typeface="UD Digi Kyokasho NK" panose="02020400000000000000" pitchFamily="18" charset="-128"/>
              </a:rPr>
              <a:t>熱</a:t>
            </a:r>
            <a:endParaRPr lang="en-PH" sz="2000" b="1">
              <a:solidFill>
                <a:srgbClr val="C45200"/>
              </a:solidFill>
              <a:latin typeface="UD Digi Kyokasho NK" panose="02020400000000000000" pitchFamily="18" charset="-128"/>
              <a:ea typeface="UD Digi Kyokasho NK" panose="02020400000000000000" pitchFamily="18" charset="-128"/>
            </a:endParaRPr>
          </a:p>
        </p:txBody>
      </p:sp>
      <p:sp>
        <p:nvSpPr>
          <p:cNvPr id="6" name="Rectangle: Rounded Corners 12">
            <a:extLst>
              <a:ext uri="{FF2B5EF4-FFF2-40B4-BE49-F238E27FC236}">
                <a16:creationId xmlns:a16="http://schemas.microsoft.com/office/drawing/2014/main" id="{526080B7-28D0-1C91-BE73-E6391F27C7BE}"/>
              </a:ext>
            </a:extLst>
          </p:cNvPr>
          <p:cNvSpPr/>
          <p:nvPr/>
        </p:nvSpPr>
        <p:spPr>
          <a:xfrm>
            <a:off x="5249689" y="105404"/>
            <a:ext cx="899954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000" err="1">
                <a:solidFill>
                  <a:schemeClr val="tx1"/>
                </a:solidFill>
                <a:latin typeface="UD Digi Kyokasho NK" panose="02020400000000000000" pitchFamily="18" charset="-128"/>
                <a:ea typeface="UD Digi Kyokasho NK" panose="02020400000000000000" pitchFamily="18" charset="-128"/>
              </a:rPr>
              <a:t>巻線</a:t>
            </a:r>
            <a:endParaRPr lang="en-PH" sz="2000">
              <a:solidFill>
                <a:schemeClr val="tx1"/>
              </a:solidFill>
              <a:latin typeface="UD Digi Kyokasho NK" panose="02020400000000000000" pitchFamily="18" charset="-128"/>
              <a:ea typeface="UD Digi Kyokasho NK" panose="02020400000000000000" pitchFamily="18" charset="-128"/>
            </a:endParaRPr>
          </a:p>
        </p:txBody>
      </p:sp>
      <p:sp>
        <p:nvSpPr>
          <p:cNvPr id="7" name="Rectangle: Rounded Corners 12">
            <a:extLst>
              <a:ext uri="{FF2B5EF4-FFF2-40B4-BE49-F238E27FC236}">
                <a16:creationId xmlns:a16="http://schemas.microsoft.com/office/drawing/2014/main" id="{297E613B-E9FD-616C-E566-2B2171A245F1}"/>
              </a:ext>
            </a:extLst>
          </p:cNvPr>
          <p:cNvSpPr/>
          <p:nvPr/>
        </p:nvSpPr>
        <p:spPr>
          <a:xfrm>
            <a:off x="5181122" y="4295365"/>
            <a:ext cx="899954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2000" err="1">
                <a:solidFill>
                  <a:schemeClr val="tx1"/>
                </a:solidFill>
                <a:latin typeface="UD Digi Kyokasho NK" panose="02020400000000000000" pitchFamily="18" charset="-128"/>
                <a:ea typeface="UD Digi Kyokasho NK" panose="02020400000000000000" pitchFamily="18" charset="-128"/>
              </a:rPr>
              <a:t>巻線</a:t>
            </a:r>
            <a:endParaRPr lang="en-PH" sz="2000">
              <a:solidFill>
                <a:schemeClr val="tx1"/>
              </a:solidFill>
              <a:latin typeface="UD Digi Kyokasho NK" panose="02020400000000000000" pitchFamily="18" charset="-128"/>
              <a:ea typeface="UD Digi Kyokasho NK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8103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9E0D-ECDE-04C3-3A57-A3F07C7AD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7ADDE9-D967-C0C0-6098-8511E2482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321" y="1391577"/>
            <a:ext cx="4263606" cy="297377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ABF34E-31BC-ECF0-71A6-58F2B01B544F}"/>
              </a:ext>
            </a:extLst>
          </p:cNvPr>
          <p:cNvCxnSpPr>
            <a:cxnSpLocks/>
          </p:cNvCxnSpPr>
          <p:nvPr/>
        </p:nvCxnSpPr>
        <p:spPr>
          <a:xfrm flipV="1">
            <a:off x="6425461" y="2814695"/>
            <a:ext cx="404566" cy="175566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AE23E8-F30C-A781-DDDB-1759E3393B42}"/>
              </a:ext>
            </a:extLst>
          </p:cNvPr>
          <p:cNvCxnSpPr>
            <a:cxnSpLocks/>
          </p:cNvCxnSpPr>
          <p:nvPr/>
        </p:nvCxnSpPr>
        <p:spPr>
          <a:xfrm>
            <a:off x="6830027" y="2819080"/>
            <a:ext cx="441158" cy="184085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9E819D-04F5-9B32-93D8-80842654C76E}"/>
              </a:ext>
            </a:extLst>
          </p:cNvPr>
          <p:cNvCxnSpPr>
            <a:cxnSpLocks/>
          </p:cNvCxnSpPr>
          <p:nvPr/>
        </p:nvCxnSpPr>
        <p:spPr>
          <a:xfrm flipV="1">
            <a:off x="6830027" y="2991642"/>
            <a:ext cx="411593" cy="178616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E20DA6-C541-C4B5-67FE-A17D4CB00C12}"/>
              </a:ext>
            </a:extLst>
          </p:cNvPr>
          <p:cNvCxnSpPr>
            <a:cxnSpLocks/>
          </p:cNvCxnSpPr>
          <p:nvPr/>
        </p:nvCxnSpPr>
        <p:spPr>
          <a:xfrm>
            <a:off x="6425461" y="2986173"/>
            <a:ext cx="434810" cy="181436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2697C1E-76CB-092A-7796-F07F28D42FE9}"/>
              </a:ext>
            </a:extLst>
          </p:cNvPr>
          <p:cNvSpPr/>
          <p:nvPr/>
        </p:nvSpPr>
        <p:spPr>
          <a:xfrm>
            <a:off x="8553418" y="2337924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77D2EE2-CCF2-726A-5947-0FCAAB18157E}"/>
              </a:ext>
            </a:extLst>
          </p:cNvPr>
          <p:cNvSpPr/>
          <p:nvPr/>
        </p:nvSpPr>
        <p:spPr>
          <a:xfrm>
            <a:off x="9566178" y="1752514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3E54D31-E4F5-9BCC-1E64-23EC962507C4}"/>
              </a:ext>
            </a:extLst>
          </p:cNvPr>
          <p:cNvSpPr/>
          <p:nvPr/>
        </p:nvSpPr>
        <p:spPr>
          <a:xfrm>
            <a:off x="8208053" y="4008060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B1DCE1-1078-7707-1A5C-09D0EA4BE0BB}"/>
              </a:ext>
            </a:extLst>
          </p:cNvPr>
          <p:cNvSpPr/>
          <p:nvPr/>
        </p:nvSpPr>
        <p:spPr>
          <a:xfrm>
            <a:off x="6984367" y="3875784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10B6C5-ECC8-67A8-0CDB-65833AFD5CEC}"/>
              </a:ext>
            </a:extLst>
          </p:cNvPr>
          <p:cNvSpPr/>
          <p:nvPr/>
        </p:nvSpPr>
        <p:spPr>
          <a:xfrm>
            <a:off x="6069416" y="2481320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3791A3-57E7-0709-E8CF-8C0C78F36BD7}"/>
              </a:ext>
            </a:extLst>
          </p:cNvPr>
          <p:cNvCxnSpPr>
            <a:cxnSpLocks/>
          </p:cNvCxnSpPr>
          <p:nvPr/>
        </p:nvCxnSpPr>
        <p:spPr>
          <a:xfrm>
            <a:off x="6897435" y="3642507"/>
            <a:ext cx="1288021" cy="444767"/>
          </a:xfrm>
          <a:prstGeom prst="line">
            <a:avLst/>
          </a:prstGeom>
          <a:ln w="28575"/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9">
            <a:extLst>
              <a:ext uri="{FF2B5EF4-FFF2-40B4-BE49-F238E27FC236}">
                <a16:creationId xmlns:a16="http://schemas.microsoft.com/office/drawing/2014/main" id="{E94FC8D2-73A5-304A-0F7F-AD6EB407828E}"/>
              </a:ext>
            </a:extLst>
          </p:cNvPr>
          <p:cNvSpPr/>
          <p:nvPr/>
        </p:nvSpPr>
        <p:spPr>
          <a:xfrm>
            <a:off x="8398494" y="4655183"/>
            <a:ext cx="221968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Trans. Cross Section</a:t>
            </a:r>
            <a:endParaRPr lang="en-PH" sz="1400" b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FD9D03-AD7A-4FE5-1660-D281A3A77BE3}"/>
              </a:ext>
            </a:extLst>
          </p:cNvPr>
          <p:cNvCxnSpPr>
            <a:cxnSpLocks/>
          </p:cNvCxnSpPr>
          <p:nvPr/>
        </p:nvCxnSpPr>
        <p:spPr>
          <a:xfrm flipV="1">
            <a:off x="8553418" y="1788058"/>
            <a:ext cx="404566" cy="175566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F6144A-B4F4-14F8-405F-84BDFC547EF3}"/>
              </a:ext>
            </a:extLst>
          </p:cNvPr>
          <p:cNvCxnSpPr>
            <a:cxnSpLocks/>
          </p:cNvCxnSpPr>
          <p:nvPr/>
        </p:nvCxnSpPr>
        <p:spPr>
          <a:xfrm>
            <a:off x="8957984" y="1792443"/>
            <a:ext cx="441158" cy="184085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2218CF-51E6-D7B6-9329-5B127755DEB7}"/>
              </a:ext>
            </a:extLst>
          </p:cNvPr>
          <p:cNvCxnSpPr>
            <a:cxnSpLocks/>
          </p:cNvCxnSpPr>
          <p:nvPr/>
        </p:nvCxnSpPr>
        <p:spPr>
          <a:xfrm flipV="1">
            <a:off x="8957984" y="1965005"/>
            <a:ext cx="411593" cy="178616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E78F0EB-A9A8-2094-6ADE-6BB070A63B6B}"/>
              </a:ext>
            </a:extLst>
          </p:cNvPr>
          <p:cNvCxnSpPr>
            <a:cxnSpLocks/>
          </p:cNvCxnSpPr>
          <p:nvPr/>
        </p:nvCxnSpPr>
        <p:spPr>
          <a:xfrm>
            <a:off x="8553418" y="1959536"/>
            <a:ext cx="434810" cy="181436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85048FBB-50AF-B62F-0F0A-6BEA3A4CCA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30" t="17890" r="20702" b="14605"/>
          <a:stretch>
            <a:fillRect/>
          </a:stretch>
        </p:blipFill>
        <p:spPr>
          <a:xfrm>
            <a:off x="974276" y="1738056"/>
            <a:ext cx="3908419" cy="2800563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92A8621-8056-02DC-1A97-298A32FBB51F}"/>
              </a:ext>
            </a:extLst>
          </p:cNvPr>
          <p:cNvCxnSpPr>
            <a:cxnSpLocks/>
          </p:cNvCxnSpPr>
          <p:nvPr/>
        </p:nvCxnSpPr>
        <p:spPr>
          <a:xfrm flipV="1">
            <a:off x="1486156" y="3183479"/>
            <a:ext cx="0" cy="810590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51D6731-16A9-1921-64BE-2B2199B671E6}"/>
              </a:ext>
            </a:extLst>
          </p:cNvPr>
          <p:cNvCxnSpPr>
            <a:cxnSpLocks/>
          </p:cNvCxnSpPr>
          <p:nvPr/>
        </p:nvCxnSpPr>
        <p:spPr>
          <a:xfrm>
            <a:off x="1465964" y="3978768"/>
            <a:ext cx="450640" cy="237573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EA8A05A-2C15-38F8-5A03-3B3B5785F882}"/>
              </a:ext>
            </a:extLst>
          </p:cNvPr>
          <p:cNvSpPr/>
          <p:nvPr/>
        </p:nvSpPr>
        <p:spPr>
          <a:xfrm>
            <a:off x="3786492" y="2446726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7F9F600-96CF-B628-F1EB-40B47A01228B}"/>
              </a:ext>
            </a:extLst>
          </p:cNvPr>
          <p:cNvSpPr/>
          <p:nvPr/>
        </p:nvSpPr>
        <p:spPr>
          <a:xfrm>
            <a:off x="3356688" y="1793344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9669E43-9DD2-28F5-C9C5-E7F18389087C}"/>
              </a:ext>
            </a:extLst>
          </p:cNvPr>
          <p:cNvSpPr/>
          <p:nvPr/>
        </p:nvSpPr>
        <p:spPr>
          <a:xfrm>
            <a:off x="1364079" y="2854838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620E97-8384-5D07-0C80-320C1A446E98}"/>
              </a:ext>
            </a:extLst>
          </p:cNvPr>
          <p:cNvCxnSpPr>
            <a:cxnSpLocks/>
          </p:cNvCxnSpPr>
          <p:nvPr/>
        </p:nvCxnSpPr>
        <p:spPr>
          <a:xfrm>
            <a:off x="1499828" y="3183479"/>
            <a:ext cx="450640" cy="237573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99718B3-0A62-534B-78D1-ACE2DBB75E7B}"/>
              </a:ext>
            </a:extLst>
          </p:cNvPr>
          <p:cNvCxnSpPr>
            <a:cxnSpLocks/>
          </p:cNvCxnSpPr>
          <p:nvPr/>
        </p:nvCxnSpPr>
        <p:spPr>
          <a:xfrm flipV="1">
            <a:off x="1935938" y="3421052"/>
            <a:ext cx="0" cy="797141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7" name="Rectangle: Rounded Corners 9">
            <a:extLst>
              <a:ext uri="{FF2B5EF4-FFF2-40B4-BE49-F238E27FC236}">
                <a16:creationId xmlns:a16="http://schemas.microsoft.com/office/drawing/2014/main" id="{7E21D585-B431-9649-DDB2-A9D1A947129B}"/>
              </a:ext>
            </a:extLst>
          </p:cNvPr>
          <p:cNvSpPr/>
          <p:nvPr/>
        </p:nvSpPr>
        <p:spPr>
          <a:xfrm>
            <a:off x="3523376" y="4677734"/>
            <a:ext cx="221968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Trans. Cross Section</a:t>
            </a:r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79ED0342-4B4E-FF1E-87B0-BFFAE652EF39}"/>
              </a:ext>
            </a:extLst>
          </p:cNvPr>
          <p:cNvSpPr/>
          <p:nvPr/>
        </p:nvSpPr>
        <p:spPr>
          <a:xfrm>
            <a:off x="3376236" y="4250669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64A87081-C961-6920-70BE-31E62D19FF03}"/>
              </a:ext>
            </a:extLst>
          </p:cNvPr>
          <p:cNvCxnSpPr>
            <a:cxnSpLocks/>
          </p:cNvCxnSpPr>
          <p:nvPr/>
        </p:nvCxnSpPr>
        <p:spPr>
          <a:xfrm>
            <a:off x="2065618" y="3885116"/>
            <a:ext cx="1288021" cy="444767"/>
          </a:xfrm>
          <a:prstGeom prst="line">
            <a:avLst/>
          </a:prstGeom>
          <a:ln w="28575"/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7" name="Picture 816">
            <a:extLst>
              <a:ext uri="{FF2B5EF4-FFF2-40B4-BE49-F238E27FC236}">
                <a16:creationId xmlns:a16="http://schemas.microsoft.com/office/drawing/2014/main" id="{C60BE680-4912-213D-98CC-6A7772D67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701" y="3884201"/>
            <a:ext cx="1494972" cy="762741"/>
          </a:xfrm>
          <a:prstGeom prst="rect">
            <a:avLst/>
          </a:prstGeom>
        </p:spPr>
      </p:pic>
      <p:pic>
        <p:nvPicPr>
          <p:cNvPr id="818" name="Picture 817">
            <a:extLst>
              <a:ext uri="{FF2B5EF4-FFF2-40B4-BE49-F238E27FC236}">
                <a16:creationId xmlns:a16="http://schemas.microsoft.com/office/drawing/2014/main" id="{F66603AF-A044-FF0A-1861-94D1A97A5E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250" y="4002014"/>
            <a:ext cx="1439935" cy="723622"/>
          </a:xfrm>
          <a:prstGeom prst="rect">
            <a:avLst/>
          </a:prstGeom>
        </p:spPr>
      </p:pic>
      <p:sp>
        <p:nvSpPr>
          <p:cNvPr id="819" name="Rectangle: Rounded Corners 4">
            <a:extLst>
              <a:ext uri="{FF2B5EF4-FFF2-40B4-BE49-F238E27FC236}">
                <a16:creationId xmlns:a16="http://schemas.microsoft.com/office/drawing/2014/main" id="{26C567B7-B508-8B5C-3AC3-0257DC81A979}"/>
              </a:ext>
            </a:extLst>
          </p:cNvPr>
          <p:cNvSpPr/>
          <p:nvPr/>
        </p:nvSpPr>
        <p:spPr>
          <a:xfrm>
            <a:off x="974276" y="5299034"/>
            <a:ext cx="3409732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Magnetic EE Core</a:t>
            </a: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956F88DB-C514-08E3-F2E6-0F631417D63D}"/>
              </a:ext>
            </a:extLst>
          </p:cNvPr>
          <p:cNvSpPr/>
          <p:nvPr/>
        </p:nvSpPr>
        <p:spPr>
          <a:xfrm>
            <a:off x="591584" y="5268548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21" name="Oval 820">
            <a:extLst>
              <a:ext uri="{FF2B5EF4-FFF2-40B4-BE49-F238E27FC236}">
                <a16:creationId xmlns:a16="http://schemas.microsoft.com/office/drawing/2014/main" id="{277392EC-64F5-A1CF-A0F4-076AA51EF540}"/>
              </a:ext>
            </a:extLst>
          </p:cNvPr>
          <p:cNvSpPr/>
          <p:nvPr/>
        </p:nvSpPr>
        <p:spPr>
          <a:xfrm>
            <a:off x="591583" y="5859294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22" name="Rectangle: Rounded Corners 4">
            <a:extLst>
              <a:ext uri="{FF2B5EF4-FFF2-40B4-BE49-F238E27FC236}">
                <a16:creationId xmlns:a16="http://schemas.microsoft.com/office/drawing/2014/main" id="{6C76A74C-679C-E0B8-8A75-D96525A5369C}"/>
              </a:ext>
            </a:extLst>
          </p:cNvPr>
          <p:cNvSpPr/>
          <p:nvPr/>
        </p:nvSpPr>
        <p:spPr>
          <a:xfrm>
            <a:off x="974276" y="5896570"/>
            <a:ext cx="332460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Aluminum at exposed ends (dead space) </a:t>
            </a:r>
          </a:p>
        </p:txBody>
      </p:sp>
      <p:sp>
        <p:nvSpPr>
          <p:cNvPr id="823" name="Oval 822">
            <a:extLst>
              <a:ext uri="{FF2B5EF4-FFF2-40B4-BE49-F238E27FC236}">
                <a16:creationId xmlns:a16="http://schemas.microsoft.com/office/drawing/2014/main" id="{36DAE11E-3360-6637-4F55-BAE040DC7D42}"/>
              </a:ext>
            </a:extLst>
          </p:cNvPr>
          <p:cNvSpPr/>
          <p:nvPr/>
        </p:nvSpPr>
        <p:spPr>
          <a:xfrm>
            <a:off x="4829365" y="5289070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24" name="Rectangle: Rounded Corners 4">
            <a:extLst>
              <a:ext uri="{FF2B5EF4-FFF2-40B4-BE49-F238E27FC236}">
                <a16:creationId xmlns:a16="http://schemas.microsoft.com/office/drawing/2014/main" id="{AAEC88AF-A45A-50AB-6CAA-07D728AFD807}"/>
              </a:ext>
            </a:extLst>
          </p:cNvPr>
          <p:cNvSpPr/>
          <p:nvPr/>
        </p:nvSpPr>
        <p:spPr>
          <a:xfrm>
            <a:off x="5212058" y="5326346"/>
            <a:ext cx="3582288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Winding</a:t>
            </a:r>
          </a:p>
        </p:txBody>
      </p:sp>
      <p:sp>
        <p:nvSpPr>
          <p:cNvPr id="825" name="Oval 824">
            <a:extLst>
              <a:ext uri="{FF2B5EF4-FFF2-40B4-BE49-F238E27FC236}">
                <a16:creationId xmlns:a16="http://schemas.microsoft.com/office/drawing/2014/main" id="{C87B6E2B-B20F-FE81-44EB-601045A8D997}"/>
              </a:ext>
            </a:extLst>
          </p:cNvPr>
          <p:cNvSpPr/>
          <p:nvPr/>
        </p:nvSpPr>
        <p:spPr>
          <a:xfrm>
            <a:off x="4829365" y="5829738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26" name="Rectangle: Rounded Corners 4">
            <a:extLst>
              <a:ext uri="{FF2B5EF4-FFF2-40B4-BE49-F238E27FC236}">
                <a16:creationId xmlns:a16="http://schemas.microsoft.com/office/drawing/2014/main" id="{1A9FF8C9-3CD1-1A0A-1B6E-8FA145AACB8A}"/>
              </a:ext>
            </a:extLst>
          </p:cNvPr>
          <p:cNvSpPr/>
          <p:nvPr/>
        </p:nvSpPr>
        <p:spPr>
          <a:xfrm>
            <a:off x="5212058" y="5867014"/>
            <a:ext cx="332460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 (Silicon-based, soft)</a:t>
            </a:r>
          </a:p>
        </p:txBody>
      </p:sp>
      <p:sp>
        <p:nvSpPr>
          <p:cNvPr id="827" name="Oval 826">
            <a:extLst>
              <a:ext uri="{FF2B5EF4-FFF2-40B4-BE49-F238E27FC236}">
                <a16:creationId xmlns:a16="http://schemas.microsoft.com/office/drawing/2014/main" id="{A103627A-0EF6-938C-9D7D-2A4EABE471D5}"/>
              </a:ext>
            </a:extLst>
          </p:cNvPr>
          <p:cNvSpPr/>
          <p:nvPr/>
        </p:nvSpPr>
        <p:spPr>
          <a:xfrm>
            <a:off x="8794346" y="5519201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28" name="Rectangle: Rounded Corners 4">
            <a:extLst>
              <a:ext uri="{FF2B5EF4-FFF2-40B4-BE49-F238E27FC236}">
                <a16:creationId xmlns:a16="http://schemas.microsoft.com/office/drawing/2014/main" id="{B6D5E631-5B13-8BF0-D01E-6333900CAB28}"/>
              </a:ext>
            </a:extLst>
          </p:cNvPr>
          <p:cNvSpPr/>
          <p:nvPr/>
        </p:nvSpPr>
        <p:spPr>
          <a:xfrm>
            <a:off x="9177039" y="5556477"/>
            <a:ext cx="332460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Terminal Allocation</a:t>
            </a:r>
          </a:p>
        </p:txBody>
      </p:sp>
      <p:sp>
        <p:nvSpPr>
          <p:cNvPr id="829" name="TextBox 828">
            <a:extLst>
              <a:ext uri="{FF2B5EF4-FFF2-40B4-BE49-F238E27FC236}">
                <a16:creationId xmlns:a16="http://schemas.microsoft.com/office/drawing/2014/main" id="{60AD356A-357A-975F-53A6-A7E109D1E17C}"/>
              </a:ext>
            </a:extLst>
          </p:cNvPr>
          <p:cNvSpPr txBox="1"/>
          <p:nvPr/>
        </p:nvSpPr>
        <p:spPr>
          <a:xfrm>
            <a:off x="1568567" y="1062574"/>
            <a:ext cx="3570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Edgewise-wound Transformer</a:t>
            </a:r>
          </a:p>
        </p:txBody>
      </p:sp>
      <p:sp>
        <p:nvSpPr>
          <p:cNvPr id="830" name="TextBox 829">
            <a:extLst>
              <a:ext uri="{FF2B5EF4-FFF2-40B4-BE49-F238E27FC236}">
                <a16:creationId xmlns:a16="http://schemas.microsoft.com/office/drawing/2014/main" id="{5B9AB368-8237-7F88-7AFE-41895F817C9F}"/>
              </a:ext>
            </a:extLst>
          </p:cNvPr>
          <p:cNvSpPr txBox="1"/>
          <p:nvPr/>
        </p:nvSpPr>
        <p:spPr>
          <a:xfrm>
            <a:off x="5698321" y="1062574"/>
            <a:ext cx="4919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Flatwise-wound Transformer (proposed)</a:t>
            </a:r>
          </a:p>
        </p:txBody>
      </p:sp>
    </p:spTree>
    <p:extLst>
      <p:ext uri="{BB962C8B-B14F-4D97-AF65-F5344CB8AC3E}">
        <p14:creationId xmlns:p14="http://schemas.microsoft.com/office/powerpoint/2010/main" val="2539637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E15A-1F92-5858-84C1-C49EF6C4A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Rectangle: Rounded Corners 4">
            <a:extLst>
              <a:ext uri="{FF2B5EF4-FFF2-40B4-BE49-F238E27FC236}">
                <a16:creationId xmlns:a16="http://schemas.microsoft.com/office/drawing/2014/main" id="{E7753850-F9BB-C924-796E-27D9E4D0D2D6}"/>
              </a:ext>
            </a:extLst>
          </p:cNvPr>
          <p:cNvSpPr/>
          <p:nvPr/>
        </p:nvSpPr>
        <p:spPr>
          <a:xfrm>
            <a:off x="974276" y="5299034"/>
            <a:ext cx="3409732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Magnetic EE Core</a:t>
            </a: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C3DE7FF6-3D62-B0BD-D90B-5CA6C31770DE}"/>
              </a:ext>
            </a:extLst>
          </p:cNvPr>
          <p:cNvSpPr/>
          <p:nvPr/>
        </p:nvSpPr>
        <p:spPr>
          <a:xfrm>
            <a:off x="591584" y="5268548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21" name="Oval 820">
            <a:extLst>
              <a:ext uri="{FF2B5EF4-FFF2-40B4-BE49-F238E27FC236}">
                <a16:creationId xmlns:a16="http://schemas.microsoft.com/office/drawing/2014/main" id="{249E49C1-1D3A-5D17-28C5-86DF80BB76C8}"/>
              </a:ext>
            </a:extLst>
          </p:cNvPr>
          <p:cNvSpPr/>
          <p:nvPr/>
        </p:nvSpPr>
        <p:spPr>
          <a:xfrm>
            <a:off x="591583" y="5859294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22" name="Rectangle: Rounded Corners 4">
            <a:extLst>
              <a:ext uri="{FF2B5EF4-FFF2-40B4-BE49-F238E27FC236}">
                <a16:creationId xmlns:a16="http://schemas.microsoft.com/office/drawing/2014/main" id="{CCD43275-8D51-51EF-AF3A-8CD76D0FE75D}"/>
              </a:ext>
            </a:extLst>
          </p:cNvPr>
          <p:cNvSpPr/>
          <p:nvPr/>
        </p:nvSpPr>
        <p:spPr>
          <a:xfrm>
            <a:off x="974276" y="5896570"/>
            <a:ext cx="332460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Aluminum at exposed ends (dead space) </a:t>
            </a:r>
          </a:p>
        </p:txBody>
      </p:sp>
      <p:sp>
        <p:nvSpPr>
          <p:cNvPr id="823" name="Oval 822">
            <a:extLst>
              <a:ext uri="{FF2B5EF4-FFF2-40B4-BE49-F238E27FC236}">
                <a16:creationId xmlns:a16="http://schemas.microsoft.com/office/drawing/2014/main" id="{6C2EF4CD-B56A-8FED-B780-7F37BFC7073F}"/>
              </a:ext>
            </a:extLst>
          </p:cNvPr>
          <p:cNvSpPr/>
          <p:nvPr/>
        </p:nvSpPr>
        <p:spPr>
          <a:xfrm>
            <a:off x="4829365" y="5289070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24" name="Rectangle: Rounded Corners 4">
            <a:extLst>
              <a:ext uri="{FF2B5EF4-FFF2-40B4-BE49-F238E27FC236}">
                <a16:creationId xmlns:a16="http://schemas.microsoft.com/office/drawing/2014/main" id="{0DF8A83F-80BD-9672-6BE4-4FDC12A06EE2}"/>
              </a:ext>
            </a:extLst>
          </p:cNvPr>
          <p:cNvSpPr/>
          <p:nvPr/>
        </p:nvSpPr>
        <p:spPr>
          <a:xfrm>
            <a:off x="5212058" y="5326346"/>
            <a:ext cx="3582288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Winding</a:t>
            </a:r>
          </a:p>
        </p:txBody>
      </p:sp>
      <p:sp>
        <p:nvSpPr>
          <p:cNvPr id="825" name="Oval 824">
            <a:extLst>
              <a:ext uri="{FF2B5EF4-FFF2-40B4-BE49-F238E27FC236}">
                <a16:creationId xmlns:a16="http://schemas.microsoft.com/office/drawing/2014/main" id="{C4AD3F98-6963-2111-FC00-04F50D61AF6C}"/>
              </a:ext>
            </a:extLst>
          </p:cNvPr>
          <p:cNvSpPr/>
          <p:nvPr/>
        </p:nvSpPr>
        <p:spPr>
          <a:xfrm>
            <a:off x="4829365" y="5829738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26" name="Rectangle: Rounded Corners 4">
            <a:extLst>
              <a:ext uri="{FF2B5EF4-FFF2-40B4-BE49-F238E27FC236}">
                <a16:creationId xmlns:a16="http://schemas.microsoft.com/office/drawing/2014/main" id="{258D9021-F6D8-A289-28BE-72B2D02D6E80}"/>
              </a:ext>
            </a:extLst>
          </p:cNvPr>
          <p:cNvSpPr/>
          <p:nvPr/>
        </p:nvSpPr>
        <p:spPr>
          <a:xfrm>
            <a:off x="5212058" y="5867014"/>
            <a:ext cx="332460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 (Silicon-based, soft)</a:t>
            </a:r>
          </a:p>
        </p:txBody>
      </p:sp>
      <p:sp>
        <p:nvSpPr>
          <p:cNvPr id="827" name="Oval 826">
            <a:extLst>
              <a:ext uri="{FF2B5EF4-FFF2-40B4-BE49-F238E27FC236}">
                <a16:creationId xmlns:a16="http://schemas.microsoft.com/office/drawing/2014/main" id="{34C89809-726D-9D3E-3315-47F6336FAC4D}"/>
              </a:ext>
            </a:extLst>
          </p:cNvPr>
          <p:cNvSpPr/>
          <p:nvPr/>
        </p:nvSpPr>
        <p:spPr>
          <a:xfrm>
            <a:off x="8794346" y="5519201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28" name="Rectangle: Rounded Corners 4">
            <a:extLst>
              <a:ext uri="{FF2B5EF4-FFF2-40B4-BE49-F238E27FC236}">
                <a16:creationId xmlns:a16="http://schemas.microsoft.com/office/drawing/2014/main" id="{82F07113-7CDB-1960-2E2F-1744DED92388}"/>
              </a:ext>
            </a:extLst>
          </p:cNvPr>
          <p:cNvSpPr/>
          <p:nvPr/>
        </p:nvSpPr>
        <p:spPr>
          <a:xfrm>
            <a:off x="9177040" y="5556477"/>
            <a:ext cx="2488590" cy="29609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Terminal Allocation</a:t>
            </a:r>
          </a:p>
        </p:txBody>
      </p:sp>
      <p:sp>
        <p:nvSpPr>
          <p:cNvPr id="830" name="TextBox 829">
            <a:extLst>
              <a:ext uri="{FF2B5EF4-FFF2-40B4-BE49-F238E27FC236}">
                <a16:creationId xmlns:a16="http://schemas.microsoft.com/office/drawing/2014/main" id="{FF6469A3-8C4A-E094-676B-C8F60538A9DA}"/>
              </a:ext>
            </a:extLst>
          </p:cNvPr>
          <p:cNvSpPr txBox="1"/>
          <p:nvPr/>
        </p:nvSpPr>
        <p:spPr>
          <a:xfrm>
            <a:off x="924958" y="1062574"/>
            <a:ext cx="4919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Flatwise-wound Transformer (proposed)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AAF1AC0-8D59-B62B-FE8A-E0FA941B8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78" y="1780692"/>
            <a:ext cx="4263606" cy="297377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785C968-B71A-1C65-3ACE-84A504D59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430" y="1449995"/>
            <a:ext cx="4601199" cy="3220839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6E07932-C72A-59E6-355A-0F5931FD7922}"/>
              </a:ext>
            </a:extLst>
          </p:cNvPr>
          <p:cNvCxnSpPr>
            <a:cxnSpLocks/>
          </p:cNvCxnSpPr>
          <p:nvPr/>
        </p:nvCxnSpPr>
        <p:spPr>
          <a:xfrm flipV="1">
            <a:off x="1304218" y="3203810"/>
            <a:ext cx="404566" cy="175566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072E022-6F7F-8276-031A-6EE37B73BAAC}"/>
              </a:ext>
            </a:extLst>
          </p:cNvPr>
          <p:cNvCxnSpPr>
            <a:cxnSpLocks/>
          </p:cNvCxnSpPr>
          <p:nvPr/>
        </p:nvCxnSpPr>
        <p:spPr>
          <a:xfrm>
            <a:off x="1708784" y="3208195"/>
            <a:ext cx="441158" cy="184085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D81588C-DF44-2BAF-5563-9F62936CFACF}"/>
              </a:ext>
            </a:extLst>
          </p:cNvPr>
          <p:cNvCxnSpPr>
            <a:cxnSpLocks/>
          </p:cNvCxnSpPr>
          <p:nvPr/>
        </p:nvCxnSpPr>
        <p:spPr>
          <a:xfrm flipV="1">
            <a:off x="1708784" y="3380757"/>
            <a:ext cx="411593" cy="178616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47001EF-290E-07AC-925A-015BBF63DB44}"/>
              </a:ext>
            </a:extLst>
          </p:cNvPr>
          <p:cNvCxnSpPr>
            <a:cxnSpLocks/>
          </p:cNvCxnSpPr>
          <p:nvPr/>
        </p:nvCxnSpPr>
        <p:spPr>
          <a:xfrm>
            <a:off x="1304218" y="3375288"/>
            <a:ext cx="434810" cy="181436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304DACEF-23FE-68BA-88CF-37B349BF8B02}"/>
              </a:ext>
            </a:extLst>
          </p:cNvPr>
          <p:cNvSpPr/>
          <p:nvPr/>
        </p:nvSpPr>
        <p:spPr>
          <a:xfrm>
            <a:off x="3432175" y="2727039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417B74A-1880-A312-0C8F-144CACA1D1AC}"/>
              </a:ext>
            </a:extLst>
          </p:cNvPr>
          <p:cNvSpPr/>
          <p:nvPr/>
        </p:nvSpPr>
        <p:spPr>
          <a:xfrm>
            <a:off x="4444935" y="2141629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Malgun Gothic" panose="020B0503020000020004" pitchFamily="34" charset="-127"/>
                <a:ea typeface="Malgun Gothic" panose="020B0503020000020004" pitchFamily="34" charset="-127"/>
              </a:rPr>
              <a:t>2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82ADEA0-126A-D4E8-675F-94FF57C777E3}"/>
              </a:ext>
            </a:extLst>
          </p:cNvPr>
          <p:cNvSpPr/>
          <p:nvPr/>
        </p:nvSpPr>
        <p:spPr>
          <a:xfrm>
            <a:off x="7565465" y="3225592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Malgun Gothic" panose="020B0503020000020004" pitchFamily="34" charset="-127"/>
                <a:ea typeface="Malgun Gothic" panose="020B0503020000020004" pitchFamily="34" charset="-127"/>
              </a:rPr>
              <a:t>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B98914C-448C-702E-2930-F2BA380517A9}"/>
              </a:ext>
            </a:extLst>
          </p:cNvPr>
          <p:cNvSpPr/>
          <p:nvPr/>
        </p:nvSpPr>
        <p:spPr>
          <a:xfrm>
            <a:off x="8896964" y="3798609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Malgun Gothic" panose="020B0503020000020004" pitchFamily="34" charset="-127"/>
                <a:ea typeface="Malgun Gothic" panose="020B0503020000020004" pitchFamily="34" charset="-127"/>
              </a:rPr>
              <a:t>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74552B4-C570-34F0-4613-A58FF03D9C55}"/>
              </a:ext>
            </a:extLst>
          </p:cNvPr>
          <p:cNvSpPr/>
          <p:nvPr/>
        </p:nvSpPr>
        <p:spPr>
          <a:xfrm>
            <a:off x="948173" y="2870435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Malgun Gothic" panose="020B0503020000020004" pitchFamily="34" charset="-127"/>
                <a:ea typeface="Malgun Gothic" panose="020B0503020000020004" pitchFamily="34" charset="-127"/>
              </a:rPr>
              <a:t>5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DF9C86C-727C-55FE-3E5C-D7F9E9A08FA6}"/>
              </a:ext>
            </a:extLst>
          </p:cNvPr>
          <p:cNvCxnSpPr>
            <a:cxnSpLocks/>
          </p:cNvCxnSpPr>
          <p:nvPr/>
        </p:nvCxnSpPr>
        <p:spPr>
          <a:xfrm flipV="1">
            <a:off x="6352924" y="3501160"/>
            <a:ext cx="1990976" cy="778689"/>
          </a:xfrm>
          <a:prstGeom prst="line">
            <a:avLst/>
          </a:prstGeom>
          <a:ln w="28575"/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3921F661-0525-E3C7-370B-BE76C36EC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405" y="3798609"/>
            <a:ext cx="1655273" cy="820090"/>
          </a:xfrm>
          <a:prstGeom prst="rect">
            <a:avLst/>
          </a:prstGeom>
        </p:spPr>
      </p:pic>
      <p:sp>
        <p:nvSpPr>
          <p:cNvPr id="60" name="Rectangle: Rounded Corners 9">
            <a:extLst>
              <a:ext uri="{FF2B5EF4-FFF2-40B4-BE49-F238E27FC236}">
                <a16:creationId xmlns:a16="http://schemas.microsoft.com/office/drawing/2014/main" id="{656E66F9-564C-DA3F-CA75-E0A277DCA5A2}"/>
              </a:ext>
            </a:extLst>
          </p:cNvPr>
          <p:cNvSpPr/>
          <p:nvPr/>
        </p:nvSpPr>
        <p:spPr>
          <a:xfrm>
            <a:off x="4407200" y="4563863"/>
            <a:ext cx="221968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Trans. Cross Section</a:t>
            </a:r>
            <a:endParaRPr lang="en-PH" sz="1400" b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6F09C87-B827-CEA8-18EC-B001208C632B}"/>
              </a:ext>
            </a:extLst>
          </p:cNvPr>
          <p:cNvCxnSpPr>
            <a:cxnSpLocks/>
          </p:cNvCxnSpPr>
          <p:nvPr/>
        </p:nvCxnSpPr>
        <p:spPr>
          <a:xfrm flipV="1">
            <a:off x="3432175" y="2177173"/>
            <a:ext cx="404566" cy="175566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6A12B64-062C-6C77-6B8C-8F1CE1803F86}"/>
              </a:ext>
            </a:extLst>
          </p:cNvPr>
          <p:cNvCxnSpPr>
            <a:cxnSpLocks/>
          </p:cNvCxnSpPr>
          <p:nvPr/>
        </p:nvCxnSpPr>
        <p:spPr>
          <a:xfrm>
            <a:off x="3836741" y="2181558"/>
            <a:ext cx="441158" cy="184085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6A8260B-6A8B-F773-00C9-2441BB2ADE90}"/>
              </a:ext>
            </a:extLst>
          </p:cNvPr>
          <p:cNvCxnSpPr>
            <a:cxnSpLocks/>
          </p:cNvCxnSpPr>
          <p:nvPr/>
        </p:nvCxnSpPr>
        <p:spPr>
          <a:xfrm flipV="1">
            <a:off x="3836741" y="2354120"/>
            <a:ext cx="411593" cy="178616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7204E771-3427-DE2D-02A8-466CBD987D70}"/>
              </a:ext>
            </a:extLst>
          </p:cNvPr>
          <p:cNvCxnSpPr>
            <a:cxnSpLocks/>
          </p:cNvCxnSpPr>
          <p:nvPr/>
        </p:nvCxnSpPr>
        <p:spPr>
          <a:xfrm>
            <a:off x="3432175" y="2348651"/>
            <a:ext cx="434810" cy="181436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459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AADA-3B81-EFC4-5A42-E2D4152F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Rectangle: Rounded Corners 4">
            <a:extLst>
              <a:ext uri="{FF2B5EF4-FFF2-40B4-BE49-F238E27FC236}">
                <a16:creationId xmlns:a16="http://schemas.microsoft.com/office/drawing/2014/main" id="{68152321-B6FA-5F6F-4312-1EB8F9BC1D21}"/>
              </a:ext>
            </a:extLst>
          </p:cNvPr>
          <p:cNvSpPr/>
          <p:nvPr/>
        </p:nvSpPr>
        <p:spPr>
          <a:xfrm>
            <a:off x="974276" y="5299034"/>
            <a:ext cx="3409732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Magnetic EE Core</a:t>
            </a: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D5E93B46-66A1-D28C-68E7-2E4088CF1441}"/>
              </a:ext>
            </a:extLst>
          </p:cNvPr>
          <p:cNvSpPr/>
          <p:nvPr/>
        </p:nvSpPr>
        <p:spPr>
          <a:xfrm>
            <a:off x="591584" y="5268548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21" name="Oval 820">
            <a:extLst>
              <a:ext uri="{FF2B5EF4-FFF2-40B4-BE49-F238E27FC236}">
                <a16:creationId xmlns:a16="http://schemas.microsoft.com/office/drawing/2014/main" id="{91AC1932-B8A4-DD60-6F7D-7CA2CCF6A55E}"/>
              </a:ext>
            </a:extLst>
          </p:cNvPr>
          <p:cNvSpPr/>
          <p:nvPr/>
        </p:nvSpPr>
        <p:spPr>
          <a:xfrm>
            <a:off x="591583" y="5859294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22" name="Rectangle: Rounded Corners 4">
            <a:extLst>
              <a:ext uri="{FF2B5EF4-FFF2-40B4-BE49-F238E27FC236}">
                <a16:creationId xmlns:a16="http://schemas.microsoft.com/office/drawing/2014/main" id="{84900013-3C24-6146-C153-57A53655272F}"/>
              </a:ext>
            </a:extLst>
          </p:cNvPr>
          <p:cNvSpPr/>
          <p:nvPr/>
        </p:nvSpPr>
        <p:spPr>
          <a:xfrm>
            <a:off x="974276" y="5896570"/>
            <a:ext cx="332460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Aluminum at exposed ends (dead space) </a:t>
            </a:r>
          </a:p>
        </p:txBody>
      </p:sp>
      <p:sp>
        <p:nvSpPr>
          <p:cNvPr id="823" name="Oval 822">
            <a:extLst>
              <a:ext uri="{FF2B5EF4-FFF2-40B4-BE49-F238E27FC236}">
                <a16:creationId xmlns:a16="http://schemas.microsoft.com/office/drawing/2014/main" id="{DD1B1705-EAB2-1C05-F5C0-89649E5095F6}"/>
              </a:ext>
            </a:extLst>
          </p:cNvPr>
          <p:cNvSpPr/>
          <p:nvPr/>
        </p:nvSpPr>
        <p:spPr>
          <a:xfrm>
            <a:off x="4829365" y="5289070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24" name="Rectangle: Rounded Corners 4">
            <a:extLst>
              <a:ext uri="{FF2B5EF4-FFF2-40B4-BE49-F238E27FC236}">
                <a16:creationId xmlns:a16="http://schemas.microsoft.com/office/drawing/2014/main" id="{409FD9E6-1CB5-FFEB-0333-4B9363AA7386}"/>
              </a:ext>
            </a:extLst>
          </p:cNvPr>
          <p:cNvSpPr/>
          <p:nvPr/>
        </p:nvSpPr>
        <p:spPr>
          <a:xfrm>
            <a:off x="5212058" y="5326346"/>
            <a:ext cx="3582288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Winding</a:t>
            </a:r>
          </a:p>
        </p:txBody>
      </p:sp>
      <p:sp>
        <p:nvSpPr>
          <p:cNvPr id="825" name="Oval 824">
            <a:extLst>
              <a:ext uri="{FF2B5EF4-FFF2-40B4-BE49-F238E27FC236}">
                <a16:creationId xmlns:a16="http://schemas.microsoft.com/office/drawing/2014/main" id="{E8E90301-CB7C-2A00-AA50-FAAC93A524E0}"/>
              </a:ext>
            </a:extLst>
          </p:cNvPr>
          <p:cNvSpPr/>
          <p:nvPr/>
        </p:nvSpPr>
        <p:spPr>
          <a:xfrm>
            <a:off x="4829365" y="5829738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26" name="Rectangle: Rounded Corners 4">
            <a:extLst>
              <a:ext uri="{FF2B5EF4-FFF2-40B4-BE49-F238E27FC236}">
                <a16:creationId xmlns:a16="http://schemas.microsoft.com/office/drawing/2014/main" id="{89E84822-C248-793C-38B6-B157F9C2BD37}"/>
              </a:ext>
            </a:extLst>
          </p:cNvPr>
          <p:cNvSpPr/>
          <p:nvPr/>
        </p:nvSpPr>
        <p:spPr>
          <a:xfrm>
            <a:off x="5212058" y="5867014"/>
            <a:ext cx="332460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 (Silicon-based, soft)</a:t>
            </a:r>
          </a:p>
        </p:txBody>
      </p:sp>
      <p:sp>
        <p:nvSpPr>
          <p:cNvPr id="827" name="Oval 826">
            <a:extLst>
              <a:ext uri="{FF2B5EF4-FFF2-40B4-BE49-F238E27FC236}">
                <a16:creationId xmlns:a16="http://schemas.microsoft.com/office/drawing/2014/main" id="{F7BC3272-AB70-D52B-B74B-14DEACE0D25E}"/>
              </a:ext>
            </a:extLst>
          </p:cNvPr>
          <p:cNvSpPr/>
          <p:nvPr/>
        </p:nvSpPr>
        <p:spPr>
          <a:xfrm>
            <a:off x="8794346" y="5519201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28" name="Rectangle: Rounded Corners 4">
            <a:extLst>
              <a:ext uri="{FF2B5EF4-FFF2-40B4-BE49-F238E27FC236}">
                <a16:creationId xmlns:a16="http://schemas.microsoft.com/office/drawing/2014/main" id="{BB18C80B-C46F-6D6F-4D56-85E837B72496}"/>
              </a:ext>
            </a:extLst>
          </p:cNvPr>
          <p:cNvSpPr/>
          <p:nvPr/>
        </p:nvSpPr>
        <p:spPr>
          <a:xfrm>
            <a:off x="9177040" y="5556477"/>
            <a:ext cx="2488590" cy="29609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Terminal Allocation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C88E839-7677-E564-7BEB-4ED597F41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430" y="1449995"/>
            <a:ext cx="4601199" cy="3220839"/>
          </a:xfrm>
          <a:prstGeom prst="rect">
            <a:avLst/>
          </a:prstGeom>
        </p:spPr>
      </p:pic>
      <p:sp>
        <p:nvSpPr>
          <p:cNvPr id="55" name="Oval 54">
            <a:extLst>
              <a:ext uri="{FF2B5EF4-FFF2-40B4-BE49-F238E27FC236}">
                <a16:creationId xmlns:a16="http://schemas.microsoft.com/office/drawing/2014/main" id="{89664849-1ACA-89BE-B601-F639AD1AC79C}"/>
              </a:ext>
            </a:extLst>
          </p:cNvPr>
          <p:cNvSpPr/>
          <p:nvPr/>
        </p:nvSpPr>
        <p:spPr>
          <a:xfrm>
            <a:off x="7565465" y="3225592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Malgun Gothic" panose="020B0503020000020004" pitchFamily="34" charset="-127"/>
                <a:ea typeface="Malgun Gothic" panose="020B0503020000020004" pitchFamily="34" charset="-127"/>
              </a:rPr>
              <a:t>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CA6A9F4-2966-F32C-1C23-3E33AF88422F}"/>
              </a:ext>
            </a:extLst>
          </p:cNvPr>
          <p:cNvSpPr/>
          <p:nvPr/>
        </p:nvSpPr>
        <p:spPr>
          <a:xfrm>
            <a:off x="8896964" y="3798609"/>
            <a:ext cx="333375" cy="333375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b="1">
                <a:latin typeface="Malgun Gothic" panose="020B0503020000020004" pitchFamily="34" charset="-127"/>
                <a:ea typeface="Malgun Gothic" panose="020B0503020000020004" pitchFamily="34" charset="-127"/>
              </a:rPr>
              <a:t>4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CC648A6-66DE-9556-83B9-2656B2E26CF3}"/>
              </a:ext>
            </a:extLst>
          </p:cNvPr>
          <p:cNvCxnSpPr>
            <a:cxnSpLocks/>
          </p:cNvCxnSpPr>
          <p:nvPr/>
        </p:nvCxnSpPr>
        <p:spPr>
          <a:xfrm flipV="1">
            <a:off x="6352924" y="3501160"/>
            <a:ext cx="1990976" cy="778689"/>
          </a:xfrm>
          <a:prstGeom prst="line">
            <a:avLst/>
          </a:prstGeom>
          <a:ln w="28575"/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46531B6C-1A80-5265-9276-1904C7933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405" y="3798609"/>
            <a:ext cx="1655273" cy="820090"/>
          </a:xfrm>
          <a:prstGeom prst="rect">
            <a:avLst/>
          </a:prstGeom>
        </p:spPr>
      </p:pic>
      <p:sp>
        <p:nvSpPr>
          <p:cNvPr id="60" name="Rectangle: Rounded Corners 9">
            <a:extLst>
              <a:ext uri="{FF2B5EF4-FFF2-40B4-BE49-F238E27FC236}">
                <a16:creationId xmlns:a16="http://schemas.microsoft.com/office/drawing/2014/main" id="{5601F87D-32A2-FA4C-E025-E905FF100E0B}"/>
              </a:ext>
            </a:extLst>
          </p:cNvPr>
          <p:cNvSpPr/>
          <p:nvPr/>
        </p:nvSpPr>
        <p:spPr>
          <a:xfrm>
            <a:off x="4407200" y="4563863"/>
            <a:ext cx="221968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Trans. Cross Section</a:t>
            </a:r>
            <a:endParaRPr lang="en-PH" sz="1400" b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4" name="Picture 3" descr="A grey rectangular object with metal rods&#10;&#10;AI-generated content may be incorrect.">
            <a:extLst>
              <a:ext uri="{FF2B5EF4-FFF2-40B4-BE49-F238E27FC236}">
                <a16:creationId xmlns:a16="http://schemas.microsoft.com/office/drawing/2014/main" id="{A9217677-2D21-02B4-D434-8C5EBBC098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6" t="1481" r="26499" b="12201"/>
          <a:stretch>
            <a:fillRect/>
          </a:stretch>
        </p:blipFill>
        <p:spPr>
          <a:xfrm>
            <a:off x="1125176" y="193409"/>
            <a:ext cx="3672969" cy="412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810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41990-45E1-786E-1939-74E415D5A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9" name="Group 908">
            <a:extLst>
              <a:ext uri="{FF2B5EF4-FFF2-40B4-BE49-F238E27FC236}">
                <a16:creationId xmlns:a16="http://schemas.microsoft.com/office/drawing/2014/main" id="{5755E645-EE82-734E-94F5-9D7B147ACF40}"/>
              </a:ext>
            </a:extLst>
          </p:cNvPr>
          <p:cNvGrpSpPr/>
          <p:nvPr/>
        </p:nvGrpSpPr>
        <p:grpSpPr>
          <a:xfrm>
            <a:off x="635135" y="1595182"/>
            <a:ext cx="2447948" cy="1233452"/>
            <a:chOff x="-640017" y="6252944"/>
            <a:chExt cx="2447948" cy="1233452"/>
          </a:xfrm>
        </p:grpSpPr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17082602-1371-2AB7-6FCD-1DEE45B68656}"/>
                </a:ext>
              </a:extLst>
            </p:cNvPr>
            <p:cNvSpPr/>
            <p:nvPr/>
          </p:nvSpPr>
          <p:spPr>
            <a:xfrm>
              <a:off x="-640016" y="6252944"/>
              <a:ext cx="2447947" cy="123345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06D20A16-4879-3A88-1E6C-FD65C5E1D1F6}"/>
                </a:ext>
              </a:extLst>
            </p:cNvPr>
            <p:cNvSpPr/>
            <p:nvPr/>
          </p:nvSpPr>
          <p:spPr>
            <a:xfrm>
              <a:off x="-640017" y="6851607"/>
              <a:ext cx="2447947" cy="3612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908" name="Group 907">
              <a:extLst>
                <a:ext uri="{FF2B5EF4-FFF2-40B4-BE49-F238E27FC236}">
                  <a16:creationId xmlns:a16="http://schemas.microsoft.com/office/drawing/2014/main" id="{CD1FFA57-2914-3F40-FA1D-857026334088}"/>
                </a:ext>
              </a:extLst>
            </p:cNvPr>
            <p:cNvGrpSpPr/>
            <p:nvPr/>
          </p:nvGrpSpPr>
          <p:grpSpPr>
            <a:xfrm>
              <a:off x="-468301" y="6417870"/>
              <a:ext cx="2104517" cy="903600"/>
              <a:chOff x="-464224" y="6412550"/>
              <a:chExt cx="2104517" cy="903600"/>
            </a:xfrm>
          </p:grpSpPr>
          <p:grpSp>
            <p:nvGrpSpPr>
              <p:cNvPr id="878" name="Group 877">
                <a:extLst>
                  <a:ext uri="{FF2B5EF4-FFF2-40B4-BE49-F238E27FC236}">
                    <a16:creationId xmlns:a16="http://schemas.microsoft.com/office/drawing/2014/main" id="{FD8799A7-9DA7-4BC6-96B6-EC0BBF326DBE}"/>
                  </a:ext>
                </a:extLst>
              </p:cNvPr>
              <p:cNvGrpSpPr/>
              <p:nvPr/>
            </p:nvGrpSpPr>
            <p:grpSpPr>
              <a:xfrm>
                <a:off x="-464224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851" name="Rectangle 850">
                  <a:extLst>
                    <a:ext uri="{FF2B5EF4-FFF2-40B4-BE49-F238E27FC236}">
                      <a16:creationId xmlns:a16="http://schemas.microsoft.com/office/drawing/2014/main" id="{FA224656-6A72-69F9-79D0-D3F139323A15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2" name="Rectangle 851">
                  <a:extLst>
                    <a:ext uri="{FF2B5EF4-FFF2-40B4-BE49-F238E27FC236}">
                      <a16:creationId xmlns:a16="http://schemas.microsoft.com/office/drawing/2014/main" id="{1017ECF7-6629-CFEB-B079-D49C7A6FF544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3" name="Rectangle 852">
                  <a:extLst>
                    <a:ext uri="{FF2B5EF4-FFF2-40B4-BE49-F238E27FC236}">
                      <a16:creationId xmlns:a16="http://schemas.microsoft.com/office/drawing/2014/main" id="{DAA96C07-9911-17B6-A443-61ACAB4B52F9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4" name="Rectangle 853">
                  <a:extLst>
                    <a:ext uri="{FF2B5EF4-FFF2-40B4-BE49-F238E27FC236}">
                      <a16:creationId xmlns:a16="http://schemas.microsoft.com/office/drawing/2014/main" id="{96653560-9162-324C-5861-11024C2E4EE7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5" name="フローチャート: 和接合 16">
                  <a:extLst>
                    <a:ext uri="{FF2B5EF4-FFF2-40B4-BE49-F238E27FC236}">
                      <a16:creationId xmlns:a16="http://schemas.microsoft.com/office/drawing/2014/main" id="{DDA1B449-3EB7-4C4C-F267-F2702D4DB47D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6" name="Rectangle 855">
                  <a:extLst>
                    <a:ext uri="{FF2B5EF4-FFF2-40B4-BE49-F238E27FC236}">
                      <a16:creationId xmlns:a16="http://schemas.microsoft.com/office/drawing/2014/main" id="{4F1916A0-2F91-462F-8201-9C9D2EDB82F0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57" name="Group 856">
                  <a:extLst>
                    <a:ext uri="{FF2B5EF4-FFF2-40B4-BE49-F238E27FC236}">
                      <a16:creationId xmlns:a16="http://schemas.microsoft.com/office/drawing/2014/main" id="{97CB4CDC-97F7-1FCA-2087-E9786AED0789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58" name="楕円 300">
                    <a:extLst>
                      <a:ext uri="{FF2B5EF4-FFF2-40B4-BE49-F238E27FC236}">
                        <a16:creationId xmlns:a16="http://schemas.microsoft.com/office/drawing/2014/main" id="{99F1DA6F-F711-32DA-AACC-FAFA19ECB523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59" name="楕円 301">
                    <a:extLst>
                      <a:ext uri="{FF2B5EF4-FFF2-40B4-BE49-F238E27FC236}">
                        <a16:creationId xmlns:a16="http://schemas.microsoft.com/office/drawing/2014/main" id="{3CCC3365-CAF2-1F2B-9E30-1824D7F3E15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60" name="Rectangle 859">
                  <a:extLst>
                    <a:ext uri="{FF2B5EF4-FFF2-40B4-BE49-F238E27FC236}">
                      <a16:creationId xmlns:a16="http://schemas.microsoft.com/office/drawing/2014/main" id="{78DF981E-4C0C-B899-2774-437419D8F882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1" name="フローチャート: 和接合 16">
                  <a:extLst>
                    <a:ext uri="{FF2B5EF4-FFF2-40B4-BE49-F238E27FC236}">
                      <a16:creationId xmlns:a16="http://schemas.microsoft.com/office/drawing/2014/main" id="{9DCA244A-B184-C9FB-A837-341B9AD09B89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2" name="Rectangle 861">
                  <a:extLst>
                    <a:ext uri="{FF2B5EF4-FFF2-40B4-BE49-F238E27FC236}">
                      <a16:creationId xmlns:a16="http://schemas.microsoft.com/office/drawing/2014/main" id="{4B795C2E-DEC7-A33A-98CC-7B8604233DF0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63" name="Group 862">
                  <a:extLst>
                    <a:ext uri="{FF2B5EF4-FFF2-40B4-BE49-F238E27FC236}">
                      <a16:creationId xmlns:a16="http://schemas.microsoft.com/office/drawing/2014/main" id="{41517509-02F5-46F6-0754-F7AECF22AFD9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64" name="楕円 300">
                    <a:extLst>
                      <a:ext uri="{FF2B5EF4-FFF2-40B4-BE49-F238E27FC236}">
                        <a16:creationId xmlns:a16="http://schemas.microsoft.com/office/drawing/2014/main" id="{B08BB409-AFB3-B21B-5F1C-FD36432B102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65" name="楕円 301">
                    <a:extLst>
                      <a:ext uri="{FF2B5EF4-FFF2-40B4-BE49-F238E27FC236}">
                        <a16:creationId xmlns:a16="http://schemas.microsoft.com/office/drawing/2014/main" id="{8AE63145-F487-9992-BDAD-8E7EB54E91C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66" name="Rectangle 865">
                  <a:extLst>
                    <a:ext uri="{FF2B5EF4-FFF2-40B4-BE49-F238E27FC236}">
                      <a16:creationId xmlns:a16="http://schemas.microsoft.com/office/drawing/2014/main" id="{EAD13488-D69C-38FF-536A-510F315D9C38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7" name="フローチャート: 和接合 16">
                  <a:extLst>
                    <a:ext uri="{FF2B5EF4-FFF2-40B4-BE49-F238E27FC236}">
                      <a16:creationId xmlns:a16="http://schemas.microsoft.com/office/drawing/2014/main" id="{85E7679C-DD85-647E-4DA5-8241ECA2ED19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8" name="Rectangle 867">
                  <a:extLst>
                    <a:ext uri="{FF2B5EF4-FFF2-40B4-BE49-F238E27FC236}">
                      <a16:creationId xmlns:a16="http://schemas.microsoft.com/office/drawing/2014/main" id="{E652AA03-3981-CFE0-5283-587E5D633098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69" name="Group 868">
                  <a:extLst>
                    <a:ext uri="{FF2B5EF4-FFF2-40B4-BE49-F238E27FC236}">
                      <a16:creationId xmlns:a16="http://schemas.microsoft.com/office/drawing/2014/main" id="{3E51473F-B1CC-A771-B7F7-89C4789A0655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70" name="楕円 300">
                    <a:extLst>
                      <a:ext uri="{FF2B5EF4-FFF2-40B4-BE49-F238E27FC236}">
                        <a16:creationId xmlns:a16="http://schemas.microsoft.com/office/drawing/2014/main" id="{0957820E-FC3E-B8CA-10E0-3EE99169860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71" name="楕円 301">
                    <a:extLst>
                      <a:ext uri="{FF2B5EF4-FFF2-40B4-BE49-F238E27FC236}">
                        <a16:creationId xmlns:a16="http://schemas.microsoft.com/office/drawing/2014/main" id="{9735F788-7F37-9D61-8F60-F6F560DE9D7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72" name="Rectangle 871">
                  <a:extLst>
                    <a:ext uri="{FF2B5EF4-FFF2-40B4-BE49-F238E27FC236}">
                      <a16:creationId xmlns:a16="http://schemas.microsoft.com/office/drawing/2014/main" id="{FB99F38E-ED6F-F684-89D6-3488740B0311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3" name="フローチャート: 和接合 16">
                  <a:extLst>
                    <a:ext uri="{FF2B5EF4-FFF2-40B4-BE49-F238E27FC236}">
                      <a16:creationId xmlns:a16="http://schemas.microsoft.com/office/drawing/2014/main" id="{224F71B0-7F72-F873-935E-37E8A5FEB2A8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4" name="Rectangle 873">
                  <a:extLst>
                    <a:ext uri="{FF2B5EF4-FFF2-40B4-BE49-F238E27FC236}">
                      <a16:creationId xmlns:a16="http://schemas.microsoft.com/office/drawing/2014/main" id="{990D009F-B7D1-1E8E-79A5-51459FD69C18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75" name="Group 874">
                  <a:extLst>
                    <a:ext uri="{FF2B5EF4-FFF2-40B4-BE49-F238E27FC236}">
                      <a16:creationId xmlns:a16="http://schemas.microsoft.com/office/drawing/2014/main" id="{759F1440-F26D-1C19-4BF9-89E380E5F040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876" name="楕円 300">
                    <a:extLst>
                      <a:ext uri="{FF2B5EF4-FFF2-40B4-BE49-F238E27FC236}">
                        <a16:creationId xmlns:a16="http://schemas.microsoft.com/office/drawing/2014/main" id="{ECB14DB9-FC8C-1D3C-3465-6774C5F55AC2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77" name="楕円 301">
                    <a:extLst>
                      <a:ext uri="{FF2B5EF4-FFF2-40B4-BE49-F238E27FC236}">
                        <a16:creationId xmlns:a16="http://schemas.microsoft.com/office/drawing/2014/main" id="{1172DD0C-F212-B261-71F2-0CF9737B20B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880" name="Group 879">
                <a:extLst>
                  <a:ext uri="{FF2B5EF4-FFF2-40B4-BE49-F238E27FC236}">
                    <a16:creationId xmlns:a16="http://schemas.microsoft.com/office/drawing/2014/main" id="{3B4C5260-149E-F3D2-69F9-BAE17FD1BD91}"/>
                  </a:ext>
                </a:extLst>
              </p:cNvPr>
              <p:cNvGrpSpPr/>
              <p:nvPr/>
            </p:nvGrpSpPr>
            <p:grpSpPr>
              <a:xfrm>
                <a:off x="729493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881" name="Rectangle 880">
                  <a:extLst>
                    <a:ext uri="{FF2B5EF4-FFF2-40B4-BE49-F238E27FC236}">
                      <a16:creationId xmlns:a16="http://schemas.microsoft.com/office/drawing/2014/main" id="{62E31D81-AFB0-D5DE-6360-3402783819A5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2" name="Rectangle 881">
                  <a:extLst>
                    <a:ext uri="{FF2B5EF4-FFF2-40B4-BE49-F238E27FC236}">
                      <a16:creationId xmlns:a16="http://schemas.microsoft.com/office/drawing/2014/main" id="{25415A1F-131B-AA0E-0A2A-7C2F88A1125C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3" name="Rectangle 882">
                  <a:extLst>
                    <a:ext uri="{FF2B5EF4-FFF2-40B4-BE49-F238E27FC236}">
                      <a16:creationId xmlns:a16="http://schemas.microsoft.com/office/drawing/2014/main" id="{13E1F5A4-F36E-82CB-900B-8DD67BD54E24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4" name="Rectangle 883">
                  <a:extLst>
                    <a:ext uri="{FF2B5EF4-FFF2-40B4-BE49-F238E27FC236}">
                      <a16:creationId xmlns:a16="http://schemas.microsoft.com/office/drawing/2014/main" id="{7217EB25-1057-64ED-790C-D1E2D4F10BBA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5" name="フローチャート: 和接合 16">
                  <a:extLst>
                    <a:ext uri="{FF2B5EF4-FFF2-40B4-BE49-F238E27FC236}">
                      <a16:creationId xmlns:a16="http://schemas.microsoft.com/office/drawing/2014/main" id="{8CD24E21-E40E-2081-DCB4-36C8D36D70FA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6" name="Rectangle 885">
                  <a:extLst>
                    <a:ext uri="{FF2B5EF4-FFF2-40B4-BE49-F238E27FC236}">
                      <a16:creationId xmlns:a16="http://schemas.microsoft.com/office/drawing/2014/main" id="{FDDABCFF-3D14-F9D3-B6CA-D12E5FD3A6A8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87" name="Group 886">
                  <a:extLst>
                    <a:ext uri="{FF2B5EF4-FFF2-40B4-BE49-F238E27FC236}">
                      <a16:creationId xmlns:a16="http://schemas.microsoft.com/office/drawing/2014/main" id="{6F7ACCE3-106C-DB87-942D-16743622EABD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6" name="楕円 300">
                    <a:extLst>
                      <a:ext uri="{FF2B5EF4-FFF2-40B4-BE49-F238E27FC236}">
                        <a16:creationId xmlns:a16="http://schemas.microsoft.com/office/drawing/2014/main" id="{17190E3C-9D60-D174-0983-704801061C8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7" name="楕円 301">
                    <a:extLst>
                      <a:ext uri="{FF2B5EF4-FFF2-40B4-BE49-F238E27FC236}">
                        <a16:creationId xmlns:a16="http://schemas.microsoft.com/office/drawing/2014/main" id="{88713F3D-1033-36D7-337E-2C995247CD9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88" name="Rectangle 887">
                  <a:extLst>
                    <a:ext uri="{FF2B5EF4-FFF2-40B4-BE49-F238E27FC236}">
                      <a16:creationId xmlns:a16="http://schemas.microsoft.com/office/drawing/2014/main" id="{A8E85F37-8160-372A-75EE-5A369C75B818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9" name="フローチャート: 和接合 16">
                  <a:extLst>
                    <a:ext uri="{FF2B5EF4-FFF2-40B4-BE49-F238E27FC236}">
                      <a16:creationId xmlns:a16="http://schemas.microsoft.com/office/drawing/2014/main" id="{18798397-EA15-639C-214C-E8A9D463FF61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0" name="Rectangle 889">
                  <a:extLst>
                    <a:ext uri="{FF2B5EF4-FFF2-40B4-BE49-F238E27FC236}">
                      <a16:creationId xmlns:a16="http://schemas.microsoft.com/office/drawing/2014/main" id="{89CE26D2-6F33-FF0D-E746-170A8F3B1690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91" name="Group 890">
                  <a:extLst>
                    <a:ext uri="{FF2B5EF4-FFF2-40B4-BE49-F238E27FC236}">
                      <a16:creationId xmlns:a16="http://schemas.microsoft.com/office/drawing/2014/main" id="{483B692C-FC64-7E44-DE89-34CBA2B68493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4" name="楕円 300">
                    <a:extLst>
                      <a:ext uri="{FF2B5EF4-FFF2-40B4-BE49-F238E27FC236}">
                        <a16:creationId xmlns:a16="http://schemas.microsoft.com/office/drawing/2014/main" id="{488E5A79-4F8F-83DA-6DCA-988502B2B6C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5" name="楕円 301">
                    <a:extLst>
                      <a:ext uri="{FF2B5EF4-FFF2-40B4-BE49-F238E27FC236}">
                        <a16:creationId xmlns:a16="http://schemas.microsoft.com/office/drawing/2014/main" id="{14F3A360-4EB2-92C3-20ED-0A50A74D9E0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92" name="Rectangle 891">
                  <a:extLst>
                    <a:ext uri="{FF2B5EF4-FFF2-40B4-BE49-F238E27FC236}">
                      <a16:creationId xmlns:a16="http://schemas.microsoft.com/office/drawing/2014/main" id="{2A906358-5D58-AC32-D626-C1D64B050555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3" name="フローチャート: 和接合 16">
                  <a:extLst>
                    <a:ext uri="{FF2B5EF4-FFF2-40B4-BE49-F238E27FC236}">
                      <a16:creationId xmlns:a16="http://schemas.microsoft.com/office/drawing/2014/main" id="{F8C56900-A5B6-9872-184E-771B5C820B21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4" name="Rectangle 893">
                  <a:extLst>
                    <a:ext uri="{FF2B5EF4-FFF2-40B4-BE49-F238E27FC236}">
                      <a16:creationId xmlns:a16="http://schemas.microsoft.com/office/drawing/2014/main" id="{F6827FB1-D80E-E1F6-3135-3C9694BB3582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95" name="Group 894">
                  <a:extLst>
                    <a:ext uri="{FF2B5EF4-FFF2-40B4-BE49-F238E27FC236}">
                      <a16:creationId xmlns:a16="http://schemas.microsoft.com/office/drawing/2014/main" id="{091CE117-1981-4648-4AED-663E910EE114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2" name="楕円 300">
                    <a:extLst>
                      <a:ext uri="{FF2B5EF4-FFF2-40B4-BE49-F238E27FC236}">
                        <a16:creationId xmlns:a16="http://schemas.microsoft.com/office/drawing/2014/main" id="{E7C8CA61-3A1C-586A-C914-C3E4C3EC607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3" name="楕円 301">
                    <a:extLst>
                      <a:ext uri="{FF2B5EF4-FFF2-40B4-BE49-F238E27FC236}">
                        <a16:creationId xmlns:a16="http://schemas.microsoft.com/office/drawing/2014/main" id="{A097480F-BD80-B68A-8942-99977500495D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96" name="Rectangle 895">
                  <a:extLst>
                    <a:ext uri="{FF2B5EF4-FFF2-40B4-BE49-F238E27FC236}">
                      <a16:creationId xmlns:a16="http://schemas.microsoft.com/office/drawing/2014/main" id="{20C338CA-E49A-EE21-37AC-AF0905D80A76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7" name="フローチャート: 和接合 16">
                  <a:extLst>
                    <a:ext uri="{FF2B5EF4-FFF2-40B4-BE49-F238E27FC236}">
                      <a16:creationId xmlns:a16="http://schemas.microsoft.com/office/drawing/2014/main" id="{286BC012-19E1-57F7-14E4-5A882D18403D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8" name="Rectangle 897">
                  <a:extLst>
                    <a:ext uri="{FF2B5EF4-FFF2-40B4-BE49-F238E27FC236}">
                      <a16:creationId xmlns:a16="http://schemas.microsoft.com/office/drawing/2014/main" id="{B14A3AF4-458B-AC3C-2F86-F37828A70E42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99" name="Group 898">
                  <a:extLst>
                    <a:ext uri="{FF2B5EF4-FFF2-40B4-BE49-F238E27FC236}">
                      <a16:creationId xmlns:a16="http://schemas.microsoft.com/office/drawing/2014/main" id="{28157B70-280F-0676-B18A-8246B2163525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900" name="楕円 300">
                    <a:extLst>
                      <a:ext uri="{FF2B5EF4-FFF2-40B4-BE49-F238E27FC236}">
                        <a16:creationId xmlns:a16="http://schemas.microsoft.com/office/drawing/2014/main" id="{EA709AD4-7319-9C7E-6827-4A6D5F44FF1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01" name="楕円 301">
                    <a:extLst>
                      <a:ext uri="{FF2B5EF4-FFF2-40B4-BE49-F238E27FC236}">
                        <a16:creationId xmlns:a16="http://schemas.microsoft.com/office/drawing/2014/main" id="{8B72FE38-58D6-473F-67D2-2E909A08245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C00984E5-D0C8-01FD-391A-F982D1B703EC}"/>
              </a:ext>
            </a:extLst>
          </p:cNvPr>
          <p:cNvGrpSpPr/>
          <p:nvPr/>
        </p:nvGrpSpPr>
        <p:grpSpPr>
          <a:xfrm>
            <a:off x="641093" y="5540038"/>
            <a:ext cx="2447948" cy="1233452"/>
            <a:chOff x="3747245" y="5034265"/>
            <a:chExt cx="3097925" cy="1560957"/>
          </a:xfrm>
        </p:grpSpPr>
        <p:sp>
          <p:nvSpPr>
            <p:cNvPr id="656" name="Rectangle 655">
              <a:extLst>
                <a:ext uri="{FF2B5EF4-FFF2-40B4-BE49-F238E27FC236}">
                  <a16:creationId xmlns:a16="http://schemas.microsoft.com/office/drawing/2014/main" id="{B3C98E90-F8E3-56CC-7B14-0538B4AE23F3}"/>
                </a:ext>
              </a:extLst>
            </p:cNvPr>
            <p:cNvSpPr/>
            <p:nvPr/>
          </p:nvSpPr>
          <p:spPr>
            <a:xfrm>
              <a:off x="3747246" y="5034265"/>
              <a:ext cx="3097924" cy="156095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BACFBC44-B5DB-7B09-DAA0-D17897633780}"/>
                </a:ext>
              </a:extLst>
            </p:cNvPr>
            <p:cNvSpPr/>
            <p:nvPr/>
          </p:nvSpPr>
          <p:spPr>
            <a:xfrm>
              <a:off x="3747245" y="5791884"/>
              <a:ext cx="3097924" cy="4571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658" name="Group 657">
              <a:extLst>
                <a:ext uri="{FF2B5EF4-FFF2-40B4-BE49-F238E27FC236}">
                  <a16:creationId xmlns:a16="http://schemas.microsoft.com/office/drawing/2014/main" id="{D52D6946-DC53-5D09-59E3-D7EF62252C61}"/>
                </a:ext>
              </a:extLst>
            </p:cNvPr>
            <p:cNvGrpSpPr/>
            <p:nvPr/>
          </p:nvGrpSpPr>
          <p:grpSpPr>
            <a:xfrm flipH="1">
              <a:off x="3969715" y="5239449"/>
              <a:ext cx="1151411" cy="1142317"/>
              <a:chOff x="6978166" y="2617955"/>
              <a:chExt cx="1320364" cy="1319180"/>
            </a:xfrm>
          </p:grpSpPr>
          <p:sp>
            <p:nvSpPr>
              <p:cNvPr id="691" name="Rectangle 690">
                <a:extLst>
                  <a:ext uri="{FF2B5EF4-FFF2-40B4-BE49-F238E27FC236}">
                    <a16:creationId xmlns:a16="http://schemas.microsoft.com/office/drawing/2014/main" id="{9BAA588C-A73A-F162-AB31-49C28F2F8AD5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2" name="Rectangle 691">
                <a:extLst>
                  <a:ext uri="{FF2B5EF4-FFF2-40B4-BE49-F238E27FC236}">
                    <a16:creationId xmlns:a16="http://schemas.microsoft.com/office/drawing/2014/main" id="{EE6866D6-0FDE-0E37-E79D-B5511DAF53F2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3" name="Rectangle 692">
                <a:extLst>
                  <a:ext uri="{FF2B5EF4-FFF2-40B4-BE49-F238E27FC236}">
                    <a16:creationId xmlns:a16="http://schemas.microsoft.com/office/drawing/2014/main" id="{D52F3685-C5DE-C093-E3F2-9587F02D3E4C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94" name="Group 693">
                <a:extLst>
                  <a:ext uri="{FF2B5EF4-FFF2-40B4-BE49-F238E27FC236}">
                    <a16:creationId xmlns:a16="http://schemas.microsoft.com/office/drawing/2014/main" id="{BCF16161-7D60-88C4-5DA2-4FBB65F77C4C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84" name="Rectangle 783">
                  <a:extLst>
                    <a:ext uri="{FF2B5EF4-FFF2-40B4-BE49-F238E27FC236}">
                      <a16:creationId xmlns:a16="http://schemas.microsoft.com/office/drawing/2014/main" id="{5C4721EA-60FF-152A-25D2-913A9595CA73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5" name="フローチャート: 和接合 16">
                  <a:extLst>
                    <a:ext uri="{FF2B5EF4-FFF2-40B4-BE49-F238E27FC236}">
                      <a16:creationId xmlns:a16="http://schemas.microsoft.com/office/drawing/2014/main" id="{954C0F32-752D-8663-E75F-41EB0C96DB3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95" name="Rectangle 694">
                <a:extLst>
                  <a:ext uri="{FF2B5EF4-FFF2-40B4-BE49-F238E27FC236}">
                    <a16:creationId xmlns:a16="http://schemas.microsoft.com/office/drawing/2014/main" id="{396B9D57-A6F9-E281-D1B9-8F5602082AF6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96" name="Group 695">
                <a:extLst>
                  <a:ext uri="{FF2B5EF4-FFF2-40B4-BE49-F238E27FC236}">
                    <a16:creationId xmlns:a16="http://schemas.microsoft.com/office/drawing/2014/main" id="{0B485796-5D45-715F-F5AB-497F54B6B1E2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82" name="楕円 300">
                  <a:extLst>
                    <a:ext uri="{FF2B5EF4-FFF2-40B4-BE49-F238E27FC236}">
                      <a16:creationId xmlns:a16="http://schemas.microsoft.com/office/drawing/2014/main" id="{04DED6DE-28B6-451A-46E6-1ADA86031C6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3" name="楕円 301">
                  <a:extLst>
                    <a:ext uri="{FF2B5EF4-FFF2-40B4-BE49-F238E27FC236}">
                      <a16:creationId xmlns:a16="http://schemas.microsoft.com/office/drawing/2014/main" id="{A4A6AF43-AFA4-7DBC-87B0-D2A427FD44E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97" name="Group 696">
                <a:extLst>
                  <a:ext uri="{FF2B5EF4-FFF2-40B4-BE49-F238E27FC236}">
                    <a16:creationId xmlns:a16="http://schemas.microsoft.com/office/drawing/2014/main" id="{9596B229-59D4-F889-FF45-DA461843E8CE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80" name="Rectangle 779">
                  <a:extLst>
                    <a:ext uri="{FF2B5EF4-FFF2-40B4-BE49-F238E27FC236}">
                      <a16:creationId xmlns:a16="http://schemas.microsoft.com/office/drawing/2014/main" id="{DCF28014-C4B2-D880-AF3B-D475B9427AB7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1" name="フローチャート: 和接合 16">
                  <a:extLst>
                    <a:ext uri="{FF2B5EF4-FFF2-40B4-BE49-F238E27FC236}">
                      <a16:creationId xmlns:a16="http://schemas.microsoft.com/office/drawing/2014/main" id="{135FC1D4-EDDB-495C-FE0F-2D00014A031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98" name="Rectangle 697">
                <a:extLst>
                  <a:ext uri="{FF2B5EF4-FFF2-40B4-BE49-F238E27FC236}">
                    <a16:creationId xmlns:a16="http://schemas.microsoft.com/office/drawing/2014/main" id="{087788B2-6B08-EC19-BB28-04AFEC5E2373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99" name="Group 698">
                <a:extLst>
                  <a:ext uri="{FF2B5EF4-FFF2-40B4-BE49-F238E27FC236}">
                    <a16:creationId xmlns:a16="http://schemas.microsoft.com/office/drawing/2014/main" id="{0E65D6FE-7C2E-193E-F617-F39940BC37E7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8" name="楕円 300">
                  <a:extLst>
                    <a:ext uri="{FF2B5EF4-FFF2-40B4-BE49-F238E27FC236}">
                      <a16:creationId xmlns:a16="http://schemas.microsoft.com/office/drawing/2014/main" id="{E55D25C8-F642-E21E-F6A9-921173950A5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9" name="楕円 301">
                  <a:extLst>
                    <a:ext uri="{FF2B5EF4-FFF2-40B4-BE49-F238E27FC236}">
                      <a16:creationId xmlns:a16="http://schemas.microsoft.com/office/drawing/2014/main" id="{AF1817B4-1591-497F-9C84-B7C4CCCB307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00" name="Group 699">
                <a:extLst>
                  <a:ext uri="{FF2B5EF4-FFF2-40B4-BE49-F238E27FC236}">
                    <a16:creationId xmlns:a16="http://schemas.microsoft.com/office/drawing/2014/main" id="{A00F354A-9438-06A4-8D07-F7FA935300E5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6" name="Rectangle 775">
                  <a:extLst>
                    <a:ext uri="{FF2B5EF4-FFF2-40B4-BE49-F238E27FC236}">
                      <a16:creationId xmlns:a16="http://schemas.microsoft.com/office/drawing/2014/main" id="{CAFCC1E5-0AE4-1FCC-1E67-55D92911F50F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7" name="フローチャート: 和接合 16">
                  <a:extLst>
                    <a:ext uri="{FF2B5EF4-FFF2-40B4-BE49-F238E27FC236}">
                      <a16:creationId xmlns:a16="http://schemas.microsoft.com/office/drawing/2014/main" id="{129E3F9E-8F55-9EE1-7551-0278C2BD274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01" name="Rectangle 700">
                <a:extLst>
                  <a:ext uri="{FF2B5EF4-FFF2-40B4-BE49-F238E27FC236}">
                    <a16:creationId xmlns:a16="http://schemas.microsoft.com/office/drawing/2014/main" id="{AFAC7C17-E776-0968-3323-21761E377716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02" name="Group 701">
                <a:extLst>
                  <a:ext uri="{FF2B5EF4-FFF2-40B4-BE49-F238E27FC236}">
                    <a16:creationId xmlns:a16="http://schemas.microsoft.com/office/drawing/2014/main" id="{4A06BDA8-4432-74B0-CD1B-B7E87131689A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4" name="楕円 300">
                  <a:extLst>
                    <a:ext uri="{FF2B5EF4-FFF2-40B4-BE49-F238E27FC236}">
                      <a16:creationId xmlns:a16="http://schemas.microsoft.com/office/drawing/2014/main" id="{17A0D8A7-862C-C47D-89AA-BFEA0A1BBDB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5" name="楕円 301">
                  <a:extLst>
                    <a:ext uri="{FF2B5EF4-FFF2-40B4-BE49-F238E27FC236}">
                      <a16:creationId xmlns:a16="http://schemas.microsoft.com/office/drawing/2014/main" id="{BE4398F4-28C4-A58C-8735-F694E2A6325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03" name="Group 702">
                <a:extLst>
                  <a:ext uri="{FF2B5EF4-FFF2-40B4-BE49-F238E27FC236}">
                    <a16:creationId xmlns:a16="http://schemas.microsoft.com/office/drawing/2014/main" id="{82378CCA-C71B-B065-C0D2-1C0BF7ADAEE8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2" name="Rectangle 771">
                  <a:extLst>
                    <a:ext uri="{FF2B5EF4-FFF2-40B4-BE49-F238E27FC236}">
                      <a16:creationId xmlns:a16="http://schemas.microsoft.com/office/drawing/2014/main" id="{0ACFAF62-4321-5879-9FB6-6FDCFEF2C9E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3" name="フローチャート: 和接合 16">
                  <a:extLst>
                    <a:ext uri="{FF2B5EF4-FFF2-40B4-BE49-F238E27FC236}">
                      <a16:creationId xmlns:a16="http://schemas.microsoft.com/office/drawing/2014/main" id="{E80A51A9-D769-28E7-FE3E-E79E6A76609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68" name="Rectangle 767">
                <a:extLst>
                  <a:ext uri="{FF2B5EF4-FFF2-40B4-BE49-F238E27FC236}">
                    <a16:creationId xmlns:a16="http://schemas.microsoft.com/office/drawing/2014/main" id="{481110A0-D5C8-7612-80E6-61A0C2D3E682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69" name="Group 768">
                <a:extLst>
                  <a:ext uri="{FF2B5EF4-FFF2-40B4-BE49-F238E27FC236}">
                    <a16:creationId xmlns:a16="http://schemas.microsoft.com/office/drawing/2014/main" id="{D97FE6E7-030D-3546-EDB9-B032CA9CA269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770" name="楕円 300">
                  <a:extLst>
                    <a:ext uri="{FF2B5EF4-FFF2-40B4-BE49-F238E27FC236}">
                      <a16:creationId xmlns:a16="http://schemas.microsoft.com/office/drawing/2014/main" id="{3C10BE64-543F-0F6F-3567-21EE0E7B822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1" name="楕円 301">
                  <a:extLst>
                    <a:ext uri="{FF2B5EF4-FFF2-40B4-BE49-F238E27FC236}">
                      <a16:creationId xmlns:a16="http://schemas.microsoft.com/office/drawing/2014/main" id="{B664BC68-6617-9B8A-69DD-F2FB45E3553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59" name="Group 658">
              <a:extLst>
                <a:ext uri="{FF2B5EF4-FFF2-40B4-BE49-F238E27FC236}">
                  <a16:creationId xmlns:a16="http://schemas.microsoft.com/office/drawing/2014/main" id="{4AEBB012-A10F-1A73-2BAF-DD06FCA0C232}"/>
                </a:ext>
              </a:extLst>
            </p:cNvPr>
            <p:cNvGrpSpPr/>
            <p:nvPr/>
          </p:nvGrpSpPr>
          <p:grpSpPr>
            <a:xfrm>
              <a:off x="5480428" y="5239449"/>
              <a:ext cx="1142274" cy="1150592"/>
              <a:chOff x="6978166" y="2617955"/>
              <a:chExt cx="1320364" cy="1319180"/>
            </a:xfrm>
          </p:grpSpPr>
          <p:sp>
            <p:nvSpPr>
              <p:cNvPr id="660" name="Rectangle 659">
                <a:extLst>
                  <a:ext uri="{FF2B5EF4-FFF2-40B4-BE49-F238E27FC236}">
                    <a16:creationId xmlns:a16="http://schemas.microsoft.com/office/drawing/2014/main" id="{AD00F3B2-3D08-3526-68EF-CBB9CCA51A67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1" name="Rectangle 660">
                <a:extLst>
                  <a:ext uri="{FF2B5EF4-FFF2-40B4-BE49-F238E27FC236}">
                    <a16:creationId xmlns:a16="http://schemas.microsoft.com/office/drawing/2014/main" id="{0347A51B-9DB8-3EA0-C16C-A3C4061DA23D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9EEA3BDC-71A2-3C2B-DF59-A2241171BC8F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63" name="Group 662">
                <a:extLst>
                  <a:ext uri="{FF2B5EF4-FFF2-40B4-BE49-F238E27FC236}">
                    <a16:creationId xmlns:a16="http://schemas.microsoft.com/office/drawing/2014/main" id="{D108D032-B34C-9CC0-6BC8-2448F810615D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89" name="Rectangle 688">
                  <a:extLst>
                    <a:ext uri="{FF2B5EF4-FFF2-40B4-BE49-F238E27FC236}">
                      <a16:creationId xmlns:a16="http://schemas.microsoft.com/office/drawing/2014/main" id="{B3E7DF82-BED6-A197-2A20-397F41AE50BF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0" name="フローチャート: 和接合 16">
                  <a:extLst>
                    <a:ext uri="{FF2B5EF4-FFF2-40B4-BE49-F238E27FC236}">
                      <a16:creationId xmlns:a16="http://schemas.microsoft.com/office/drawing/2014/main" id="{238836CB-6E53-7B5B-D0E7-043305CD4DD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9AE51962-9CEA-CAD1-A6D3-F70BD8C5EFBC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65" name="Group 664">
                <a:extLst>
                  <a:ext uri="{FF2B5EF4-FFF2-40B4-BE49-F238E27FC236}">
                    <a16:creationId xmlns:a16="http://schemas.microsoft.com/office/drawing/2014/main" id="{4E4B5D00-22BF-ACE9-71A8-071066EFADEC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87" name="楕円 300">
                  <a:extLst>
                    <a:ext uri="{FF2B5EF4-FFF2-40B4-BE49-F238E27FC236}">
                      <a16:creationId xmlns:a16="http://schemas.microsoft.com/office/drawing/2014/main" id="{4E1F5A41-73FB-7321-BF29-F5EF97A1E67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8" name="楕円 301">
                  <a:extLst>
                    <a:ext uri="{FF2B5EF4-FFF2-40B4-BE49-F238E27FC236}">
                      <a16:creationId xmlns:a16="http://schemas.microsoft.com/office/drawing/2014/main" id="{34E10B51-22DB-697E-8379-35C5C99C1F1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66" name="Group 665">
                <a:extLst>
                  <a:ext uri="{FF2B5EF4-FFF2-40B4-BE49-F238E27FC236}">
                    <a16:creationId xmlns:a16="http://schemas.microsoft.com/office/drawing/2014/main" id="{EDDB59B8-0331-56E5-242D-3DFB9465E397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85" name="Rectangle 684">
                  <a:extLst>
                    <a:ext uri="{FF2B5EF4-FFF2-40B4-BE49-F238E27FC236}">
                      <a16:creationId xmlns:a16="http://schemas.microsoft.com/office/drawing/2014/main" id="{EA9F8569-2BEB-58CC-EE9F-EF5F5D99D099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6" name="フローチャート: 和接合 16">
                  <a:extLst>
                    <a:ext uri="{FF2B5EF4-FFF2-40B4-BE49-F238E27FC236}">
                      <a16:creationId xmlns:a16="http://schemas.microsoft.com/office/drawing/2014/main" id="{3464CE36-2CA9-79DA-772D-01819CF9C9F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67" name="Rectangle 666">
                <a:extLst>
                  <a:ext uri="{FF2B5EF4-FFF2-40B4-BE49-F238E27FC236}">
                    <a16:creationId xmlns:a16="http://schemas.microsoft.com/office/drawing/2014/main" id="{ECE30951-CA25-DA97-607D-F363C661D6A7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68" name="Group 667">
                <a:extLst>
                  <a:ext uri="{FF2B5EF4-FFF2-40B4-BE49-F238E27FC236}">
                    <a16:creationId xmlns:a16="http://schemas.microsoft.com/office/drawing/2014/main" id="{F446A6EC-CF4E-7078-A323-BF7A8C68817F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83" name="楕円 300">
                  <a:extLst>
                    <a:ext uri="{FF2B5EF4-FFF2-40B4-BE49-F238E27FC236}">
                      <a16:creationId xmlns:a16="http://schemas.microsoft.com/office/drawing/2014/main" id="{DF9A50AD-0B63-A03A-58A6-0887643CEC5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楕円 301">
                  <a:extLst>
                    <a:ext uri="{FF2B5EF4-FFF2-40B4-BE49-F238E27FC236}">
                      <a16:creationId xmlns:a16="http://schemas.microsoft.com/office/drawing/2014/main" id="{933F5DD0-B717-3C1D-0A70-767974DD9FA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69" name="Group 668">
                <a:extLst>
                  <a:ext uri="{FF2B5EF4-FFF2-40B4-BE49-F238E27FC236}">
                    <a16:creationId xmlns:a16="http://schemas.microsoft.com/office/drawing/2014/main" id="{945188A6-8D87-20A5-701D-36B667D964A8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81" name="Rectangle 680">
                  <a:extLst>
                    <a:ext uri="{FF2B5EF4-FFF2-40B4-BE49-F238E27FC236}">
                      <a16:creationId xmlns:a16="http://schemas.microsoft.com/office/drawing/2014/main" id="{8D8ECC90-DDE5-C840-B5A1-7D60EB1FABC8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2" name="フローチャート: 和接合 16">
                  <a:extLst>
                    <a:ext uri="{FF2B5EF4-FFF2-40B4-BE49-F238E27FC236}">
                      <a16:creationId xmlns:a16="http://schemas.microsoft.com/office/drawing/2014/main" id="{357DDBFC-8C81-5A46-1E18-E1B84943DAA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BC9E5C26-39DD-1007-727D-96684C9834A5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71" name="Group 670">
                <a:extLst>
                  <a:ext uri="{FF2B5EF4-FFF2-40B4-BE49-F238E27FC236}">
                    <a16:creationId xmlns:a16="http://schemas.microsoft.com/office/drawing/2014/main" id="{A1EEAD27-7C27-5D76-BBAE-43DA37116399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679" name="楕円 300">
                  <a:extLst>
                    <a:ext uri="{FF2B5EF4-FFF2-40B4-BE49-F238E27FC236}">
                      <a16:creationId xmlns:a16="http://schemas.microsoft.com/office/drawing/2014/main" id="{B5968AAC-712B-0022-F43E-7FEC9E0DA88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0" name="楕円 301">
                  <a:extLst>
                    <a:ext uri="{FF2B5EF4-FFF2-40B4-BE49-F238E27FC236}">
                      <a16:creationId xmlns:a16="http://schemas.microsoft.com/office/drawing/2014/main" id="{F1A20C69-1175-A01E-8C76-6FEC20B2C9C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72" name="Group 671">
                <a:extLst>
                  <a:ext uri="{FF2B5EF4-FFF2-40B4-BE49-F238E27FC236}">
                    <a16:creationId xmlns:a16="http://schemas.microsoft.com/office/drawing/2014/main" id="{2DBEB600-9762-2FC3-F3C2-835F02D1DC2D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77" name="Rectangle 676">
                  <a:extLst>
                    <a:ext uri="{FF2B5EF4-FFF2-40B4-BE49-F238E27FC236}">
                      <a16:creationId xmlns:a16="http://schemas.microsoft.com/office/drawing/2014/main" id="{03A0E3C2-8122-4EBC-3D43-0DECD703077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8" name="フローチャート: 和接合 16">
                  <a:extLst>
                    <a:ext uri="{FF2B5EF4-FFF2-40B4-BE49-F238E27FC236}">
                      <a16:creationId xmlns:a16="http://schemas.microsoft.com/office/drawing/2014/main" id="{47643C71-0D35-0945-EFA5-107B64D86C7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73" name="Rectangle 672">
                <a:extLst>
                  <a:ext uri="{FF2B5EF4-FFF2-40B4-BE49-F238E27FC236}">
                    <a16:creationId xmlns:a16="http://schemas.microsoft.com/office/drawing/2014/main" id="{BDB621A2-CD16-8D97-6E4D-A95B2DF50E35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74" name="Group 673">
                <a:extLst>
                  <a:ext uri="{FF2B5EF4-FFF2-40B4-BE49-F238E27FC236}">
                    <a16:creationId xmlns:a16="http://schemas.microsoft.com/office/drawing/2014/main" id="{5A170292-4AED-7842-820A-458352EAD710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675" name="楕円 300">
                  <a:extLst>
                    <a:ext uri="{FF2B5EF4-FFF2-40B4-BE49-F238E27FC236}">
                      <a16:creationId xmlns:a16="http://schemas.microsoft.com/office/drawing/2014/main" id="{10C27585-2651-3ED0-C922-CE83888D82C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6" name="楕円 301">
                  <a:extLst>
                    <a:ext uri="{FF2B5EF4-FFF2-40B4-BE49-F238E27FC236}">
                      <a16:creationId xmlns:a16="http://schemas.microsoft.com/office/drawing/2014/main" id="{4D4CA578-4BCA-A18E-BD66-6ABD5094F4B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pic>
        <p:nvPicPr>
          <p:cNvPr id="796" name="Graphic 795">
            <a:extLst>
              <a:ext uri="{FF2B5EF4-FFF2-40B4-BE49-F238E27FC236}">
                <a16:creationId xmlns:a16="http://schemas.microsoft.com/office/drawing/2014/main" id="{D93912E8-A1CD-5383-D5DB-673BF1E301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28200" y="3900233"/>
            <a:ext cx="5677200" cy="3385417"/>
          </a:xfrm>
          <a:prstGeom prst="rect">
            <a:avLst/>
          </a:prstGeom>
        </p:spPr>
      </p:pic>
      <p:grpSp>
        <p:nvGrpSpPr>
          <p:cNvPr id="913" name="Group 912">
            <a:extLst>
              <a:ext uri="{FF2B5EF4-FFF2-40B4-BE49-F238E27FC236}">
                <a16:creationId xmlns:a16="http://schemas.microsoft.com/office/drawing/2014/main" id="{2C20A00A-FAC9-4004-311C-49B22F6241B3}"/>
              </a:ext>
            </a:extLst>
          </p:cNvPr>
          <p:cNvGrpSpPr/>
          <p:nvPr/>
        </p:nvGrpSpPr>
        <p:grpSpPr>
          <a:xfrm>
            <a:off x="4307195" y="5756027"/>
            <a:ext cx="2818256" cy="1008713"/>
            <a:chOff x="4257840" y="4866885"/>
            <a:chExt cx="2818256" cy="1008713"/>
          </a:xfrm>
        </p:grpSpPr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3961585A-C250-6D33-9E2E-6B23BF4FB1C5}"/>
                </a:ext>
              </a:extLst>
            </p:cNvPr>
            <p:cNvSpPr/>
            <p:nvPr/>
          </p:nvSpPr>
          <p:spPr>
            <a:xfrm>
              <a:off x="4257842" y="5535856"/>
              <a:ext cx="2818254" cy="33974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09A7FEC9-F3BA-B2A2-190B-271BB456A18E}"/>
                </a:ext>
              </a:extLst>
            </p:cNvPr>
            <p:cNvSpPr/>
            <p:nvPr/>
          </p:nvSpPr>
          <p:spPr>
            <a:xfrm rot="10800000">
              <a:off x="5253937" y="4869500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34264232-74E9-D4C3-5D6A-0138DDDF3B03}"/>
                </a:ext>
              </a:extLst>
            </p:cNvPr>
            <p:cNvSpPr/>
            <p:nvPr/>
          </p:nvSpPr>
          <p:spPr>
            <a:xfrm rot="10800000">
              <a:off x="4755889" y="4866885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0C9CC6A0-E584-0C5C-A0F8-C7423FFC6137}"/>
                </a:ext>
              </a:extLst>
            </p:cNvPr>
            <p:cNvSpPr/>
            <p:nvPr/>
          </p:nvSpPr>
          <p:spPr>
            <a:xfrm rot="10800000">
              <a:off x="4257842" y="4868689"/>
              <a:ext cx="328014" cy="56529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46044BB1-BB4F-C1E2-C89E-0A4C7CDDF881}"/>
                </a:ext>
              </a:extLst>
            </p:cNvPr>
            <p:cNvSpPr/>
            <p:nvPr/>
          </p:nvSpPr>
          <p:spPr>
            <a:xfrm rot="5400000">
              <a:off x="5614600" y="4075445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CDAB8285-8579-2FF1-04C6-353F06CB19F7}"/>
                </a:ext>
              </a:extLst>
            </p:cNvPr>
            <p:cNvSpPr/>
            <p:nvPr/>
          </p:nvSpPr>
          <p:spPr>
            <a:xfrm rot="10800000">
              <a:off x="6748080" y="4869500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1B4A034C-E559-554E-BE1E-11CE56D9CFF5}"/>
                </a:ext>
              </a:extLst>
            </p:cNvPr>
            <p:cNvSpPr/>
            <p:nvPr/>
          </p:nvSpPr>
          <p:spPr>
            <a:xfrm rot="10800000">
              <a:off x="6250033" y="4869501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AD4A72B4-64C4-78D8-C9EA-73BCDF458D2B}"/>
                </a:ext>
              </a:extLst>
            </p:cNvPr>
            <p:cNvSpPr/>
            <p:nvPr/>
          </p:nvSpPr>
          <p:spPr>
            <a:xfrm rot="10800000">
              <a:off x="5740403" y="4867861"/>
              <a:ext cx="328014" cy="56529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9F08FD38-8920-9787-9B4E-E8FD7AAAD2B4}"/>
                </a:ext>
              </a:extLst>
            </p:cNvPr>
            <p:cNvCxnSpPr>
              <a:cxnSpLocks/>
            </p:cNvCxnSpPr>
            <p:nvPr/>
          </p:nvCxnSpPr>
          <p:spPr>
            <a:xfrm>
              <a:off x="4435683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DFA333A9-CD81-33E3-E544-BA5C5E431F7B}"/>
                </a:ext>
              </a:extLst>
            </p:cNvPr>
            <p:cNvCxnSpPr>
              <a:cxnSpLocks/>
            </p:cNvCxnSpPr>
            <p:nvPr/>
          </p:nvCxnSpPr>
          <p:spPr>
            <a:xfrm>
              <a:off x="4929897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3709368F-73B2-FCC1-1CE1-7AA81D210CDD}"/>
                </a:ext>
              </a:extLst>
            </p:cNvPr>
            <p:cNvCxnSpPr>
              <a:cxnSpLocks/>
            </p:cNvCxnSpPr>
            <p:nvPr/>
          </p:nvCxnSpPr>
          <p:spPr>
            <a:xfrm>
              <a:off x="5424112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79D941DC-AF32-6C14-7D1A-A8746559C1A4}"/>
                </a:ext>
              </a:extLst>
            </p:cNvPr>
            <p:cNvCxnSpPr>
              <a:cxnSpLocks/>
            </p:cNvCxnSpPr>
            <p:nvPr/>
          </p:nvCxnSpPr>
          <p:spPr>
            <a:xfrm>
              <a:off x="5918326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2EAB9498-4E2E-34F9-3444-7C66B7B97FF7}"/>
                </a:ext>
              </a:extLst>
            </p:cNvPr>
            <p:cNvCxnSpPr>
              <a:cxnSpLocks/>
            </p:cNvCxnSpPr>
            <p:nvPr/>
          </p:nvCxnSpPr>
          <p:spPr>
            <a:xfrm>
              <a:off x="6412541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F47FE923-51FB-3F4A-D52D-B5AC4CD957A8}"/>
                </a:ext>
              </a:extLst>
            </p:cNvPr>
            <p:cNvCxnSpPr>
              <a:cxnSpLocks/>
            </p:cNvCxnSpPr>
            <p:nvPr/>
          </p:nvCxnSpPr>
          <p:spPr>
            <a:xfrm>
              <a:off x="6906754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0" name="Picture 379">
              <a:extLst>
                <a:ext uri="{FF2B5EF4-FFF2-40B4-BE49-F238E27FC236}">
                  <a16:creationId xmlns:a16="http://schemas.microsoft.com/office/drawing/2014/main" id="{375B299E-081D-EAF9-A5F1-C71E77C6E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7425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1" name="Picture 380">
              <a:extLst>
                <a:ext uri="{FF2B5EF4-FFF2-40B4-BE49-F238E27FC236}">
                  <a16:creationId xmlns:a16="http://schemas.microsoft.com/office/drawing/2014/main" id="{24A7512C-8B06-63DC-08B4-1ED06FE9D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55541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2" name="Picture 381">
              <a:extLst>
                <a:ext uri="{FF2B5EF4-FFF2-40B4-BE49-F238E27FC236}">
                  <a16:creationId xmlns:a16="http://schemas.microsoft.com/office/drawing/2014/main" id="{46625D4E-190F-2808-A8B7-4E0EA908E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760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3" name="Picture 382">
              <a:extLst>
                <a:ext uri="{FF2B5EF4-FFF2-40B4-BE49-F238E27FC236}">
                  <a16:creationId xmlns:a16="http://schemas.microsoft.com/office/drawing/2014/main" id="{959510BB-3A1A-954A-12B7-8D5DC0F32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790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4" name="Picture 383">
              <a:extLst>
                <a:ext uri="{FF2B5EF4-FFF2-40B4-BE49-F238E27FC236}">
                  <a16:creationId xmlns:a16="http://schemas.microsoft.com/office/drawing/2014/main" id="{E828DF83-A99A-DBD3-EE5D-D03926EB2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854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385" name="Picture 384">
              <a:extLst>
                <a:ext uri="{FF2B5EF4-FFF2-40B4-BE49-F238E27FC236}">
                  <a16:creationId xmlns:a16="http://schemas.microsoft.com/office/drawing/2014/main" id="{B02102FA-802F-2462-BC9D-CE35CA308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884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</p:grp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E5A6D079-5EDF-F882-5890-F072E60C6D30}"/>
              </a:ext>
            </a:extLst>
          </p:cNvPr>
          <p:cNvCxnSpPr>
            <a:cxnSpLocks/>
          </p:cNvCxnSpPr>
          <p:nvPr/>
        </p:nvCxnSpPr>
        <p:spPr>
          <a:xfrm>
            <a:off x="4061460" y="1685850"/>
            <a:ext cx="0" cy="1205511"/>
          </a:xfrm>
          <a:prstGeom prst="straightConnector1">
            <a:avLst/>
          </a:prstGeom>
          <a:ln w="38100">
            <a:solidFill>
              <a:srgbClr val="1F4E7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3D8BA9FA-6738-7747-607F-98A539663F93}"/>
              </a:ext>
            </a:extLst>
          </p:cNvPr>
          <p:cNvCxnSpPr>
            <a:cxnSpLocks/>
          </p:cNvCxnSpPr>
          <p:nvPr/>
        </p:nvCxnSpPr>
        <p:spPr>
          <a:xfrm>
            <a:off x="3989246" y="5763190"/>
            <a:ext cx="0" cy="1001795"/>
          </a:xfrm>
          <a:prstGeom prst="straightConnector1">
            <a:avLst/>
          </a:prstGeom>
          <a:ln w="38100">
            <a:solidFill>
              <a:srgbClr val="1F4E7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4" name="Group 913">
            <a:extLst>
              <a:ext uri="{FF2B5EF4-FFF2-40B4-BE49-F238E27FC236}">
                <a16:creationId xmlns:a16="http://schemas.microsoft.com/office/drawing/2014/main" id="{42254723-B2C1-A513-05E1-36E744F694F1}"/>
              </a:ext>
            </a:extLst>
          </p:cNvPr>
          <p:cNvGrpSpPr/>
          <p:nvPr/>
        </p:nvGrpSpPr>
        <p:grpSpPr>
          <a:xfrm>
            <a:off x="4304402" y="1365316"/>
            <a:ext cx="2821049" cy="1584047"/>
            <a:chOff x="4304402" y="1365316"/>
            <a:chExt cx="2821049" cy="158404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9A3D8244-4B07-09DE-FB9D-E85E2A5114AD}"/>
                </a:ext>
              </a:extLst>
            </p:cNvPr>
            <p:cNvSpPr/>
            <p:nvPr/>
          </p:nvSpPr>
          <p:spPr>
            <a:xfrm>
              <a:off x="4307196" y="2609621"/>
              <a:ext cx="2818254" cy="33974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68CB396E-24AE-14F4-DCF7-955C3098B9D1}"/>
                </a:ext>
              </a:extLst>
            </p:cNvPr>
            <p:cNvSpPr/>
            <p:nvPr/>
          </p:nvSpPr>
          <p:spPr>
            <a:xfrm rot="5400000">
              <a:off x="5552314" y="936934"/>
              <a:ext cx="328015" cy="281825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054DA546-0975-94F1-451F-3ADE8BD79ECD}"/>
                </a:ext>
              </a:extLst>
            </p:cNvPr>
            <p:cNvSpPr/>
            <p:nvPr/>
          </p:nvSpPr>
          <p:spPr>
            <a:xfrm rot="5400000">
              <a:off x="5663954" y="1149210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BCDF062B-093C-2EBB-D910-53EE8DCA3DE6}"/>
                </a:ext>
              </a:extLst>
            </p:cNvPr>
            <p:cNvSpPr/>
            <p:nvPr/>
          </p:nvSpPr>
          <p:spPr>
            <a:xfrm rot="5400000">
              <a:off x="5552315" y="529233"/>
              <a:ext cx="328015" cy="2818257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33453FFD-0055-552A-F026-2C9314508D31}"/>
                </a:ext>
              </a:extLst>
            </p:cNvPr>
            <p:cNvSpPr/>
            <p:nvPr/>
          </p:nvSpPr>
          <p:spPr>
            <a:xfrm rot="5400000">
              <a:off x="5549523" y="120195"/>
              <a:ext cx="328015" cy="281825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pic>
          <p:nvPicPr>
            <p:cNvPr id="378" name="Picture 377">
              <a:extLst>
                <a:ext uri="{FF2B5EF4-FFF2-40B4-BE49-F238E27FC236}">
                  <a16:creationId xmlns:a16="http://schemas.microsoft.com/office/drawing/2014/main" id="{D10A9425-91AD-6BA5-108A-9F4208196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1943522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pic>
          <p:nvPicPr>
            <p:cNvPr id="379" name="Picture 378">
              <a:extLst>
                <a:ext uri="{FF2B5EF4-FFF2-40B4-BE49-F238E27FC236}">
                  <a16:creationId xmlns:a16="http://schemas.microsoft.com/office/drawing/2014/main" id="{D493C79D-6519-1706-A447-161A844E0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8637" y="151090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F74CBB36-406A-3805-372B-A065914942EC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1624565"/>
              <a:ext cx="0" cy="533036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A2F2AE29-BD09-7732-E13D-62E139328135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2196275"/>
              <a:ext cx="0" cy="530994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90" name="Picture 389">
              <a:extLst>
                <a:ext uri="{FF2B5EF4-FFF2-40B4-BE49-F238E27FC236}">
                  <a16:creationId xmlns:a16="http://schemas.microsoft.com/office/drawing/2014/main" id="{74DFBDEB-D6E6-D399-5278-0473B3D00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237613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</p:grpSp>
      <p:sp>
        <p:nvSpPr>
          <p:cNvPr id="391" name="テキスト プレースホルダー 2">
            <a:extLst>
              <a:ext uri="{FF2B5EF4-FFF2-40B4-BE49-F238E27FC236}">
                <a16:creationId xmlns:a16="http://schemas.microsoft.com/office/drawing/2014/main" id="{4AEA31B7-D316-E32C-DFB7-A0D40E49852D}"/>
              </a:ext>
            </a:extLst>
          </p:cNvPr>
          <p:cNvSpPr txBox="1">
            <a:spLocks/>
          </p:cNvSpPr>
          <p:nvPr/>
        </p:nvSpPr>
        <p:spPr>
          <a:xfrm rot="5400000">
            <a:off x="3089705" y="1974444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High </a:t>
            </a:r>
            <a:r>
              <a:rPr kumimoji="1" lang="en-US" altLang="ja-JP" sz="16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600" b="1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6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2" name="テキスト プレースホルダー 2">
            <a:extLst>
              <a:ext uri="{FF2B5EF4-FFF2-40B4-BE49-F238E27FC236}">
                <a16:creationId xmlns:a16="http://schemas.microsoft.com/office/drawing/2014/main" id="{0366D06A-6E19-A0CF-E112-E91E507A626F}"/>
              </a:ext>
            </a:extLst>
          </p:cNvPr>
          <p:cNvSpPr txBox="1">
            <a:spLocks/>
          </p:cNvSpPr>
          <p:nvPr/>
        </p:nvSpPr>
        <p:spPr>
          <a:xfrm rot="5400000">
            <a:off x="3040351" y="6122737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Low </a:t>
            </a:r>
            <a:r>
              <a:rPr kumimoji="1" lang="en-US" altLang="ja-JP" sz="16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600" b="1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6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D8E11501-15A3-BB87-6681-DF2B5ECE07BA}"/>
              </a:ext>
            </a:extLst>
          </p:cNvPr>
          <p:cNvSpPr txBox="1"/>
          <p:nvPr/>
        </p:nvSpPr>
        <p:spPr>
          <a:xfrm>
            <a:off x="0" y="557517"/>
            <a:ext cx="3570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Edgewise-wound Transformer</a:t>
            </a: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E5D9EB32-C1E9-5A57-4A27-84EF816A07DC}"/>
              </a:ext>
            </a:extLst>
          </p:cNvPr>
          <p:cNvSpPr txBox="1"/>
          <p:nvPr/>
        </p:nvSpPr>
        <p:spPr>
          <a:xfrm>
            <a:off x="-37699" y="4466061"/>
            <a:ext cx="3607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Flatwise-wound Transformer</a:t>
            </a:r>
          </a:p>
        </p:txBody>
      </p:sp>
      <p:sp>
        <p:nvSpPr>
          <p:cNvPr id="396" name="テキスト プレースホルダー 2">
            <a:extLst>
              <a:ext uri="{FF2B5EF4-FFF2-40B4-BE49-F238E27FC236}">
                <a16:creationId xmlns:a16="http://schemas.microsoft.com/office/drawing/2014/main" id="{D4E73778-0825-9615-8D74-2367E92CCC8A}"/>
              </a:ext>
            </a:extLst>
          </p:cNvPr>
          <p:cNvSpPr txBox="1">
            <a:spLocks/>
          </p:cNvSpPr>
          <p:nvPr/>
        </p:nvSpPr>
        <p:spPr>
          <a:xfrm>
            <a:off x="3351671" y="1413865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inside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7" name="テキスト プレースホルダー 2">
            <a:extLst>
              <a:ext uri="{FF2B5EF4-FFF2-40B4-BE49-F238E27FC236}">
                <a16:creationId xmlns:a16="http://schemas.microsoft.com/office/drawing/2014/main" id="{A292EAD7-091C-3EDC-02CA-502EB1B2D3AD}"/>
              </a:ext>
            </a:extLst>
          </p:cNvPr>
          <p:cNvSpPr txBox="1">
            <a:spLocks/>
          </p:cNvSpPr>
          <p:nvPr/>
        </p:nvSpPr>
        <p:spPr>
          <a:xfrm>
            <a:off x="3323021" y="2943809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ambient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8" name="テキスト プレースホルダー 2">
            <a:extLst>
              <a:ext uri="{FF2B5EF4-FFF2-40B4-BE49-F238E27FC236}">
                <a16:creationId xmlns:a16="http://schemas.microsoft.com/office/drawing/2014/main" id="{95B81685-D345-0AFA-76D0-57AE91E55CED}"/>
              </a:ext>
            </a:extLst>
          </p:cNvPr>
          <p:cNvSpPr txBox="1">
            <a:spLocks/>
          </p:cNvSpPr>
          <p:nvPr/>
        </p:nvSpPr>
        <p:spPr>
          <a:xfrm>
            <a:off x="3285269" y="5494602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inside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9" name="テキスト プレースホルダー 2">
            <a:extLst>
              <a:ext uri="{FF2B5EF4-FFF2-40B4-BE49-F238E27FC236}">
                <a16:creationId xmlns:a16="http://schemas.microsoft.com/office/drawing/2014/main" id="{8CDE9680-0D4D-7B56-F6AE-A325DC673D87}"/>
              </a:ext>
            </a:extLst>
          </p:cNvPr>
          <p:cNvSpPr txBox="1">
            <a:spLocks/>
          </p:cNvSpPr>
          <p:nvPr/>
        </p:nvSpPr>
        <p:spPr>
          <a:xfrm>
            <a:off x="3256619" y="6773489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ambient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406" name="Picture 405">
            <a:extLst>
              <a:ext uri="{FF2B5EF4-FFF2-40B4-BE49-F238E27FC236}">
                <a16:creationId xmlns:a16="http://schemas.microsoft.com/office/drawing/2014/main" id="{AFBFFBE2-4A7A-D171-35E9-F2724FFEDD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3959" t="-15406" r="13959" b="15406"/>
          <a:stretch/>
        </p:blipFill>
        <p:spPr>
          <a:xfrm rot="14400000">
            <a:off x="2864003" y="912211"/>
            <a:ext cx="683609" cy="686543"/>
          </a:xfrm>
          <a:prstGeom prst="ellipse">
            <a:avLst/>
          </a:prstGeom>
          <a:ln w="50800" cap="rnd">
            <a:solidFill>
              <a:srgbClr val="C8C6BD"/>
            </a:solidFill>
            <a:prstDash val="solid"/>
          </a:ln>
          <a:effectLst/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</p:spPr>
      </p:pic>
      <p:pic>
        <p:nvPicPr>
          <p:cNvPr id="408" name="Picture 407">
            <a:extLst>
              <a:ext uri="{FF2B5EF4-FFF2-40B4-BE49-F238E27FC236}">
                <a16:creationId xmlns:a16="http://schemas.microsoft.com/office/drawing/2014/main" id="{86326484-4370-5267-57E0-EA4B4332FF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1448" t="-10593" r="26764" b="25909"/>
          <a:stretch/>
        </p:blipFill>
        <p:spPr>
          <a:xfrm rot="14400000">
            <a:off x="2852396" y="4845724"/>
            <a:ext cx="633267" cy="630672"/>
          </a:xfrm>
          <a:prstGeom prst="ellipse">
            <a:avLst/>
          </a:prstGeom>
          <a:ln w="50800" cap="rnd">
            <a:solidFill>
              <a:srgbClr val="C8C6BD"/>
            </a:solidFill>
            <a:prstDash val="solid"/>
          </a:ln>
          <a:effectLst/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09D98E-8BF3-DC20-6C3E-0D63687E5EC0}"/>
              </a:ext>
            </a:extLst>
          </p:cNvPr>
          <p:cNvSpPr/>
          <p:nvPr/>
        </p:nvSpPr>
        <p:spPr>
          <a:xfrm rot="5400000">
            <a:off x="916104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26B4D7-2D4D-3BAF-F8EB-30081727CA69}"/>
              </a:ext>
            </a:extLst>
          </p:cNvPr>
          <p:cNvSpPr/>
          <p:nvPr/>
        </p:nvSpPr>
        <p:spPr>
          <a:xfrm rot="5400000">
            <a:off x="1454094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F2EF6D-8811-25AE-26A2-1051373DF7F3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235840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DEE7C9-3ECB-005F-7A73-809F153884D0}"/>
              </a:ext>
            </a:extLst>
          </p:cNvPr>
          <p:cNvCxnSpPr/>
          <p:nvPr/>
        </p:nvCxnSpPr>
        <p:spPr>
          <a:xfrm>
            <a:off x="1768370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4347B9-505E-0517-92E6-DA8D0171BD86}"/>
              </a:ext>
            </a:extLst>
          </p:cNvPr>
          <p:cNvCxnSpPr>
            <a:cxnSpLocks/>
          </p:cNvCxnSpPr>
          <p:nvPr/>
        </p:nvCxnSpPr>
        <p:spPr>
          <a:xfrm>
            <a:off x="1235840" y="-1925381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CA28E669-06F7-C552-8B64-9CEAF39FAF60}"/>
              </a:ext>
            </a:extLst>
          </p:cNvPr>
          <p:cNvCxnSpPr>
            <a:cxnSpLocks/>
          </p:cNvCxnSpPr>
          <p:nvPr/>
        </p:nvCxnSpPr>
        <p:spPr>
          <a:xfrm>
            <a:off x="1502105" y="-192538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EC914A87-F70B-031C-5996-FD39A16649FD}"/>
              </a:ext>
            </a:extLst>
          </p:cNvPr>
          <p:cNvCxnSpPr>
            <a:cxnSpLocks/>
          </p:cNvCxnSpPr>
          <p:nvPr/>
        </p:nvCxnSpPr>
        <p:spPr>
          <a:xfrm>
            <a:off x="1266942" y="-1596761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D216E8E-1EA2-C4D1-7365-2F2942EC629E}"/>
              </a:ext>
            </a:extLst>
          </p:cNvPr>
          <p:cNvCxnSpPr>
            <a:cxnSpLocks/>
          </p:cNvCxnSpPr>
          <p:nvPr/>
        </p:nvCxnSpPr>
        <p:spPr>
          <a:xfrm>
            <a:off x="1341621" y="-1460369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17352298-3EA5-1A8E-F02A-A5BBF66B860F}"/>
              </a:ext>
            </a:extLst>
          </p:cNvPr>
          <p:cNvCxnSpPr>
            <a:cxnSpLocks/>
          </p:cNvCxnSpPr>
          <p:nvPr/>
        </p:nvCxnSpPr>
        <p:spPr>
          <a:xfrm>
            <a:off x="1392251" y="-1131749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9E74C365-D987-05C2-4112-01EE94EB72D9}"/>
              </a:ext>
            </a:extLst>
          </p:cNvPr>
          <p:cNvCxnSpPr/>
          <p:nvPr/>
        </p:nvCxnSpPr>
        <p:spPr>
          <a:xfrm>
            <a:off x="1502105" y="-146036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A9CDA070-D826-F9CA-8E97-C4A10FC7A6ED}"/>
              </a:ext>
            </a:extLst>
          </p:cNvPr>
          <p:cNvCxnSpPr>
            <a:cxnSpLocks/>
          </p:cNvCxnSpPr>
          <p:nvPr/>
        </p:nvCxnSpPr>
        <p:spPr>
          <a:xfrm>
            <a:off x="1449972" y="-109424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19B2757E-0696-57E6-DAAB-7BDBD794D4CA}"/>
              </a:ext>
            </a:extLst>
          </p:cNvPr>
          <p:cNvCxnSpPr>
            <a:cxnSpLocks/>
          </p:cNvCxnSpPr>
          <p:nvPr/>
        </p:nvCxnSpPr>
        <p:spPr>
          <a:xfrm>
            <a:off x="1474483" y="-105673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FB6438A-566F-40FB-D73C-9A0229A01737}"/>
              </a:ext>
            </a:extLst>
          </p:cNvPr>
          <p:cNvCxnSpPr/>
          <p:nvPr/>
        </p:nvCxnSpPr>
        <p:spPr>
          <a:xfrm>
            <a:off x="1235840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880963B2-40F7-31B4-5CC3-5347E74E5713}"/>
              </a:ext>
            </a:extLst>
          </p:cNvPr>
          <p:cNvCxnSpPr/>
          <p:nvPr/>
        </p:nvCxnSpPr>
        <p:spPr>
          <a:xfrm>
            <a:off x="1768370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283353F0-B38A-F4D0-D1F3-6D773D8764E0}"/>
              </a:ext>
            </a:extLst>
          </p:cNvPr>
          <p:cNvCxnSpPr>
            <a:cxnSpLocks/>
          </p:cNvCxnSpPr>
          <p:nvPr/>
        </p:nvCxnSpPr>
        <p:spPr>
          <a:xfrm>
            <a:off x="1235840" y="-3210455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EE25527A-80CF-35E1-1154-26B660A4C208}"/>
              </a:ext>
            </a:extLst>
          </p:cNvPr>
          <p:cNvCxnSpPr>
            <a:cxnSpLocks/>
          </p:cNvCxnSpPr>
          <p:nvPr/>
        </p:nvCxnSpPr>
        <p:spPr>
          <a:xfrm>
            <a:off x="1502105" y="-355071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D727220-0D32-FF81-54AC-07CCDB104C2E}"/>
              </a:ext>
            </a:extLst>
          </p:cNvPr>
          <p:cNvSpPr/>
          <p:nvPr/>
        </p:nvSpPr>
        <p:spPr>
          <a:xfrm rot="10800000">
            <a:off x="1768370" y="-3690863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1D9A751D-0E78-18D1-C9FE-A03B6C885742}"/>
              </a:ext>
            </a:extLst>
          </p:cNvPr>
          <p:cNvCxnSpPr>
            <a:cxnSpLocks/>
          </p:cNvCxnSpPr>
          <p:nvPr/>
        </p:nvCxnSpPr>
        <p:spPr>
          <a:xfrm>
            <a:off x="1502105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9B627F1-AEC2-FFDA-D274-095F02DE836F}"/>
              </a:ext>
            </a:extLst>
          </p:cNvPr>
          <p:cNvCxnSpPr>
            <a:cxnSpLocks/>
          </p:cNvCxnSpPr>
          <p:nvPr/>
        </p:nvCxnSpPr>
        <p:spPr>
          <a:xfrm>
            <a:off x="2407842" y="-353383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Oval 225">
            <a:extLst>
              <a:ext uri="{FF2B5EF4-FFF2-40B4-BE49-F238E27FC236}">
                <a16:creationId xmlns:a16="http://schemas.microsoft.com/office/drawing/2014/main" id="{47AB87B2-9F16-4724-511A-9676613F779C}"/>
              </a:ext>
            </a:extLst>
          </p:cNvPr>
          <p:cNvSpPr/>
          <p:nvPr/>
        </p:nvSpPr>
        <p:spPr>
          <a:xfrm>
            <a:off x="2650830" y="-3580541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6EEBDD3-F55B-A00E-522D-5220E0003BC3}"/>
              </a:ext>
            </a:extLst>
          </p:cNvPr>
          <p:cNvCxnSpPr>
            <a:cxnSpLocks/>
          </p:cNvCxnSpPr>
          <p:nvPr/>
        </p:nvCxnSpPr>
        <p:spPr>
          <a:xfrm>
            <a:off x="2720654" y="-35326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ADD0CF44-8D7F-A295-4982-74A100549D86}"/>
              </a:ext>
            </a:extLst>
          </p:cNvPr>
          <p:cNvSpPr/>
          <p:nvPr/>
        </p:nvSpPr>
        <p:spPr>
          <a:xfrm rot="10800000">
            <a:off x="2986919" y="-3707125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FCE13CFD-47D3-4053-000B-C94FE2322A10}"/>
              </a:ext>
            </a:extLst>
          </p:cNvPr>
          <p:cNvCxnSpPr>
            <a:cxnSpLocks/>
          </p:cNvCxnSpPr>
          <p:nvPr/>
        </p:nvCxnSpPr>
        <p:spPr>
          <a:xfrm>
            <a:off x="3626391" y="-35431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11E6A0C4-1DB6-5807-28F0-E0D59113E86E}"/>
              </a:ext>
            </a:extLst>
          </p:cNvPr>
          <p:cNvSpPr/>
          <p:nvPr/>
        </p:nvSpPr>
        <p:spPr>
          <a:xfrm rot="10800000">
            <a:off x="3885731" y="-3699513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F3763EC-CE1A-EB7E-52BA-88207EFDA275}"/>
              </a:ext>
            </a:extLst>
          </p:cNvPr>
          <p:cNvCxnSpPr>
            <a:cxnSpLocks/>
          </p:cNvCxnSpPr>
          <p:nvPr/>
        </p:nvCxnSpPr>
        <p:spPr>
          <a:xfrm>
            <a:off x="4521266" y="-354310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6D6FCBC0-337F-6EC9-639F-FD7F7CEA8043}"/>
              </a:ext>
            </a:extLst>
          </p:cNvPr>
          <p:cNvSpPr/>
          <p:nvPr/>
        </p:nvSpPr>
        <p:spPr>
          <a:xfrm rot="10800000">
            <a:off x="4780606" y="-3699512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4B356ABB-6EC4-1E02-522C-25DDF7A28999}"/>
              </a:ext>
            </a:extLst>
          </p:cNvPr>
          <p:cNvCxnSpPr>
            <a:cxnSpLocks/>
          </p:cNvCxnSpPr>
          <p:nvPr/>
        </p:nvCxnSpPr>
        <p:spPr>
          <a:xfrm>
            <a:off x="5413153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Oval 233">
            <a:extLst>
              <a:ext uri="{FF2B5EF4-FFF2-40B4-BE49-F238E27FC236}">
                <a16:creationId xmlns:a16="http://schemas.microsoft.com/office/drawing/2014/main" id="{6F3E03F5-8725-F5E3-8F9D-6358D1E28CEF}"/>
              </a:ext>
            </a:extLst>
          </p:cNvPr>
          <p:cNvSpPr/>
          <p:nvPr/>
        </p:nvSpPr>
        <p:spPr>
          <a:xfrm>
            <a:off x="5656141" y="-3580694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E1E132EC-A7FF-DFA3-B287-06C03B1BBBBB}"/>
              </a:ext>
            </a:extLst>
          </p:cNvPr>
          <p:cNvCxnSpPr>
            <a:cxnSpLocks/>
          </p:cNvCxnSpPr>
          <p:nvPr/>
        </p:nvCxnSpPr>
        <p:spPr>
          <a:xfrm>
            <a:off x="5725965" y="-353282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Rectangle 235">
            <a:extLst>
              <a:ext uri="{FF2B5EF4-FFF2-40B4-BE49-F238E27FC236}">
                <a16:creationId xmlns:a16="http://schemas.microsoft.com/office/drawing/2014/main" id="{A42D4DC9-EF31-ED54-315B-662FEB4EE92E}"/>
              </a:ext>
            </a:extLst>
          </p:cNvPr>
          <p:cNvSpPr/>
          <p:nvPr/>
        </p:nvSpPr>
        <p:spPr>
          <a:xfrm rot="10800000">
            <a:off x="5992230" y="-3704428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C219DDB-E5A2-5AC8-1DEE-9442DD8D9CEF}"/>
              </a:ext>
            </a:extLst>
          </p:cNvPr>
          <p:cNvCxnSpPr>
            <a:cxnSpLocks/>
          </p:cNvCxnSpPr>
          <p:nvPr/>
        </p:nvCxnSpPr>
        <p:spPr>
          <a:xfrm>
            <a:off x="6631702" y="-353445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52353F3-0943-75FF-0642-6AA82AD630C2}"/>
              </a:ext>
            </a:extLst>
          </p:cNvPr>
          <p:cNvSpPr/>
          <p:nvPr/>
        </p:nvSpPr>
        <p:spPr>
          <a:xfrm rot="10800000">
            <a:off x="6891042" y="-3689308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E5A0E7DA-3608-5E0F-B475-24D98B78BC6A}"/>
              </a:ext>
            </a:extLst>
          </p:cNvPr>
          <p:cNvCxnSpPr>
            <a:cxnSpLocks/>
          </p:cNvCxnSpPr>
          <p:nvPr/>
        </p:nvCxnSpPr>
        <p:spPr>
          <a:xfrm>
            <a:off x="7530514" y="-353818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テキスト プレースホルダー 2">
            <a:extLst>
              <a:ext uri="{FF2B5EF4-FFF2-40B4-BE49-F238E27FC236}">
                <a16:creationId xmlns:a16="http://schemas.microsoft.com/office/drawing/2014/main" id="{B3A50C07-6491-EE52-FD12-71FE6F70463D}"/>
              </a:ext>
            </a:extLst>
          </p:cNvPr>
          <p:cNvSpPr txBox="1">
            <a:spLocks/>
          </p:cNvSpPr>
          <p:nvPr/>
        </p:nvSpPr>
        <p:spPr>
          <a:xfrm>
            <a:off x="1877037" y="-1749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1" name="テキスト プレースホルダー 2">
            <a:extLst>
              <a:ext uri="{FF2B5EF4-FFF2-40B4-BE49-F238E27FC236}">
                <a16:creationId xmlns:a16="http://schemas.microsoft.com/office/drawing/2014/main" id="{43F475FE-AB5B-1BCF-FAC0-950E5E44E498}"/>
              </a:ext>
            </a:extLst>
          </p:cNvPr>
          <p:cNvSpPr txBox="1">
            <a:spLocks/>
          </p:cNvSpPr>
          <p:nvPr/>
        </p:nvSpPr>
        <p:spPr>
          <a:xfrm>
            <a:off x="1768368" y="-2325246"/>
            <a:ext cx="121854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2" name="テキスト プレースホルダー 2">
            <a:extLst>
              <a:ext uri="{FF2B5EF4-FFF2-40B4-BE49-F238E27FC236}">
                <a16:creationId xmlns:a16="http://schemas.microsoft.com/office/drawing/2014/main" id="{56B3D4E8-9442-FECC-9490-31C07F23D9C4}"/>
              </a:ext>
            </a:extLst>
          </p:cNvPr>
          <p:cNvSpPr txBox="1">
            <a:spLocks/>
          </p:cNvSpPr>
          <p:nvPr/>
        </p:nvSpPr>
        <p:spPr>
          <a:xfrm>
            <a:off x="392418" y="-2343247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3" name="テキスト プレースホルダー 2">
            <a:extLst>
              <a:ext uri="{FF2B5EF4-FFF2-40B4-BE49-F238E27FC236}">
                <a16:creationId xmlns:a16="http://schemas.microsoft.com/office/drawing/2014/main" id="{7D126695-462C-1118-3A02-66A345C36366}"/>
              </a:ext>
            </a:extLst>
          </p:cNvPr>
          <p:cNvSpPr txBox="1">
            <a:spLocks/>
          </p:cNvSpPr>
          <p:nvPr/>
        </p:nvSpPr>
        <p:spPr>
          <a:xfrm>
            <a:off x="1617288" y="-422835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4" name="テキスト プレースホルダー 2">
            <a:extLst>
              <a:ext uri="{FF2B5EF4-FFF2-40B4-BE49-F238E27FC236}">
                <a16:creationId xmlns:a16="http://schemas.microsoft.com/office/drawing/2014/main" id="{8AFD3D26-9A0C-36F1-D9E0-A4CDA00774F9}"/>
              </a:ext>
            </a:extLst>
          </p:cNvPr>
          <p:cNvSpPr txBox="1">
            <a:spLocks/>
          </p:cNvSpPr>
          <p:nvPr/>
        </p:nvSpPr>
        <p:spPr>
          <a:xfrm>
            <a:off x="2870634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5" name="テキスト プレースホルダー 2">
            <a:extLst>
              <a:ext uri="{FF2B5EF4-FFF2-40B4-BE49-F238E27FC236}">
                <a16:creationId xmlns:a16="http://schemas.microsoft.com/office/drawing/2014/main" id="{3D4B7D37-81D9-4296-763A-A61B0E965643}"/>
              </a:ext>
            </a:extLst>
          </p:cNvPr>
          <p:cNvSpPr txBox="1">
            <a:spLocks/>
          </p:cNvSpPr>
          <p:nvPr/>
        </p:nvSpPr>
        <p:spPr>
          <a:xfrm>
            <a:off x="3778421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246" name="テキスト プレースホルダー 2">
            <a:extLst>
              <a:ext uri="{FF2B5EF4-FFF2-40B4-BE49-F238E27FC236}">
                <a16:creationId xmlns:a16="http://schemas.microsoft.com/office/drawing/2014/main" id="{7D882718-BE08-7C48-F5DF-4624483CD81B}"/>
              </a:ext>
            </a:extLst>
          </p:cNvPr>
          <p:cNvSpPr txBox="1">
            <a:spLocks/>
          </p:cNvSpPr>
          <p:nvPr/>
        </p:nvSpPr>
        <p:spPr>
          <a:xfrm>
            <a:off x="4702107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247" name="テキスト プレースホルダー 2">
            <a:extLst>
              <a:ext uri="{FF2B5EF4-FFF2-40B4-BE49-F238E27FC236}">
                <a16:creationId xmlns:a16="http://schemas.microsoft.com/office/drawing/2014/main" id="{4F4D75BF-8D25-6763-9330-17A63AA05F5A}"/>
              </a:ext>
            </a:extLst>
          </p:cNvPr>
          <p:cNvSpPr txBox="1">
            <a:spLocks/>
          </p:cNvSpPr>
          <p:nvPr/>
        </p:nvSpPr>
        <p:spPr>
          <a:xfrm>
            <a:off x="5899432" y="-424241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5444222F-33B3-FF75-5E12-321FE16289E0}"/>
              </a:ext>
            </a:extLst>
          </p:cNvPr>
          <p:cNvSpPr/>
          <p:nvPr/>
        </p:nvSpPr>
        <p:spPr>
          <a:xfrm>
            <a:off x="2407842" y="-3057213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63E8AB43-B98E-8EBE-6B2D-AAAFBD7CF24D}"/>
              </a:ext>
            </a:extLst>
          </p:cNvPr>
          <p:cNvCxnSpPr>
            <a:cxnSpLocks/>
          </p:cNvCxnSpPr>
          <p:nvPr/>
        </p:nvCxnSpPr>
        <p:spPr>
          <a:xfrm flipH="1" flipV="1">
            <a:off x="2692055" y="-2972873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018DD98-484C-7C31-FAE2-C65FF3E98587}"/>
              </a:ext>
            </a:extLst>
          </p:cNvPr>
          <p:cNvCxnSpPr>
            <a:cxnSpLocks/>
          </p:cNvCxnSpPr>
          <p:nvPr/>
        </p:nvCxnSpPr>
        <p:spPr>
          <a:xfrm>
            <a:off x="2700947" y="-3487595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86F15803-D6C6-F9D8-725F-D0A9FD9CFC57}"/>
              </a:ext>
            </a:extLst>
          </p:cNvPr>
          <p:cNvCxnSpPr>
            <a:cxnSpLocks/>
          </p:cNvCxnSpPr>
          <p:nvPr/>
        </p:nvCxnSpPr>
        <p:spPr>
          <a:xfrm>
            <a:off x="2592460" y="-2141143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FD76FAE0-D0B2-BC4F-7415-DD8777C7BD95}"/>
              </a:ext>
            </a:extLst>
          </p:cNvPr>
          <p:cNvCxnSpPr/>
          <p:nvPr/>
        </p:nvCxnSpPr>
        <p:spPr>
          <a:xfrm>
            <a:off x="2702314" y="-246976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AB04FEB8-DB65-D1DB-D1DD-B356F908C802}"/>
              </a:ext>
            </a:extLst>
          </p:cNvPr>
          <p:cNvCxnSpPr>
            <a:cxnSpLocks/>
          </p:cNvCxnSpPr>
          <p:nvPr/>
        </p:nvCxnSpPr>
        <p:spPr>
          <a:xfrm>
            <a:off x="2650181" y="-2103635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D92F0ACC-490A-51AB-FA68-BC811C1BEB4F}"/>
              </a:ext>
            </a:extLst>
          </p:cNvPr>
          <p:cNvCxnSpPr>
            <a:cxnSpLocks/>
          </p:cNvCxnSpPr>
          <p:nvPr/>
        </p:nvCxnSpPr>
        <p:spPr>
          <a:xfrm>
            <a:off x="2674692" y="-206612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Oval 254">
            <a:extLst>
              <a:ext uri="{FF2B5EF4-FFF2-40B4-BE49-F238E27FC236}">
                <a16:creationId xmlns:a16="http://schemas.microsoft.com/office/drawing/2014/main" id="{DFFA918A-E5B0-1A36-9887-8B3C8A7FB729}"/>
              </a:ext>
            </a:extLst>
          </p:cNvPr>
          <p:cNvSpPr/>
          <p:nvPr/>
        </p:nvSpPr>
        <p:spPr>
          <a:xfrm>
            <a:off x="5413153" y="-3057784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0BD5AB75-48CB-4547-D897-BAC3EB082074}"/>
              </a:ext>
            </a:extLst>
          </p:cNvPr>
          <p:cNvCxnSpPr>
            <a:cxnSpLocks/>
          </p:cNvCxnSpPr>
          <p:nvPr/>
        </p:nvCxnSpPr>
        <p:spPr>
          <a:xfrm flipH="1" flipV="1">
            <a:off x="5697366" y="-2973444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A24271DD-AF9D-EA32-CA2D-8D6C8BDCC567}"/>
              </a:ext>
            </a:extLst>
          </p:cNvPr>
          <p:cNvCxnSpPr>
            <a:cxnSpLocks/>
          </p:cNvCxnSpPr>
          <p:nvPr/>
        </p:nvCxnSpPr>
        <p:spPr>
          <a:xfrm>
            <a:off x="5706258" y="-3488166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33BC4859-E94C-3026-7ED7-F0F0F1F28A76}"/>
              </a:ext>
            </a:extLst>
          </p:cNvPr>
          <p:cNvCxnSpPr>
            <a:cxnSpLocks/>
          </p:cNvCxnSpPr>
          <p:nvPr/>
        </p:nvCxnSpPr>
        <p:spPr>
          <a:xfrm>
            <a:off x="5587512" y="-214171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C637C06F-3DF0-22C5-C2D7-9BE2A7FB140C}"/>
              </a:ext>
            </a:extLst>
          </p:cNvPr>
          <p:cNvCxnSpPr/>
          <p:nvPr/>
        </p:nvCxnSpPr>
        <p:spPr>
          <a:xfrm>
            <a:off x="5697366" y="-247033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58C61CC1-701B-5446-81D6-A98CB7537556}"/>
              </a:ext>
            </a:extLst>
          </p:cNvPr>
          <p:cNvCxnSpPr>
            <a:cxnSpLocks/>
          </p:cNvCxnSpPr>
          <p:nvPr/>
        </p:nvCxnSpPr>
        <p:spPr>
          <a:xfrm>
            <a:off x="5645233" y="-210420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7B156896-C730-F554-15D6-02D0482E1BC7}"/>
              </a:ext>
            </a:extLst>
          </p:cNvPr>
          <p:cNvCxnSpPr>
            <a:cxnSpLocks/>
          </p:cNvCxnSpPr>
          <p:nvPr/>
        </p:nvCxnSpPr>
        <p:spPr>
          <a:xfrm>
            <a:off x="5669744" y="-206669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テキスト プレースホルダー 2">
            <a:extLst>
              <a:ext uri="{FF2B5EF4-FFF2-40B4-BE49-F238E27FC236}">
                <a16:creationId xmlns:a16="http://schemas.microsoft.com/office/drawing/2014/main" id="{271AC88B-3D1B-EEA2-F4CF-E632289C7CA6}"/>
              </a:ext>
            </a:extLst>
          </p:cNvPr>
          <p:cNvSpPr txBox="1">
            <a:spLocks/>
          </p:cNvSpPr>
          <p:nvPr/>
        </p:nvSpPr>
        <p:spPr>
          <a:xfrm>
            <a:off x="6823118" y="-42486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7A1E8A2F-1636-5EB6-ACA6-F77E54407866}"/>
              </a:ext>
            </a:extLst>
          </p:cNvPr>
          <p:cNvSpPr/>
          <p:nvPr/>
        </p:nvSpPr>
        <p:spPr>
          <a:xfrm rot="10800000">
            <a:off x="7820368" y="-3690034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329F464-CE85-2031-2610-7AAC75D466E1}"/>
              </a:ext>
            </a:extLst>
          </p:cNvPr>
          <p:cNvCxnSpPr>
            <a:cxnSpLocks/>
          </p:cNvCxnSpPr>
          <p:nvPr/>
        </p:nvCxnSpPr>
        <p:spPr>
          <a:xfrm>
            <a:off x="8452915" y="-35245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Oval 328">
            <a:extLst>
              <a:ext uri="{FF2B5EF4-FFF2-40B4-BE49-F238E27FC236}">
                <a16:creationId xmlns:a16="http://schemas.microsoft.com/office/drawing/2014/main" id="{54D52092-925E-2288-4FAA-361C4C637B5E}"/>
              </a:ext>
            </a:extLst>
          </p:cNvPr>
          <p:cNvSpPr/>
          <p:nvPr/>
        </p:nvSpPr>
        <p:spPr>
          <a:xfrm>
            <a:off x="8695903" y="-357121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A9C08942-BC2F-1B38-6A57-19FB7B29C21B}"/>
              </a:ext>
            </a:extLst>
          </p:cNvPr>
          <p:cNvCxnSpPr>
            <a:cxnSpLocks/>
          </p:cNvCxnSpPr>
          <p:nvPr/>
        </p:nvCxnSpPr>
        <p:spPr>
          <a:xfrm>
            <a:off x="8765727" y="-352335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>
            <a:extLst>
              <a:ext uri="{FF2B5EF4-FFF2-40B4-BE49-F238E27FC236}">
                <a16:creationId xmlns:a16="http://schemas.microsoft.com/office/drawing/2014/main" id="{166BA884-1654-8BCE-C637-8269249DB66F}"/>
              </a:ext>
            </a:extLst>
          </p:cNvPr>
          <p:cNvSpPr/>
          <p:nvPr/>
        </p:nvSpPr>
        <p:spPr>
          <a:xfrm rot="10800000">
            <a:off x="9031992" y="-3694950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2987C53-30F7-63D2-22ED-7914EBDCC6D4}"/>
              </a:ext>
            </a:extLst>
          </p:cNvPr>
          <p:cNvCxnSpPr>
            <a:cxnSpLocks/>
          </p:cNvCxnSpPr>
          <p:nvPr/>
        </p:nvCxnSpPr>
        <p:spPr>
          <a:xfrm>
            <a:off x="9671464" y="-35249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Rectangle 332">
            <a:extLst>
              <a:ext uri="{FF2B5EF4-FFF2-40B4-BE49-F238E27FC236}">
                <a16:creationId xmlns:a16="http://schemas.microsoft.com/office/drawing/2014/main" id="{FB231517-0AFC-6E6B-83CC-B27FE0737CA4}"/>
              </a:ext>
            </a:extLst>
          </p:cNvPr>
          <p:cNvSpPr/>
          <p:nvPr/>
        </p:nvSpPr>
        <p:spPr>
          <a:xfrm rot="10800000">
            <a:off x="9930804" y="-367983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3B19B89F-2DB1-8128-4BE1-17768CDA3D84}"/>
              </a:ext>
            </a:extLst>
          </p:cNvPr>
          <p:cNvCxnSpPr>
            <a:cxnSpLocks/>
          </p:cNvCxnSpPr>
          <p:nvPr/>
        </p:nvCxnSpPr>
        <p:spPr>
          <a:xfrm>
            <a:off x="10570276" y="-352870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テキスト プレースホルダー 2">
            <a:extLst>
              <a:ext uri="{FF2B5EF4-FFF2-40B4-BE49-F238E27FC236}">
                <a16:creationId xmlns:a16="http://schemas.microsoft.com/office/drawing/2014/main" id="{37994746-7C65-8987-2E69-C58FAE097AE4}"/>
              </a:ext>
            </a:extLst>
          </p:cNvPr>
          <p:cNvSpPr txBox="1">
            <a:spLocks/>
          </p:cNvSpPr>
          <p:nvPr/>
        </p:nvSpPr>
        <p:spPr>
          <a:xfrm>
            <a:off x="7741869" y="-421398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336" name="テキスト プレースホルダー 2">
            <a:extLst>
              <a:ext uri="{FF2B5EF4-FFF2-40B4-BE49-F238E27FC236}">
                <a16:creationId xmlns:a16="http://schemas.microsoft.com/office/drawing/2014/main" id="{2A7B9272-0E2C-57DD-F7F1-E9BA928BF983}"/>
              </a:ext>
            </a:extLst>
          </p:cNvPr>
          <p:cNvSpPr txBox="1">
            <a:spLocks/>
          </p:cNvSpPr>
          <p:nvPr/>
        </p:nvSpPr>
        <p:spPr>
          <a:xfrm>
            <a:off x="8939194" y="-423293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6E226FEF-D168-66AF-E89A-ED577C6C6022}"/>
              </a:ext>
            </a:extLst>
          </p:cNvPr>
          <p:cNvSpPr/>
          <p:nvPr/>
        </p:nvSpPr>
        <p:spPr>
          <a:xfrm>
            <a:off x="8452915" y="-3048306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CF8EF791-BEB2-3670-68C9-1DB761FC0349}"/>
              </a:ext>
            </a:extLst>
          </p:cNvPr>
          <p:cNvCxnSpPr>
            <a:cxnSpLocks/>
          </p:cNvCxnSpPr>
          <p:nvPr/>
        </p:nvCxnSpPr>
        <p:spPr>
          <a:xfrm flipH="1" flipV="1">
            <a:off x="8737128" y="-2963966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EC9AF9F7-250B-3141-44FA-87A3CBAFA0A7}"/>
              </a:ext>
            </a:extLst>
          </p:cNvPr>
          <p:cNvCxnSpPr>
            <a:cxnSpLocks/>
          </p:cNvCxnSpPr>
          <p:nvPr/>
        </p:nvCxnSpPr>
        <p:spPr>
          <a:xfrm>
            <a:off x="8746020" y="-347868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41692950-1610-3086-E13C-204B170B6A28}"/>
              </a:ext>
            </a:extLst>
          </p:cNvPr>
          <p:cNvCxnSpPr>
            <a:cxnSpLocks/>
          </p:cNvCxnSpPr>
          <p:nvPr/>
        </p:nvCxnSpPr>
        <p:spPr>
          <a:xfrm>
            <a:off x="8627274" y="-213223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A5926DC2-3F3A-BC03-2695-61C88BBD9F4E}"/>
              </a:ext>
            </a:extLst>
          </p:cNvPr>
          <p:cNvCxnSpPr/>
          <p:nvPr/>
        </p:nvCxnSpPr>
        <p:spPr>
          <a:xfrm>
            <a:off x="8737128" y="-24608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BAEA534E-4C64-584A-C43B-FB69FAC6344B}"/>
              </a:ext>
            </a:extLst>
          </p:cNvPr>
          <p:cNvCxnSpPr>
            <a:cxnSpLocks/>
          </p:cNvCxnSpPr>
          <p:nvPr/>
        </p:nvCxnSpPr>
        <p:spPr>
          <a:xfrm>
            <a:off x="8684995" y="-209472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A375F27B-7F78-51CE-B8F7-5A0D98441EB6}"/>
              </a:ext>
            </a:extLst>
          </p:cNvPr>
          <p:cNvCxnSpPr>
            <a:cxnSpLocks/>
          </p:cNvCxnSpPr>
          <p:nvPr/>
        </p:nvCxnSpPr>
        <p:spPr>
          <a:xfrm>
            <a:off x="8709506" y="-205722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テキスト プレースホルダー 2">
            <a:extLst>
              <a:ext uri="{FF2B5EF4-FFF2-40B4-BE49-F238E27FC236}">
                <a16:creationId xmlns:a16="http://schemas.microsoft.com/office/drawing/2014/main" id="{103F8B1E-B849-649D-A3F7-0158E1DCE39F}"/>
              </a:ext>
            </a:extLst>
          </p:cNvPr>
          <p:cNvSpPr txBox="1">
            <a:spLocks/>
          </p:cNvSpPr>
          <p:nvPr/>
        </p:nvSpPr>
        <p:spPr>
          <a:xfrm>
            <a:off x="9862880" y="-423914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0798B6CD-0F4C-4C68-91D3-D004BD1697C4}"/>
              </a:ext>
            </a:extLst>
          </p:cNvPr>
          <p:cNvSpPr/>
          <p:nvPr/>
        </p:nvSpPr>
        <p:spPr>
          <a:xfrm rot="16200000" flipH="1">
            <a:off x="21223717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51D8732F-C431-08D7-1598-660138DD347E}"/>
              </a:ext>
            </a:extLst>
          </p:cNvPr>
          <p:cNvSpPr/>
          <p:nvPr/>
        </p:nvSpPr>
        <p:spPr>
          <a:xfrm rot="16200000" flipH="1">
            <a:off x="20685727" y="-2730148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7F549D20-157D-E6E8-3FBC-04C8B9CB3D73}"/>
              </a:ext>
            </a:extLst>
          </p:cNvPr>
          <p:cNvCxnSpPr>
            <a:cxnSpLocks/>
            <a:stCxn id="404" idx="3"/>
          </p:cNvCxnSpPr>
          <p:nvPr/>
        </p:nvCxnSpPr>
        <p:spPr>
          <a:xfrm flipH="1">
            <a:off x="21543453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8FB138C9-E20D-B8C0-0E32-643A635DE560}"/>
              </a:ext>
            </a:extLst>
          </p:cNvPr>
          <p:cNvCxnSpPr/>
          <p:nvPr/>
        </p:nvCxnSpPr>
        <p:spPr>
          <a:xfrm flipH="1">
            <a:off x="21010923" y="-225400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F9701506-7BE3-5543-5B59-309E4B1D5458}"/>
              </a:ext>
            </a:extLst>
          </p:cNvPr>
          <p:cNvCxnSpPr>
            <a:cxnSpLocks/>
          </p:cNvCxnSpPr>
          <p:nvPr/>
        </p:nvCxnSpPr>
        <p:spPr>
          <a:xfrm flipH="1">
            <a:off x="21010923" y="-1925381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77F06C05-98CD-1B64-07A8-6E1D630AB605}"/>
              </a:ext>
            </a:extLst>
          </p:cNvPr>
          <p:cNvCxnSpPr>
            <a:cxnSpLocks/>
          </p:cNvCxnSpPr>
          <p:nvPr/>
        </p:nvCxnSpPr>
        <p:spPr>
          <a:xfrm flipH="1">
            <a:off x="21277188" y="-192538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FACAED41-FCB9-AD97-CC54-7530B03FCDEE}"/>
              </a:ext>
            </a:extLst>
          </p:cNvPr>
          <p:cNvCxnSpPr>
            <a:cxnSpLocks/>
          </p:cNvCxnSpPr>
          <p:nvPr/>
        </p:nvCxnSpPr>
        <p:spPr>
          <a:xfrm flipH="1">
            <a:off x="21038983" y="-1596761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02E480A7-10EB-B940-1235-10DD664B89B8}"/>
              </a:ext>
            </a:extLst>
          </p:cNvPr>
          <p:cNvCxnSpPr>
            <a:cxnSpLocks/>
          </p:cNvCxnSpPr>
          <p:nvPr/>
        </p:nvCxnSpPr>
        <p:spPr>
          <a:xfrm flipH="1">
            <a:off x="21116704" y="-1460369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836F62BC-AD06-C5C8-609D-84E4A5745656}"/>
              </a:ext>
            </a:extLst>
          </p:cNvPr>
          <p:cNvCxnSpPr>
            <a:cxnSpLocks/>
          </p:cNvCxnSpPr>
          <p:nvPr/>
        </p:nvCxnSpPr>
        <p:spPr>
          <a:xfrm flipH="1">
            <a:off x="21161874" y="-1131749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16B8209B-2987-391F-3688-C19B28B046A4}"/>
              </a:ext>
            </a:extLst>
          </p:cNvPr>
          <p:cNvCxnSpPr/>
          <p:nvPr/>
        </p:nvCxnSpPr>
        <p:spPr>
          <a:xfrm flipH="1">
            <a:off x="21277188" y="-146036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CE0F3D5F-96DE-43F8-F873-1937B77E56E7}"/>
              </a:ext>
            </a:extLst>
          </p:cNvPr>
          <p:cNvCxnSpPr>
            <a:cxnSpLocks/>
          </p:cNvCxnSpPr>
          <p:nvPr/>
        </p:nvCxnSpPr>
        <p:spPr>
          <a:xfrm flipH="1">
            <a:off x="21211383" y="-109424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05D9164C-56E5-7378-30A0-165C483304EA}"/>
              </a:ext>
            </a:extLst>
          </p:cNvPr>
          <p:cNvCxnSpPr>
            <a:cxnSpLocks/>
          </p:cNvCxnSpPr>
          <p:nvPr/>
        </p:nvCxnSpPr>
        <p:spPr>
          <a:xfrm flipH="1">
            <a:off x="21245841" y="-105673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8CD9AC0F-1B20-C194-6DF9-A7FB9F651550}"/>
              </a:ext>
            </a:extLst>
          </p:cNvPr>
          <p:cNvCxnSpPr/>
          <p:nvPr/>
        </p:nvCxnSpPr>
        <p:spPr>
          <a:xfrm flipH="1">
            <a:off x="21543453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FCCC2AA3-2134-BDA5-C43D-C50359D67489}"/>
              </a:ext>
            </a:extLst>
          </p:cNvPr>
          <p:cNvCxnSpPr/>
          <p:nvPr/>
        </p:nvCxnSpPr>
        <p:spPr>
          <a:xfrm flipH="1">
            <a:off x="21010923" y="-322209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67A04170-CAB5-B068-540C-A5CEA1990F2C}"/>
              </a:ext>
            </a:extLst>
          </p:cNvPr>
          <p:cNvCxnSpPr>
            <a:cxnSpLocks/>
          </p:cNvCxnSpPr>
          <p:nvPr/>
        </p:nvCxnSpPr>
        <p:spPr>
          <a:xfrm flipH="1">
            <a:off x="21010923" y="-3210455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DDA9F9CF-98A5-6DD9-3B34-A76DBDDFA8E4}"/>
              </a:ext>
            </a:extLst>
          </p:cNvPr>
          <p:cNvCxnSpPr>
            <a:cxnSpLocks/>
          </p:cNvCxnSpPr>
          <p:nvPr/>
        </p:nvCxnSpPr>
        <p:spPr>
          <a:xfrm flipH="1">
            <a:off x="21277188" y="-355071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21334A5-3649-2AA2-66F5-BD5FC56C7947}"/>
              </a:ext>
            </a:extLst>
          </p:cNvPr>
          <p:cNvSpPr/>
          <p:nvPr/>
        </p:nvSpPr>
        <p:spPr>
          <a:xfrm rot="10800000" flipH="1">
            <a:off x="20371451" y="-3690863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B490EBC4-3FAE-97D3-A64D-030EEA4CE1C1}"/>
              </a:ext>
            </a:extLst>
          </p:cNvPr>
          <p:cNvCxnSpPr>
            <a:cxnSpLocks/>
          </p:cNvCxnSpPr>
          <p:nvPr/>
        </p:nvCxnSpPr>
        <p:spPr>
          <a:xfrm flipH="1">
            <a:off x="21010923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16601501-5355-EF17-CDD8-CB28064AC69A}"/>
              </a:ext>
            </a:extLst>
          </p:cNvPr>
          <p:cNvCxnSpPr>
            <a:cxnSpLocks/>
          </p:cNvCxnSpPr>
          <p:nvPr/>
        </p:nvCxnSpPr>
        <p:spPr>
          <a:xfrm flipH="1">
            <a:off x="20105186" y="-353383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Oval 426">
            <a:extLst>
              <a:ext uri="{FF2B5EF4-FFF2-40B4-BE49-F238E27FC236}">
                <a16:creationId xmlns:a16="http://schemas.microsoft.com/office/drawing/2014/main" id="{414C71BC-37B5-123D-1F09-0C4F07E82919}"/>
              </a:ext>
            </a:extLst>
          </p:cNvPr>
          <p:cNvSpPr/>
          <p:nvPr/>
        </p:nvSpPr>
        <p:spPr>
          <a:xfrm flipH="1">
            <a:off x="20035364" y="-3580541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E7950C99-FF07-1186-B2DC-4CDF46540262}"/>
              </a:ext>
            </a:extLst>
          </p:cNvPr>
          <p:cNvCxnSpPr>
            <a:cxnSpLocks/>
          </p:cNvCxnSpPr>
          <p:nvPr/>
        </p:nvCxnSpPr>
        <p:spPr>
          <a:xfrm flipH="1">
            <a:off x="19792374" y="-35326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Rectangle 428">
            <a:extLst>
              <a:ext uri="{FF2B5EF4-FFF2-40B4-BE49-F238E27FC236}">
                <a16:creationId xmlns:a16="http://schemas.microsoft.com/office/drawing/2014/main" id="{8E103A09-F2FF-F910-4B27-DE6280097407}"/>
              </a:ext>
            </a:extLst>
          </p:cNvPr>
          <p:cNvSpPr/>
          <p:nvPr/>
        </p:nvSpPr>
        <p:spPr>
          <a:xfrm rot="10800000" flipH="1">
            <a:off x="19152902" y="-3707125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8BB81CCE-24BE-9CDC-93A0-72B61B62D9C8}"/>
              </a:ext>
            </a:extLst>
          </p:cNvPr>
          <p:cNvCxnSpPr>
            <a:cxnSpLocks/>
          </p:cNvCxnSpPr>
          <p:nvPr/>
        </p:nvCxnSpPr>
        <p:spPr>
          <a:xfrm flipH="1">
            <a:off x="18886637" y="-35431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Rectangle 430">
            <a:extLst>
              <a:ext uri="{FF2B5EF4-FFF2-40B4-BE49-F238E27FC236}">
                <a16:creationId xmlns:a16="http://schemas.microsoft.com/office/drawing/2014/main" id="{A758BF81-79C7-A6CC-E828-4B3C4DE27075}"/>
              </a:ext>
            </a:extLst>
          </p:cNvPr>
          <p:cNvSpPr/>
          <p:nvPr/>
        </p:nvSpPr>
        <p:spPr>
          <a:xfrm rot="10800000" flipH="1">
            <a:off x="18254090" y="-3699513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31364466-5339-0F3F-BD26-41F3627AA85F}"/>
              </a:ext>
            </a:extLst>
          </p:cNvPr>
          <p:cNvCxnSpPr>
            <a:cxnSpLocks/>
          </p:cNvCxnSpPr>
          <p:nvPr/>
        </p:nvCxnSpPr>
        <p:spPr>
          <a:xfrm flipH="1">
            <a:off x="17991762" y="-354310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Rectangle 432">
            <a:extLst>
              <a:ext uri="{FF2B5EF4-FFF2-40B4-BE49-F238E27FC236}">
                <a16:creationId xmlns:a16="http://schemas.microsoft.com/office/drawing/2014/main" id="{F441E8E2-BF48-F14D-2089-55BD381FCE4E}"/>
              </a:ext>
            </a:extLst>
          </p:cNvPr>
          <p:cNvSpPr/>
          <p:nvPr/>
        </p:nvSpPr>
        <p:spPr>
          <a:xfrm rot="10800000" flipH="1">
            <a:off x="17359215" y="-3699512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AE85B2A0-CF75-0E15-3E89-4AA22F88E692}"/>
              </a:ext>
            </a:extLst>
          </p:cNvPr>
          <p:cNvCxnSpPr>
            <a:cxnSpLocks/>
          </p:cNvCxnSpPr>
          <p:nvPr/>
        </p:nvCxnSpPr>
        <p:spPr>
          <a:xfrm flipH="1">
            <a:off x="17099875" y="-3533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7EA2DC4A-2E7C-4DD8-F09B-DA936882641A}"/>
              </a:ext>
            </a:extLst>
          </p:cNvPr>
          <p:cNvSpPr/>
          <p:nvPr/>
        </p:nvSpPr>
        <p:spPr>
          <a:xfrm flipH="1">
            <a:off x="17030053" y="-3580694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6" name="Straight Connector 435">
            <a:extLst>
              <a:ext uri="{FF2B5EF4-FFF2-40B4-BE49-F238E27FC236}">
                <a16:creationId xmlns:a16="http://schemas.microsoft.com/office/drawing/2014/main" id="{3EF55F4B-2F1F-83D3-4F4A-8959A6E5A8FE}"/>
              </a:ext>
            </a:extLst>
          </p:cNvPr>
          <p:cNvCxnSpPr>
            <a:cxnSpLocks/>
          </p:cNvCxnSpPr>
          <p:nvPr/>
        </p:nvCxnSpPr>
        <p:spPr>
          <a:xfrm flipH="1">
            <a:off x="16787063" y="-353282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Rectangle 436">
            <a:extLst>
              <a:ext uri="{FF2B5EF4-FFF2-40B4-BE49-F238E27FC236}">
                <a16:creationId xmlns:a16="http://schemas.microsoft.com/office/drawing/2014/main" id="{B2EAFF5F-AA21-CA1F-1C9F-30327BA95A79}"/>
              </a:ext>
            </a:extLst>
          </p:cNvPr>
          <p:cNvSpPr/>
          <p:nvPr/>
        </p:nvSpPr>
        <p:spPr>
          <a:xfrm rot="10800000" flipH="1">
            <a:off x="16147591" y="-3704428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F7DA425A-DFA2-7253-8444-5CB68F8A738B}"/>
              </a:ext>
            </a:extLst>
          </p:cNvPr>
          <p:cNvCxnSpPr>
            <a:cxnSpLocks/>
          </p:cNvCxnSpPr>
          <p:nvPr/>
        </p:nvCxnSpPr>
        <p:spPr>
          <a:xfrm flipH="1">
            <a:off x="15881326" y="-353445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Rectangle 438">
            <a:extLst>
              <a:ext uri="{FF2B5EF4-FFF2-40B4-BE49-F238E27FC236}">
                <a16:creationId xmlns:a16="http://schemas.microsoft.com/office/drawing/2014/main" id="{0F255866-521F-CD2E-B417-246FD1A3F1F4}"/>
              </a:ext>
            </a:extLst>
          </p:cNvPr>
          <p:cNvSpPr/>
          <p:nvPr/>
        </p:nvSpPr>
        <p:spPr>
          <a:xfrm rot="10800000" flipH="1">
            <a:off x="15248779" y="-3689308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358C84FC-F826-B69B-FCE4-164C6E493432}"/>
              </a:ext>
            </a:extLst>
          </p:cNvPr>
          <p:cNvCxnSpPr>
            <a:cxnSpLocks/>
          </p:cNvCxnSpPr>
          <p:nvPr/>
        </p:nvCxnSpPr>
        <p:spPr>
          <a:xfrm flipH="1">
            <a:off x="14982514" y="-353818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" name="テキスト プレースホルダー 2">
            <a:extLst>
              <a:ext uri="{FF2B5EF4-FFF2-40B4-BE49-F238E27FC236}">
                <a16:creationId xmlns:a16="http://schemas.microsoft.com/office/drawing/2014/main" id="{A3BF9F3E-7319-01F5-0D70-0297929336D8}"/>
              </a:ext>
            </a:extLst>
          </p:cNvPr>
          <p:cNvSpPr txBox="1">
            <a:spLocks/>
          </p:cNvSpPr>
          <p:nvPr/>
        </p:nvSpPr>
        <p:spPr>
          <a:xfrm flipH="1">
            <a:off x="19978570" y="-1749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2" name="テキスト プレースホルダー 2">
            <a:extLst>
              <a:ext uri="{FF2B5EF4-FFF2-40B4-BE49-F238E27FC236}">
                <a16:creationId xmlns:a16="http://schemas.microsoft.com/office/drawing/2014/main" id="{71ABD74E-7415-63FC-6D35-A9EFE60FFDD9}"/>
              </a:ext>
            </a:extLst>
          </p:cNvPr>
          <p:cNvSpPr txBox="1">
            <a:spLocks/>
          </p:cNvSpPr>
          <p:nvPr/>
        </p:nvSpPr>
        <p:spPr>
          <a:xfrm flipH="1">
            <a:off x="20087237" y="-2325246"/>
            <a:ext cx="1058259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3" name="テキスト プレースホルダー 2">
            <a:extLst>
              <a:ext uri="{FF2B5EF4-FFF2-40B4-BE49-F238E27FC236}">
                <a16:creationId xmlns:a16="http://schemas.microsoft.com/office/drawing/2014/main" id="{203C5463-4241-322A-EF34-5E012E28BBE4}"/>
              </a:ext>
            </a:extLst>
          </p:cNvPr>
          <p:cNvSpPr txBox="1">
            <a:spLocks/>
          </p:cNvSpPr>
          <p:nvPr/>
        </p:nvSpPr>
        <p:spPr>
          <a:xfrm flipH="1">
            <a:off x="21522183" y="-2225259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4" name="テキスト プレースホルダー 2">
            <a:extLst>
              <a:ext uri="{FF2B5EF4-FFF2-40B4-BE49-F238E27FC236}">
                <a16:creationId xmlns:a16="http://schemas.microsoft.com/office/drawing/2014/main" id="{85752384-E591-EBC2-7F39-AF2477C8BF64}"/>
              </a:ext>
            </a:extLst>
          </p:cNvPr>
          <p:cNvSpPr txBox="1">
            <a:spLocks/>
          </p:cNvSpPr>
          <p:nvPr/>
        </p:nvSpPr>
        <p:spPr>
          <a:xfrm flipH="1">
            <a:off x="20238319" y="-422835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5" name="テキスト プレースホルダー 2">
            <a:extLst>
              <a:ext uri="{FF2B5EF4-FFF2-40B4-BE49-F238E27FC236}">
                <a16:creationId xmlns:a16="http://schemas.microsoft.com/office/drawing/2014/main" id="{EAF59E88-C5AE-35A3-3E9D-96FC6D4CE86E}"/>
              </a:ext>
            </a:extLst>
          </p:cNvPr>
          <p:cNvSpPr txBox="1">
            <a:spLocks/>
          </p:cNvSpPr>
          <p:nvPr/>
        </p:nvSpPr>
        <p:spPr>
          <a:xfrm flipH="1">
            <a:off x="18984973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6" name="テキスト プレースホルダー 2">
            <a:extLst>
              <a:ext uri="{FF2B5EF4-FFF2-40B4-BE49-F238E27FC236}">
                <a16:creationId xmlns:a16="http://schemas.microsoft.com/office/drawing/2014/main" id="{0E935932-C236-39EE-F80A-97A70797BF94}"/>
              </a:ext>
            </a:extLst>
          </p:cNvPr>
          <p:cNvSpPr txBox="1">
            <a:spLocks/>
          </p:cNvSpPr>
          <p:nvPr/>
        </p:nvSpPr>
        <p:spPr>
          <a:xfrm flipH="1">
            <a:off x="18077186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447" name="テキスト プレースホルダー 2">
            <a:extLst>
              <a:ext uri="{FF2B5EF4-FFF2-40B4-BE49-F238E27FC236}">
                <a16:creationId xmlns:a16="http://schemas.microsoft.com/office/drawing/2014/main" id="{92D46EDC-DDDD-E23A-CF98-88395FCEB492}"/>
              </a:ext>
            </a:extLst>
          </p:cNvPr>
          <p:cNvSpPr txBox="1">
            <a:spLocks/>
          </p:cNvSpPr>
          <p:nvPr/>
        </p:nvSpPr>
        <p:spPr>
          <a:xfrm flipH="1">
            <a:off x="17153500" y="-422346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8" name="テキスト プレースホルダー 2">
            <a:extLst>
              <a:ext uri="{FF2B5EF4-FFF2-40B4-BE49-F238E27FC236}">
                <a16:creationId xmlns:a16="http://schemas.microsoft.com/office/drawing/2014/main" id="{BCCE802D-13F2-DF16-4B8B-6B4056530036}"/>
              </a:ext>
            </a:extLst>
          </p:cNvPr>
          <p:cNvSpPr txBox="1">
            <a:spLocks/>
          </p:cNvSpPr>
          <p:nvPr/>
        </p:nvSpPr>
        <p:spPr>
          <a:xfrm flipH="1">
            <a:off x="15956175" y="-424241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9163FB32-0219-BAF4-A41A-F38B4F3C0728}"/>
              </a:ext>
            </a:extLst>
          </p:cNvPr>
          <p:cNvSpPr/>
          <p:nvPr/>
        </p:nvSpPr>
        <p:spPr>
          <a:xfrm flipH="1">
            <a:off x="19792375" y="-3057213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FF078209-B630-EB72-1EF9-EAFC28EEA3BC}"/>
              </a:ext>
            </a:extLst>
          </p:cNvPr>
          <p:cNvCxnSpPr>
            <a:cxnSpLocks/>
          </p:cNvCxnSpPr>
          <p:nvPr/>
        </p:nvCxnSpPr>
        <p:spPr>
          <a:xfrm flipV="1">
            <a:off x="20081913" y="-2972873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1AB81F9E-3EFE-E750-77ED-ADD2BE2222AF}"/>
              </a:ext>
            </a:extLst>
          </p:cNvPr>
          <p:cNvCxnSpPr>
            <a:cxnSpLocks/>
          </p:cNvCxnSpPr>
          <p:nvPr/>
        </p:nvCxnSpPr>
        <p:spPr>
          <a:xfrm flipH="1">
            <a:off x="20078346" y="-3487595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069A60F5-A7A9-849F-BB65-6389B338653C}"/>
              </a:ext>
            </a:extLst>
          </p:cNvPr>
          <p:cNvCxnSpPr>
            <a:cxnSpLocks/>
          </p:cNvCxnSpPr>
          <p:nvPr/>
        </p:nvCxnSpPr>
        <p:spPr>
          <a:xfrm flipH="1">
            <a:off x="19961665" y="-2141143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AB450F3F-A14F-D70E-1CE2-969399F97F05}"/>
              </a:ext>
            </a:extLst>
          </p:cNvPr>
          <p:cNvCxnSpPr/>
          <p:nvPr/>
        </p:nvCxnSpPr>
        <p:spPr>
          <a:xfrm flipH="1">
            <a:off x="20076979" y="-246976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F1BBFC3A-3AAA-5BC1-FE5F-1F2665868B2B}"/>
              </a:ext>
            </a:extLst>
          </p:cNvPr>
          <p:cNvCxnSpPr>
            <a:cxnSpLocks/>
          </p:cNvCxnSpPr>
          <p:nvPr/>
        </p:nvCxnSpPr>
        <p:spPr>
          <a:xfrm flipH="1">
            <a:off x="20011174" y="-2103635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0FBC8F0F-D526-C330-1F2D-EF0FE680BE15}"/>
              </a:ext>
            </a:extLst>
          </p:cNvPr>
          <p:cNvCxnSpPr>
            <a:cxnSpLocks/>
          </p:cNvCxnSpPr>
          <p:nvPr/>
        </p:nvCxnSpPr>
        <p:spPr>
          <a:xfrm flipH="1">
            <a:off x="20045632" y="-206612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95001382-A2A7-00A5-8E8D-C4EA47B6209C}"/>
              </a:ext>
            </a:extLst>
          </p:cNvPr>
          <p:cNvSpPr/>
          <p:nvPr/>
        </p:nvSpPr>
        <p:spPr>
          <a:xfrm flipH="1">
            <a:off x="16787064" y="-3057784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Straight Arrow Connector 456">
            <a:extLst>
              <a:ext uri="{FF2B5EF4-FFF2-40B4-BE49-F238E27FC236}">
                <a16:creationId xmlns:a16="http://schemas.microsoft.com/office/drawing/2014/main" id="{70D321D4-AD8C-D498-A94A-14FBEE09D215}"/>
              </a:ext>
            </a:extLst>
          </p:cNvPr>
          <p:cNvCxnSpPr>
            <a:cxnSpLocks/>
          </p:cNvCxnSpPr>
          <p:nvPr/>
        </p:nvCxnSpPr>
        <p:spPr>
          <a:xfrm flipV="1">
            <a:off x="17076602" y="-2973444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C09F6479-4271-684E-D48B-BB5E1B56FD76}"/>
              </a:ext>
            </a:extLst>
          </p:cNvPr>
          <p:cNvCxnSpPr>
            <a:cxnSpLocks/>
          </p:cNvCxnSpPr>
          <p:nvPr/>
        </p:nvCxnSpPr>
        <p:spPr>
          <a:xfrm flipH="1">
            <a:off x="17073035" y="-3488166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6B294C8A-F4BD-CE9D-5BDB-860F9D81E613}"/>
              </a:ext>
            </a:extLst>
          </p:cNvPr>
          <p:cNvCxnSpPr>
            <a:cxnSpLocks/>
          </p:cNvCxnSpPr>
          <p:nvPr/>
        </p:nvCxnSpPr>
        <p:spPr>
          <a:xfrm flipH="1">
            <a:off x="16966613" y="-214171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A6D3C49E-3DAC-2D49-81B0-8C3CF5DCBDB5}"/>
              </a:ext>
            </a:extLst>
          </p:cNvPr>
          <p:cNvCxnSpPr/>
          <p:nvPr/>
        </p:nvCxnSpPr>
        <p:spPr>
          <a:xfrm flipH="1">
            <a:off x="17081927" y="-247033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49C7C6FB-ABB9-3BAA-5C13-F840FE9AE8E2}"/>
              </a:ext>
            </a:extLst>
          </p:cNvPr>
          <p:cNvCxnSpPr>
            <a:cxnSpLocks/>
          </p:cNvCxnSpPr>
          <p:nvPr/>
        </p:nvCxnSpPr>
        <p:spPr>
          <a:xfrm flipH="1">
            <a:off x="17016122" y="-210420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479B76C4-F1D0-56EF-54CF-2F2DE32BA1BA}"/>
              </a:ext>
            </a:extLst>
          </p:cNvPr>
          <p:cNvCxnSpPr>
            <a:cxnSpLocks/>
          </p:cNvCxnSpPr>
          <p:nvPr/>
        </p:nvCxnSpPr>
        <p:spPr>
          <a:xfrm flipH="1">
            <a:off x="17050580" y="-206669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3" name="テキスト プレースホルダー 2">
            <a:extLst>
              <a:ext uri="{FF2B5EF4-FFF2-40B4-BE49-F238E27FC236}">
                <a16:creationId xmlns:a16="http://schemas.microsoft.com/office/drawing/2014/main" id="{C0D87820-BF66-0444-E81F-6D173280123D}"/>
              </a:ext>
            </a:extLst>
          </p:cNvPr>
          <p:cNvSpPr txBox="1">
            <a:spLocks/>
          </p:cNvSpPr>
          <p:nvPr/>
        </p:nvSpPr>
        <p:spPr>
          <a:xfrm flipH="1">
            <a:off x="15032489" y="-42486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FE5750CF-03F9-4C30-385C-C6CC8DFA3339}"/>
              </a:ext>
            </a:extLst>
          </p:cNvPr>
          <p:cNvSpPr/>
          <p:nvPr/>
        </p:nvSpPr>
        <p:spPr>
          <a:xfrm rot="10800000" flipH="1">
            <a:off x="14319453" y="-3690034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75D53557-138B-03C4-EBE4-40AA669AC4B0}"/>
              </a:ext>
            </a:extLst>
          </p:cNvPr>
          <p:cNvCxnSpPr>
            <a:cxnSpLocks/>
          </p:cNvCxnSpPr>
          <p:nvPr/>
        </p:nvCxnSpPr>
        <p:spPr>
          <a:xfrm flipH="1">
            <a:off x="14060113" y="-35245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Oval 465">
            <a:extLst>
              <a:ext uri="{FF2B5EF4-FFF2-40B4-BE49-F238E27FC236}">
                <a16:creationId xmlns:a16="http://schemas.microsoft.com/office/drawing/2014/main" id="{3E047C80-A338-8238-F4C6-7273B072CF80}"/>
              </a:ext>
            </a:extLst>
          </p:cNvPr>
          <p:cNvSpPr/>
          <p:nvPr/>
        </p:nvSpPr>
        <p:spPr>
          <a:xfrm flipH="1">
            <a:off x="13990291" y="-357121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94509BD2-4BE2-5D04-0432-32F47122D784}"/>
              </a:ext>
            </a:extLst>
          </p:cNvPr>
          <p:cNvCxnSpPr>
            <a:cxnSpLocks/>
          </p:cNvCxnSpPr>
          <p:nvPr/>
        </p:nvCxnSpPr>
        <p:spPr>
          <a:xfrm flipH="1">
            <a:off x="13747301" y="-352335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8" name="Rectangle 467">
            <a:extLst>
              <a:ext uri="{FF2B5EF4-FFF2-40B4-BE49-F238E27FC236}">
                <a16:creationId xmlns:a16="http://schemas.microsoft.com/office/drawing/2014/main" id="{E166332B-D7DA-671E-D6FF-073B5CE67FD0}"/>
              </a:ext>
            </a:extLst>
          </p:cNvPr>
          <p:cNvSpPr/>
          <p:nvPr/>
        </p:nvSpPr>
        <p:spPr>
          <a:xfrm rot="10800000" flipH="1">
            <a:off x="13107829" y="-3694950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D6DB0B2D-0EB2-9C45-65C7-3474DEB3443E}"/>
              </a:ext>
            </a:extLst>
          </p:cNvPr>
          <p:cNvCxnSpPr>
            <a:cxnSpLocks/>
          </p:cNvCxnSpPr>
          <p:nvPr/>
        </p:nvCxnSpPr>
        <p:spPr>
          <a:xfrm flipH="1">
            <a:off x="12841564" y="-35249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0" name="Rectangle 469">
            <a:extLst>
              <a:ext uri="{FF2B5EF4-FFF2-40B4-BE49-F238E27FC236}">
                <a16:creationId xmlns:a16="http://schemas.microsoft.com/office/drawing/2014/main" id="{0B19E077-9483-B113-0DF7-9B83ED4D334A}"/>
              </a:ext>
            </a:extLst>
          </p:cNvPr>
          <p:cNvSpPr/>
          <p:nvPr/>
        </p:nvSpPr>
        <p:spPr>
          <a:xfrm rot="10800000" flipH="1">
            <a:off x="12209017" y="-367983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0AC221DF-0A8F-8F9F-A0DC-444C28208DD4}"/>
              </a:ext>
            </a:extLst>
          </p:cNvPr>
          <p:cNvCxnSpPr>
            <a:cxnSpLocks/>
          </p:cNvCxnSpPr>
          <p:nvPr/>
        </p:nvCxnSpPr>
        <p:spPr>
          <a:xfrm flipH="1">
            <a:off x="11942752" y="-352870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テキスト プレースホルダー 2">
            <a:extLst>
              <a:ext uri="{FF2B5EF4-FFF2-40B4-BE49-F238E27FC236}">
                <a16:creationId xmlns:a16="http://schemas.microsoft.com/office/drawing/2014/main" id="{83618552-6E69-D931-217A-30EBE3EF533C}"/>
              </a:ext>
            </a:extLst>
          </p:cNvPr>
          <p:cNvSpPr txBox="1">
            <a:spLocks/>
          </p:cNvSpPr>
          <p:nvPr/>
        </p:nvSpPr>
        <p:spPr>
          <a:xfrm flipH="1">
            <a:off x="14113738" y="-421398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73" name="テキスト プレースホルダー 2">
            <a:extLst>
              <a:ext uri="{FF2B5EF4-FFF2-40B4-BE49-F238E27FC236}">
                <a16:creationId xmlns:a16="http://schemas.microsoft.com/office/drawing/2014/main" id="{2A6CA73C-45A3-71E8-9053-54123E48032E}"/>
              </a:ext>
            </a:extLst>
          </p:cNvPr>
          <p:cNvSpPr txBox="1">
            <a:spLocks/>
          </p:cNvSpPr>
          <p:nvPr/>
        </p:nvSpPr>
        <p:spPr>
          <a:xfrm flipH="1">
            <a:off x="12916413" y="-423293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74" name="Oval 473">
            <a:extLst>
              <a:ext uri="{FF2B5EF4-FFF2-40B4-BE49-F238E27FC236}">
                <a16:creationId xmlns:a16="http://schemas.microsoft.com/office/drawing/2014/main" id="{09D1E49E-39A3-63BA-E049-7E9BFAA2694E}"/>
              </a:ext>
            </a:extLst>
          </p:cNvPr>
          <p:cNvSpPr/>
          <p:nvPr/>
        </p:nvSpPr>
        <p:spPr>
          <a:xfrm flipH="1">
            <a:off x="13747302" y="-3048306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F4DDB52F-74AB-55E2-6ACA-D69D0E109D69}"/>
              </a:ext>
            </a:extLst>
          </p:cNvPr>
          <p:cNvCxnSpPr>
            <a:cxnSpLocks/>
          </p:cNvCxnSpPr>
          <p:nvPr/>
        </p:nvCxnSpPr>
        <p:spPr>
          <a:xfrm flipV="1">
            <a:off x="14036840" y="-2963966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9CE1F80B-3BBE-2660-4DB5-00E5D6924B3F}"/>
              </a:ext>
            </a:extLst>
          </p:cNvPr>
          <p:cNvCxnSpPr>
            <a:cxnSpLocks/>
          </p:cNvCxnSpPr>
          <p:nvPr/>
        </p:nvCxnSpPr>
        <p:spPr>
          <a:xfrm flipH="1">
            <a:off x="14033273" y="-347868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5122D8B2-9C99-E17C-8B07-3345B4051930}"/>
              </a:ext>
            </a:extLst>
          </p:cNvPr>
          <p:cNvCxnSpPr>
            <a:cxnSpLocks/>
          </p:cNvCxnSpPr>
          <p:nvPr/>
        </p:nvCxnSpPr>
        <p:spPr>
          <a:xfrm flipH="1">
            <a:off x="13926851" y="-213223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7B18425D-13AF-B92C-0A05-9CEAC12B5E73}"/>
              </a:ext>
            </a:extLst>
          </p:cNvPr>
          <p:cNvCxnSpPr/>
          <p:nvPr/>
        </p:nvCxnSpPr>
        <p:spPr>
          <a:xfrm flipH="1">
            <a:off x="14042165" y="-24608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4DF65144-5728-19CC-E013-D9DC29BFA99B}"/>
              </a:ext>
            </a:extLst>
          </p:cNvPr>
          <p:cNvCxnSpPr>
            <a:cxnSpLocks/>
          </p:cNvCxnSpPr>
          <p:nvPr/>
        </p:nvCxnSpPr>
        <p:spPr>
          <a:xfrm flipH="1">
            <a:off x="13976360" y="-209472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7E5785DB-06EA-9BCC-CD3B-72458648838B}"/>
              </a:ext>
            </a:extLst>
          </p:cNvPr>
          <p:cNvCxnSpPr>
            <a:cxnSpLocks/>
          </p:cNvCxnSpPr>
          <p:nvPr/>
        </p:nvCxnSpPr>
        <p:spPr>
          <a:xfrm flipH="1">
            <a:off x="14010818" y="-205722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テキスト プレースホルダー 2">
            <a:extLst>
              <a:ext uri="{FF2B5EF4-FFF2-40B4-BE49-F238E27FC236}">
                <a16:creationId xmlns:a16="http://schemas.microsoft.com/office/drawing/2014/main" id="{7C23AC4E-970F-D833-0881-7A89F9EF3ACC}"/>
              </a:ext>
            </a:extLst>
          </p:cNvPr>
          <p:cNvSpPr txBox="1">
            <a:spLocks/>
          </p:cNvSpPr>
          <p:nvPr/>
        </p:nvSpPr>
        <p:spPr>
          <a:xfrm flipH="1">
            <a:off x="11992727" y="-423914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40D84CBE-6787-040E-9696-8552F0A7DAC2}"/>
              </a:ext>
            </a:extLst>
          </p:cNvPr>
          <p:cNvSpPr/>
          <p:nvPr/>
        </p:nvSpPr>
        <p:spPr>
          <a:xfrm>
            <a:off x="10953983" y="-3626523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954498EB-B358-49A0-BAE3-5C9A31D7A7DF}"/>
              </a:ext>
            </a:extLst>
          </p:cNvPr>
          <p:cNvSpPr/>
          <p:nvPr/>
        </p:nvSpPr>
        <p:spPr>
          <a:xfrm>
            <a:off x="11260929" y="-3628670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3FDAC9C5-B9FF-4E5C-9B41-6F7ABF51227A}"/>
              </a:ext>
            </a:extLst>
          </p:cNvPr>
          <p:cNvSpPr/>
          <p:nvPr/>
        </p:nvSpPr>
        <p:spPr>
          <a:xfrm>
            <a:off x="11567875" y="-3628670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5" name="テキスト プレースホルダー 2">
            <a:extLst>
              <a:ext uri="{FF2B5EF4-FFF2-40B4-BE49-F238E27FC236}">
                <a16:creationId xmlns:a16="http://schemas.microsoft.com/office/drawing/2014/main" id="{8F021FE6-A12F-F82E-E90C-36E7C8F249E9}"/>
              </a:ext>
            </a:extLst>
          </p:cNvPr>
          <p:cNvSpPr txBox="1">
            <a:spLocks/>
          </p:cNvSpPr>
          <p:nvPr/>
        </p:nvSpPr>
        <p:spPr>
          <a:xfrm>
            <a:off x="4464543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486" name="テキスト プレースホルダー 2">
            <a:extLst>
              <a:ext uri="{FF2B5EF4-FFF2-40B4-BE49-F238E27FC236}">
                <a16:creationId xmlns:a16="http://schemas.microsoft.com/office/drawing/2014/main" id="{E4AC6859-CA97-2CAF-B8A9-1C7FE8998E24}"/>
              </a:ext>
            </a:extLst>
          </p:cNvPr>
          <p:cNvSpPr txBox="1">
            <a:spLocks/>
          </p:cNvSpPr>
          <p:nvPr/>
        </p:nvSpPr>
        <p:spPr>
          <a:xfrm>
            <a:off x="7534955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sp>
        <p:nvSpPr>
          <p:cNvPr id="487" name="テキスト プレースホルダー 2">
            <a:extLst>
              <a:ext uri="{FF2B5EF4-FFF2-40B4-BE49-F238E27FC236}">
                <a16:creationId xmlns:a16="http://schemas.microsoft.com/office/drawing/2014/main" id="{65B3BC05-F31F-DC3C-99A5-6A1D0B49E236}"/>
              </a:ext>
            </a:extLst>
          </p:cNvPr>
          <p:cNvSpPr txBox="1">
            <a:spLocks/>
          </p:cNvSpPr>
          <p:nvPr/>
        </p:nvSpPr>
        <p:spPr>
          <a:xfrm>
            <a:off x="12811373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8" name="テキスト プレースホルダー 2">
            <a:extLst>
              <a:ext uri="{FF2B5EF4-FFF2-40B4-BE49-F238E27FC236}">
                <a16:creationId xmlns:a16="http://schemas.microsoft.com/office/drawing/2014/main" id="{7D14D409-40CA-A3C4-6570-C3D0A24BB628}"/>
              </a:ext>
            </a:extLst>
          </p:cNvPr>
          <p:cNvSpPr txBox="1">
            <a:spLocks/>
          </p:cNvSpPr>
          <p:nvPr/>
        </p:nvSpPr>
        <p:spPr>
          <a:xfrm>
            <a:off x="15881785" y="-3089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9" name="テキスト プレースホルダー 2">
            <a:extLst>
              <a:ext uri="{FF2B5EF4-FFF2-40B4-BE49-F238E27FC236}">
                <a16:creationId xmlns:a16="http://schemas.microsoft.com/office/drawing/2014/main" id="{E598DF14-FB36-7314-E0D2-4E6D4AA62CA7}"/>
              </a:ext>
            </a:extLst>
          </p:cNvPr>
          <p:cNvSpPr txBox="1">
            <a:spLocks/>
          </p:cNvSpPr>
          <p:nvPr/>
        </p:nvSpPr>
        <p:spPr>
          <a:xfrm>
            <a:off x="3006909" y="-3024457"/>
            <a:ext cx="1222591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90" name="テキスト プレースホルダー 2">
            <a:extLst>
              <a:ext uri="{FF2B5EF4-FFF2-40B4-BE49-F238E27FC236}">
                <a16:creationId xmlns:a16="http://schemas.microsoft.com/office/drawing/2014/main" id="{23BD8E47-9B89-2F16-D447-127667172E08}"/>
              </a:ext>
            </a:extLst>
          </p:cNvPr>
          <p:cNvSpPr txBox="1">
            <a:spLocks/>
          </p:cNvSpPr>
          <p:nvPr/>
        </p:nvSpPr>
        <p:spPr>
          <a:xfrm>
            <a:off x="18849251" y="-3039680"/>
            <a:ext cx="1222591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491" name="Picture 490">
            <a:extLst>
              <a:ext uri="{FF2B5EF4-FFF2-40B4-BE49-F238E27FC236}">
                <a16:creationId xmlns:a16="http://schemas.microsoft.com/office/drawing/2014/main" id="{B118046F-3818-0DEE-F94A-588FA5919B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965299" y="7914216"/>
            <a:ext cx="12192000" cy="1918510"/>
          </a:xfrm>
          <a:prstGeom prst="rect">
            <a:avLst/>
          </a:prstGeom>
        </p:spPr>
      </p:pic>
      <p:sp>
        <p:nvSpPr>
          <p:cNvPr id="493" name="Rectangle 492">
            <a:extLst>
              <a:ext uri="{FF2B5EF4-FFF2-40B4-BE49-F238E27FC236}">
                <a16:creationId xmlns:a16="http://schemas.microsoft.com/office/drawing/2014/main" id="{3A318E99-A485-4067-C51B-AB94F57FD6AF}"/>
              </a:ext>
            </a:extLst>
          </p:cNvPr>
          <p:cNvSpPr/>
          <p:nvPr/>
        </p:nvSpPr>
        <p:spPr>
          <a:xfrm rot="5400000">
            <a:off x="8921304" y="12108102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C10079B5-BACD-5E13-AAD5-D6AE9B5CF210}"/>
              </a:ext>
            </a:extLst>
          </p:cNvPr>
          <p:cNvSpPr/>
          <p:nvPr/>
        </p:nvSpPr>
        <p:spPr>
          <a:xfrm rot="5400000">
            <a:off x="9459294" y="12108102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7DDDD8B1-7ABB-0FC4-A3A1-2A6626E45E72}"/>
              </a:ext>
            </a:extLst>
          </p:cNvPr>
          <p:cNvCxnSpPr>
            <a:cxnSpLocks/>
            <a:stCxn id="493" idx="3"/>
          </p:cNvCxnSpPr>
          <p:nvPr/>
        </p:nvCxnSpPr>
        <p:spPr>
          <a:xfrm>
            <a:off x="9241040" y="1258424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EBDE6652-ECDA-DF57-9DBA-B62FC54B150B}"/>
              </a:ext>
            </a:extLst>
          </p:cNvPr>
          <p:cNvCxnSpPr/>
          <p:nvPr/>
        </p:nvCxnSpPr>
        <p:spPr>
          <a:xfrm>
            <a:off x="9773570" y="1258424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69AB3FF8-2876-8A31-80D3-A0CB38CF6F1A}"/>
              </a:ext>
            </a:extLst>
          </p:cNvPr>
          <p:cNvCxnSpPr>
            <a:cxnSpLocks/>
          </p:cNvCxnSpPr>
          <p:nvPr/>
        </p:nvCxnSpPr>
        <p:spPr>
          <a:xfrm>
            <a:off x="9241040" y="12912869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2580044B-EFB5-2C85-28B9-DA7A1F19E833}"/>
              </a:ext>
            </a:extLst>
          </p:cNvPr>
          <p:cNvCxnSpPr>
            <a:cxnSpLocks/>
          </p:cNvCxnSpPr>
          <p:nvPr/>
        </p:nvCxnSpPr>
        <p:spPr>
          <a:xfrm>
            <a:off x="9507305" y="1291286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98">
            <a:extLst>
              <a:ext uri="{FF2B5EF4-FFF2-40B4-BE49-F238E27FC236}">
                <a16:creationId xmlns:a16="http://schemas.microsoft.com/office/drawing/2014/main" id="{BD0C5C00-B341-1E4B-3AEB-9FE786979C3C}"/>
              </a:ext>
            </a:extLst>
          </p:cNvPr>
          <p:cNvCxnSpPr>
            <a:cxnSpLocks/>
          </p:cNvCxnSpPr>
          <p:nvPr/>
        </p:nvCxnSpPr>
        <p:spPr>
          <a:xfrm>
            <a:off x="9272142" y="13241489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021DEC53-46AF-2CD0-B5D9-B00110A1F262}"/>
              </a:ext>
            </a:extLst>
          </p:cNvPr>
          <p:cNvCxnSpPr>
            <a:cxnSpLocks/>
          </p:cNvCxnSpPr>
          <p:nvPr/>
        </p:nvCxnSpPr>
        <p:spPr>
          <a:xfrm>
            <a:off x="9346821" y="13377881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Connector 500">
            <a:extLst>
              <a:ext uri="{FF2B5EF4-FFF2-40B4-BE49-F238E27FC236}">
                <a16:creationId xmlns:a16="http://schemas.microsoft.com/office/drawing/2014/main" id="{BEF02468-459B-8DF2-64DC-12DB5DEE5FA4}"/>
              </a:ext>
            </a:extLst>
          </p:cNvPr>
          <p:cNvCxnSpPr>
            <a:cxnSpLocks/>
          </p:cNvCxnSpPr>
          <p:nvPr/>
        </p:nvCxnSpPr>
        <p:spPr>
          <a:xfrm>
            <a:off x="9397451" y="13706501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1B26BD9F-B87A-9655-289B-24F5B8373307}"/>
              </a:ext>
            </a:extLst>
          </p:cNvPr>
          <p:cNvCxnSpPr/>
          <p:nvPr/>
        </p:nvCxnSpPr>
        <p:spPr>
          <a:xfrm>
            <a:off x="9507305" y="1337788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3BBF5A59-6555-4A82-79D9-331E280BE3FC}"/>
              </a:ext>
            </a:extLst>
          </p:cNvPr>
          <p:cNvCxnSpPr>
            <a:cxnSpLocks/>
          </p:cNvCxnSpPr>
          <p:nvPr/>
        </p:nvCxnSpPr>
        <p:spPr>
          <a:xfrm>
            <a:off x="9455172" y="13744009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C500E55E-CB4A-5F79-A578-338E447B1E31}"/>
              </a:ext>
            </a:extLst>
          </p:cNvPr>
          <p:cNvCxnSpPr>
            <a:cxnSpLocks/>
          </p:cNvCxnSpPr>
          <p:nvPr/>
        </p:nvCxnSpPr>
        <p:spPr>
          <a:xfrm>
            <a:off x="9479683" y="1378151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>
            <a:extLst>
              <a:ext uri="{FF2B5EF4-FFF2-40B4-BE49-F238E27FC236}">
                <a16:creationId xmlns:a16="http://schemas.microsoft.com/office/drawing/2014/main" id="{76614674-CB82-6FFA-94D0-27E1DDB5C6C2}"/>
              </a:ext>
            </a:extLst>
          </p:cNvPr>
          <p:cNvCxnSpPr/>
          <p:nvPr/>
        </p:nvCxnSpPr>
        <p:spPr>
          <a:xfrm>
            <a:off x="9241040" y="116161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2EE59B63-8CB3-195C-84DB-F6207C855C54}"/>
              </a:ext>
            </a:extLst>
          </p:cNvPr>
          <p:cNvCxnSpPr/>
          <p:nvPr/>
        </p:nvCxnSpPr>
        <p:spPr>
          <a:xfrm>
            <a:off x="9773570" y="1161615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D14E2ADD-508D-0D7C-D35D-FA033645E753}"/>
              </a:ext>
            </a:extLst>
          </p:cNvPr>
          <p:cNvCxnSpPr>
            <a:cxnSpLocks/>
          </p:cNvCxnSpPr>
          <p:nvPr/>
        </p:nvCxnSpPr>
        <p:spPr>
          <a:xfrm>
            <a:off x="9241040" y="11627795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EE88FAE7-703B-852F-E7F2-09886210D40F}"/>
              </a:ext>
            </a:extLst>
          </p:cNvPr>
          <p:cNvCxnSpPr>
            <a:cxnSpLocks/>
          </p:cNvCxnSpPr>
          <p:nvPr/>
        </p:nvCxnSpPr>
        <p:spPr>
          <a:xfrm>
            <a:off x="9507305" y="1128753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Rectangle 508">
            <a:extLst>
              <a:ext uri="{FF2B5EF4-FFF2-40B4-BE49-F238E27FC236}">
                <a16:creationId xmlns:a16="http://schemas.microsoft.com/office/drawing/2014/main" id="{7A08AF6F-7561-2805-58DC-B5A5D41A665B}"/>
              </a:ext>
            </a:extLst>
          </p:cNvPr>
          <p:cNvSpPr/>
          <p:nvPr/>
        </p:nvSpPr>
        <p:spPr>
          <a:xfrm rot="10800000">
            <a:off x="9773570" y="11147387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97E35341-B46D-D55B-6E8D-F8A8C1177C60}"/>
              </a:ext>
            </a:extLst>
          </p:cNvPr>
          <p:cNvCxnSpPr>
            <a:cxnSpLocks/>
          </p:cNvCxnSpPr>
          <p:nvPr/>
        </p:nvCxnSpPr>
        <p:spPr>
          <a:xfrm>
            <a:off x="9507305" y="1130425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CA600CA9-3B22-EC64-5B38-68E1248C48C5}"/>
              </a:ext>
            </a:extLst>
          </p:cNvPr>
          <p:cNvCxnSpPr>
            <a:cxnSpLocks/>
          </p:cNvCxnSpPr>
          <p:nvPr/>
        </p:nvCxnSpPr>
        <p:spPr>
          <a:xfrm>
            <a:off x="10413042" y="1130441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Oval 511">
            <a:extLst>
              <a:ext uri="{FF2B5EF4-FFF2-40B4-BE49-F238E27FC236}">
                <a16:creationId xmlns:a16="http://schemas.microsoft.com/office/drawing/2014/main" id="{E5A6E07B-FAB0-3C41-52EA-CAA49167D38A}"/>
              </a:ext>
            </a:extLst>
          </p:cNvPr>
          <p:cNvSpPr/>
          <p:nvPr/>
        </p:nvSpPr>
        <p:spPr>
          <a:xfrm>
            <a:off x="10656030" y="11257709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B22F880E-258E-346E-4A86-755117C0D1B8}"/>
              </a:ext>
            </a:extLst>
          </p:cNvPr>
          <p:cNvCxnSpPr>
            <a:cxnSpLocks/>
          </p:cNvCxnSpPr>
          <p:nvPr/>
        </p:nvCxnSpPr>
        <p:spPr>
          <a:xfrm>
            <a:off x="10725854" y="1130557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Rectangle 513">
            <a:extLst>
              <a:ext uri="{FF2B5EF4-FFF2-40B4-BE49-F238E27FC236}">
                <a16:creationId xmlns:a16="http://schemas.microsoft.com/office/drawing/2014/main" id="{18C281F1-8FC6-4041-7F5D-5D362954BEAB}"/>
              </a:ext>
            </a:extLst>
          </p:cNvPr>
          <p:cNvSpPr/>
          <p:nvPr/>
        </p:nvSpPr>
        <p:spPr>
          <a:xfrm rot="10800000">
            <a:off x="10992119" y="11131125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808730FA-9749-D276-27B7-24A62CC32773}"/>
              </a:ext>
            </a:extLst>
          </p:cNvPr>
          <p:cNvCxnSpPr>
            <a:cxnSpLocks/>
          </p:cNvCxnSpPr>
          <p:nvPr/>
        </p:nvCxnSpPr>
        <p:spPr>
          <a:xfrm>
            <a:off x="11631591" y="1129514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" name="Rectangle 515">
            <a:extLst>
              <a:ext uri="{FF2B5EF4-FFF2-40B4-BE49-F238E27FC236}">
                <a16:creationId xmlns:a16="http://schemas.microsoft.com/office/drawing/2014/main" id="{28E7AFFA-82F7-0728-2240-9A0FF4A8B6C2}"/>
              </a:ext>
            </a:extLst>
          </p:cNvPr>
          <p:cNvSpPr/>
          <p:nvPr/>
        </p:nvSpPr>
        <p:spPr>
          <a:xfrm rot="10800000">
            <a:off x="11890931" y="11138737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7" name="Straight Connector 516">
            <a:extLst>
              <a:ext uri="{FF2B5EF4-FFF2-40B4-BE49-F238E27FC236}">
                <a16:creationId xmlns:a16="http://schemas.microsoft.com/office/drawing/2014/main" id="{AFC6EE95-6CDC-09E4-BF16-4110A78E2E45}"/>
              </a:ext>
            </a:extLst>
          </p:cNvPr>
          <p:cNvCxnSpPr>
            <a:cxnSpLocks/>
          </p:cNvCxnSpPr>
          <p:nvPr/>
        </p:nvCxnSpPr>
        <p:spPr>
          <a:xfrm>
            <a:off x="12526466" y="11295149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テキスト プレースホルダー 2">
            <a:extLst>
              <a:ext uri="{FF2B5EF4-FFF2-40B4-BE49-F238E27FC236}">
                <a16:creationId xmlns:a16="http://schemas.microsoft.com/office/drawing/2014/main" id="{86B04246-19C3-AD53-8CEF-7AF779BB21CD}"/>
              </a:ext>
            </a:extLst>
          </p:cNvPr>
          <p:cNvSpPr txBox="1">
            <a:spLocks/>
          </p:cNvSpPr>
          <p:nvPr/>
        </p:nvSpPr>
        <p:spPr>
          <a:xfrm>
            <a:off x="9882237" y="13088948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19" name="テキスト プレースホルダー 2">
            <a:extLst>
              <a:ext uri="{FF2B5EF4-FFF2-40B4-BE49-F238E27FC236}">
                <a16:creationId xmlns:a16="http://schemas.microsoft.com/office/drawing/2014/main" id="{17CF12BE-D5B3-0699-921F-C2D8F7B8EBA4}"/>
              </a:ext>
            </a:extLst>
          </p:cNvPr>
          <p:cNvSpPr txBox="1">
            <a:spLocks/>
          </p:cNvSpPr>
          <p:nvPr/>
        </p:nvSpPr>
        <p:spPr>
          <a:xfrm>
            <a:off x="9773568" y="12513004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520" name="テキスト プレースホルダー 2">
            <a:extLst>
              <a:ext uri="{FF2B5EF4-FFF2-40B4-BE49-F238E27FC236}">
                <a16:creationId xmlns:a16="http://schemas.microsoft.com/office/drawing/2014/main" id="{1DC06454-A32D-4308-BCFC-9F69774203BF}"/>
              </a:ext>
            </a:extLst>
          </p:cNvPr>
          <p:cNvSpPr txBox="1">
            <a:spLocks/>
          </p:cNvSpPr>
          <p:nvPr/>
        </p:nvSpPr>
        <p:spPr>
          <a:xfrm>
            <a:off x="8397618" y="12495003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1" name="テキスト プレースホルダー 2">
            <a:extLst>
              <a:ext uri="{FF2B5EF4-FFF2-40B4-BE49-F238E27FC236}">
                <a16:creationId xmlns:a16="http://schemas.microsoft.com/office/drawing/2014/main" id="{E521BF96-B1FC-03C5-753F-C26CC70E4318}"/>
              </a:ext>
            </a:extLst>
          </p:cNvPr>
          <p:cNvSpPr txBox="1">
            <a:spLocks/>
          </p:cNvSpPr>
          <p:nvPr/>
        </p:nvSpPr>
        <p:spPr>
          <a:xfrm>
            <a:off x="9622488" y="1060989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2" name="テキスト プレースホルダー 2">
            <a:extLst>
              <a:ext uri="{FF2B5EF4-FFF2-40B4-BE49-F238E27FC236}">
                <a16:creationId xmlns:a16="http://schemas.microsoft.com/office/drawing/2014/main" id="{66D8DDBC-9E68-5412-4430-79D8C53C3FD7}"/>
              </a:ext>
            </a:extLst>
          </p:cNvPr>
          <p:cNvSpPr txBox="1">
            <a:spLocks/>
          </p:cNvSpPr>
          <p:nvPr/>
        </p:nvSpPr>
        <p:spPr>
          <a:xfrm>
            <a:off x="10875834" y="1061479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3" name="テキスト プレースホルダー 2">
            <a:extLst>
              <a:ext uri="{FF2B5EF4-FFF2-40B4-BE49-F238E27FC236}">
                <a16:creationId xmlns:a16="http://schemas.microsoft.com/office/drawing/2014/main" id="{4CA9C51C-36DC-A0CB-E9A9-431E208E48AF}"/>
              </a:ext>
            </a:extLst>
          </p:cNvPr>
          <p:cNvSpPr txBox="1">
            <a:spLocks/>
          </p:cNvSpPr>
          <p:nvPr/>
        </p:nvSpPr>
        <p:spPr>
          <a:xfrm>
            <a:off x="11783621" y="10614790"/>
            <a:ext cx="96497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524" name="Oval 523">
            <a:extLst>
              <a:ext uri="{FF2B5EF4-FFF2-40B4-BE49-F238E27FC236}">
                <a16:creationId xmlns:a16="http://schemas.microsoft.com/office/drawing/2014/main" id="{56B54E57-22C1-5296-87B5-2D6F5ADBE0F2}"/>
              </a:ext>
            </a:extLst>
          </p:cNvPr>
          <p:cNvSpPr/>
          <p:nvPr/>
        </p:nvSpPr>
        <p:spPr>
          <a:xfrm>
            <a:off x="10413042" y="11781037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BE7D4739-F63A-0F84-C8EB-9C4DA5570A6B}"/>
              </a:ext>
            </a:extLst>
          </p:cNvPr>
          <p:cNvCxnSpPr>
            <a:cxnSpLocks/>
          </p:cNvCxnSpPr>
          <p:nvPr/>
        </p:nvCxnSpPr>
        <p:spPr>
          <a:xfrm flipH="1" flipV="1">
            <a:off x="10697255" y="11865377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00A65D01-DA93-539A-435F-7217F169BAE7}"/>
              </a:ext>
            </a:extLst>
          </p:cNvPr>
          <p:cNvCxnSpPr>
            <a:cxnSpLocks/>
          </p:cNvCxnSpPr>
          <p:nvPr/>
        </p:nvCxnSpPr>
        <p:spPr>
          <a:xfrm>
            <a:off x="10706147" y="11350655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246FE459-C65B-8406-3119-5B85DE665730}"/>
              </a:ext>
            </a:extLst>
          </p:cNvPr>
          <p:cNvCxnSpPr>
            <a:cxnSpLocks/>
          </p:cNvCxnSpPr>
          <p:nvPr/>
        </p:nvCxnSpPr>
        <p:spPr>
          <a:xfrm>
            <a:off x="10597660" y="12697107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4138ECD7-8A3F-9CD4-94EA-AEB6EED0D646}"/>
              </a:ext>
            </a:extLst>
          </p:cNvPr>
          <p:cNvCxnSpPr/>
          <p:nvPr/>
        </p:nvCxnSpPr>
        <p:spPr>
          <a:xfrm>
            <a:off x="10707514" y="1236848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528">
            <a:extLst>
              <a:ext uri="{FF2B5EF4-FFF2-40B4-BE49-F238E27FC236}">
                <a16:creationId xmlns:a16="http://schemas.microsoft.com/office/drawing/2014/main" id="{72A52E7C-990F-5063-5857-902ECB78D488}"/>
              </a:ext>
            </a:extLst>
          </p:cNvPr>
          <p:cNvCxnSpPr>
            <a:cxnSpLocks/>
          </p:cNvCxnSpPr>
          <p:nvPr/>
        </p:nvCxnSpPr>
        <p:spPr>
          <a:xfrm>
            <a:off x="10655381" y="12734615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61827CEB-A926-D41B-09C7-CA2B562754BE}"/>
              </a:ext>
            </a:extLst>
          </p:cNvPr>
          <p:cNvCxnSpPr>
            <a:cxnSpLocks/>
          </p:cNvCxnSpPr>
          <p:nvPr/>
        </p:nvCxnSpPr>
        <p:spPr>
          <a:xfrm>
            <a:off x="10679892" y="1277212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AD1B7D67-8A53-638E-2D65-D2F269074A67}"/>
              </a:ext>
            </a:extLst>
          </p:cNvPr>
          <p:cNvCxnSpPr>
            <a:cxnSpLocks/>
          </p:cNvCxnSpPr>
          <p:nvPr/>
        </p:nvCxnSpPr>
        <p:spPr>
          <a:xfrm>
            <a:off x="13110028" y="8909451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" name="Rectangle 531">
            <a:extLst>
              <a:ext uri="{FF2B5EF4-FFF2-40B4-BE49-F238E27FC236}">
                <a16:creationId xmlns:a16="http://schemas.microsoft.com/office/drawing/2014/main" id="{FAB2A6ED-9050-2503-EA37-108FD14EBD0E}"/>
              </a:ext>
            </a:extLst>
          </p:cNvPr>
          <p:cNvSpPr/>
          <p:nvPr/>
        </p:nvSpPr>
        <p:spPr>
          <a:xfrm rot="10800000">
            <a:off x="13709492" y="13426715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5A5244D0-F69A-F4C8-CA69-7969834EA569}"/>
              </a:ext>
            </a:extLst>
          </p:cNvPr>
          <p:cNvCxnSpPr>
            <a:cxnSpLocks/>
          </p:cNvCxnSpPr>
          <p:nvPr/>
        </p:nvCxnSpPr>
        <p:spPr>
          <a:xfrm>
            <a:off x="14342039" y="1359223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4" name="Oval 533">
            <a:extLst>
              <a:ext uri="{FF2B5EF4-FFF2-40B4-BE49-F238E27FC236}">
                <a16:creationId xmlns:a16="http://schemas.microsoft.com/office/drawing/2014/main" id="{FFE30A00-0C68-5901-E1F9-0ACCAF9CCA58}"/>
              </a:ext>
            </a:extLst>
          </p:cNvPr>
          <p:cNvSpPr/>
          <p:nvPr/>
        </p:nvSpPr>
        <p:spPr>
          <a:xfrm>
            <a:off x="14585027" y="1354553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5" name="Straight Connector 534">
            <a:extLst>
              <a:ext uri="{FF2B5EF4-FFF2-40B4-BE49-F238E27FC236}">
                <a16:creationId xmlns:a16="http://schemas.microsoft.com/office/drawing/2014/main" id="{91586727-20E4-C167-1EFB-777C8FFCD4CC}"/>
              </a:ext>
            </a:extLst>
          </p:cNvPr>
          <p:cNvCxnSpPr>
            <a:cxnSpLocks/>
          </p:cNvCxnSpPr>
          <p:nvPr/>
        </p:nvCxnSpPr>
        <p:spPr>
          <a:xfrm>
            <a:off x="14654851" y="1359339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6" name="Rectangle 535">
            <a:extLst>
              <a:ext uri="{FF2B5EF4-FFF2-40B4-BE49-F238E27FC236}">
                <a16:creationId xmlns:a16="http://schemas.microsoft.com/office/drawing/2014/main" id="{FCC14594-475D-5BC4-D5D7-4E9D86BD975F}"/>
              </a:ext>
            </a:extLst>
          </p:cNvPr>
          <p:cNvSpPr/>
          <p:nvPr/>
        </p:nvSpPr>
        <p:spPr>
          <a:xfrm rot="10800000">
            <a:off x="14921116" y="13421799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7" name="Straight Connector 536">
            <a:extLst>
              <a:ext uri="{FF2B5EF4-FFF2-40B4-BE49-F238E27FC236}">
                <a16:creationId xmlns:a16="http://schemas.microsoft.com/office/drawing/2014/main" id="{8161A6A2-BB45-3A78-C572-B0D8BCD35841}"/>
              </a:ext>
            </a:extLst>
          </p:cNvPr>
          <p:cNvCxnSpPr>
            <a:cxnSpLocks/>
          </p:cNvCxnSpPr>
          <p:nvPr/>
        </p:nvCxnSpPr>
        <p:spPr>
          <a:xfrm>
            <a:off x="15560588" y="13591774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8" name="Rectangle 537">
            <a:extLst>
              <a:ext uri="{FF2B5EF4-FFF2-40B4-BE49-F238E27FC236}">
                <a16:creationId xmlns:a16="http://schemas.microsoft.com/office/drawing/2014/main" id="{1C160E0A-B466-5559-A7FF-FD0F30167E43}"/>
              </a:ext>
            </a:extLst>
          </p:cNvPr>
          <p:cNvSpPr/>
          <p:nvPr/>
        </p:nvSpPr>
        <p:spPr>
          <a:xfrm rot="5400000">
            <a:off x="14313351" y="12682451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2729C2F5-8A8B-8216-38BB-A29F86E7C28C}"/>
              </a:ext>
            </a:extLst>
          </p:cNvPr>
          <p:cNvCxnSpPr>
            <a:cxnSpLocks/>
          </p:cNvCxnSpPr>
          <p:nvPr/>
        </p:nvCxnSpPr>
        <p:spPr>
          <a:xfrm>
            <a:off x="13101918" y="11906577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テキスト プレースホルダー 2">
            <a:extLst>
              <a:ext uri="{FF2B5EF4-FFF2-40B4-BE49-F238E27FC236}">
                <a16:creationId xmlns:a16="http://schemas.microsoft.com/office/drawing/2014/main" id="{9AFE9B4B-F9E3-4F88-7806-091D3F9C8F7E}"/>
              </a:ext>
            </a:extLst>
          </p:cNvPr>
          <p:cNvSpPr txBox="1">
            <a:spLocks/>
          </p:cNvSpPr>
          <p:nvPr/>
        </p:nvSpPr>
        <p:spPr>
          <a:xfrm>
            <a:off x="13630993" y="129027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41" name="テキスト プレースホルダー 2">
            <a:extLst>
              <a:ext uri="{FF2B5EF4-FFF2-40B4-BE49-F238E27FC236}">
                <a16:creationId xmlns:a16="http://schemas.microsoft.com/office/drawing/2014/main" id="{85FBD7DA-3BB2-07E4-47A2-A94807286623}"/>
              </a:ext>
            </a:extLst>
          </p:cNvPr>
          <p:cNvSpPr txBox="1">
            <a:spLocks/>
          </p:cNvSpPr>
          <p:nvPr/>
        </p:nvSpPr>
        <p:spPr>
          <a:xfrm>
            <a:off x="14828318" y="1288381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71F302AC-FCFB-BBFE-FC31-DED8E8ED5AEC}"/>
              </a:ext>
            </a:extLst>
          </p:cNvPr>
          <p:cNvSpPr/>
          <p:nvPr/>
        </p:nvSpPr>
        <p:spPr>
          <a:xfrm>
            <a:off x="14342039" y="14068443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3" name="Straight Arrow Connector 542">
            <a:extLst>
              <a:ext uri="{FF2B5EF4-FFF2-40B4-BE49-F238E27FC236}">
                <a16:creationId xmlns:a16="http://schemas.microsoft.com/office/drawing/2014/main" id="{D498E0FC-679E-3EAC-CF7C-24FB7281A42A}"/>
              </a:ext>
            </a:extLst>
          </p:cNvPr>
          <p:cNvCxnSpPr>
            <a:cxnSpLocks/>
          </p:cNvCxnSpPr>
          <p:nvPr/>
        </p:nvCxnSpPr>
        <p:spPr>
          <a:xfrm flipH="1" flipV="1">
            <a:off x="14626252" y="14152783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543">
            <a:extLst>
              <a:ext uri="{FF2B5EF4-FFF2-40B4-BE49-F238E27FC236}">
                <a16:creationId xmlns:a16="http://schemas.microsoft.com/office/drawing/2014/main" id="{E0C398CE-8551-1DDF-977E-E652DA467FC4}"/>
              </a:ext>
            </a:extLst>
          </p:cNvPr>
          <p:cNvCxnSpPr>
            <a:cxnSpLocks/>
          </p:cNvCxnSpPr>
          <p:nvPr/>
        </p:nvCxnSpPr>
        <p:spPr>
          <a:xfrm>
            <a:off x="14635144" y="13638061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544">
            <a:extLst>
              <a:ext uri="{FF2B5EF4-FFF2-40B4-BE49-F238E27FC236}">
                <a16:creationId xmlns:a16="http://schemas.microsoft.com/office/drawing/2014/main" id="{433521F2-29BB-BFCC-505A-CF982D6BB86F}"/>
              </a:ext>
            </a:extLst>
          </p:cNvPr>
          <p:cNvCxnSpPr>
            <a:cxnSpLocks/>
          </p:cNvCxnSpPr>
          <p:nvPr/>
        </p:nvCxnSpPr>
        <p:spPr>
          <a:xfrm>
            <a:off x="14516398" y="14984513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CC876502-0102-9F0A-7D58-DA8BDF39F3D3}"/>
              </a:ext>
            </a:extLst>
          </p:cNvPr>
          <p:cNvCxnSpPr/>
          <p:nvPr/>
        </p:nvCxnSpPr>
        <p:spPr>
          <a:xfrm>
            <a:off x="14626252" y="1465589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546">
            <a:extLst>
              <a:ext uri="{FF2B5EF4-FFF2-40B4-BE49-F238E27FC236}">
                <a16:creationId xmlns:a16="http://schemas.microsoft.com/office/drawing/2014/main" id="{D49AD7FB-04C2-7117-A2C6-F347B4893232}"/>
              </a:ext>
            </a:extLst>
          </p:cNvPr>
          <p:cNvCxnSpPr>
            <a:cxnSpLocks/>
          </p:cNvCxnSpPr>
          <p:nvPr/>
        </p:nvCxnSpPr>
        <p:spPr>
          <a:xfrm>
            <a:off x="14574119" y="1502202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701C998A-FCCC-173D-3BFB-6C5CC0FEDD0E}"/>
              </a:ext>
            </a:extLst>
          </p:cNvPr>
          <p:cNvCxnSpPr>
            <a:cxnSpLocks/>
          </p:cNvCxnSpPr>
          <p:nvPr/>
        </p:nvCxnSpPr>
        <p:spPr>
          <a:xfrm>
            <a:off x="14598630" y="15059529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テキスト プレースホルダー 2">
            <a:extLst>
              <a:ext uri="{FF2B5EF4-FFF2-40B4-BE49-F238E27FC236}">
                <a16:creationId xmlns:a16="http://schemas.microsoft.com/office/drawing/2014/main" id="{FA2FF1C9-9591-3041-3515-93EC9C61C64C}"/>
              </a:ext>
            </a:extLst>
          </p:cNvPr>
          <p:cNvSpPr txBox="1">
            <a:spLocks/>
          </p:cNvSpPr>
          <p:nvPr/>
        </p:nvSpPr>
        <p:spPr>
          <a:xfrm>
            <a:off x="14749338" y="1242620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416AE1D1-CCDF-9A44-1C20-9F44C5186FF3}"/>
              </a:ext>
            </a:extLst>
          </p:cNvPr>
          <p:cNvSpPr/>
          <p:nvPr/>
        </p:nvSpPr>
        <p:spPr>
          <a:xfrm rot="10800000">
            <a:off x="13739840" y="11754729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Connector 550">
            <a:extLst>
              <a:ext uri="{FF2B5EF4-FFF2-40B4-BE49-F238E27FC236}">
                <a16:creationId xmlns:a16="http://schemas.microsoft.com/office/drawing/2014/main" id="{C9B933E0-6576-72C9-BEFC-1A4D01256856}"/>
              </a:ext>
            </a:extLst>
          </p:cNvPr>
          <p:cNvCxnSpPr>
            <a:cxnSpLocks/>
          </p:cNvCxnSpPr>
          <p:nvPr/>
        </p:nvCxnSpPr>
        <p:spPr>
          <a:xfrm>
            <a:off x="14372387" y="1192025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Oval 551">
            <a:extLst>
              <a:ext uri="{FF2B5EF4-FFF2-40B4-BE49-F238E27FC236}">
                <a16:creationId xmlns:a16="http://schemas.microsoft.com/office/drawing/2014/main" id="{41E1D78B-17F0-3406-184B-64982D66B933}"/>
              </a:ext>
            </a:extLst>
          </p:cNvPr>
          <p:cNvSpPr/>
          <p:nvPr/>
        </p:nvSpPr>
        <p:spPr>
          <a:xfrm>
            <a:off x="14589975" y="11873547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61B9D3EB-6C1D-799C-EE8C-1D9B973F41F4}"/>
              </a:ext>
            </a:extLst>
          </p:cNvPr>
          <p:cNvCxnSpPr>
            <a:cxnSpLocks/>
          </p:cNvCxnSpPr>
          <p:nvPr/>
        </p:nvCxnSpPr>
        <p:spPr>
          <a:xfrm>
            <a:off x="14685199" y="119214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Rectangle 553">
            <a:extLst>
              <a:ext uri="{FF2B5EF4-FFF2-40B4-BE49-F238E27FC236}">
                <a16:creationId xmlns:a16="http://schemas.microsoft.com/office/drawing/2014/main" id="{F4AD8184-5E69-A222-6F2A-344D0DB741AE}"/>
              </a:ext>
            </a:extLst>
          </p:cNvPr>
          <p:cNvSpPr/>
          <p:nvPr/>
        </p:nvSpPr>
        <p:spPr>
          <a:xfrm rot="10800000">
            <a:off x="14951464" y="11749813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5" name="テキスト プレースホルダー 2">
            <a:extLst>
              <a:ext uri="{FF2B5EF4-FFF2-40B4-BE49-F238E27FC236}">
                <a16:creationId xmlns:a16="http://schemas.microsoft.com/office/drawing/2014/main" id="{7522B348-EAF9-9079-4B35-3403211D997B}"/>
              </a:ext>
            </a:extLst>
          </p:cNvPr>
          <p:cNvSpPr txBox="1">
            <a:spLocks/>
          </p:cNvSpPr>
          <p:nvPr/>
        </p:nvSpPr>
        <p:spPr>
          <a:xfrm>
            <a:off x="13661341" y="1123078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556" name="テキスト プレースホルダー 2">
            <a:extLst>
              <a:ext uri="{FF2B5EF4-FFF2-40B4-BE49-F238E27FC236}">
                <a16:creationId xmlns:a16="http://schemas.microsoft.com/office/drawing/2014/main" id="{3E064F22-3604-307F-935A-3911AF2F2C22}"/>
              </a:ext>
            </a:extLst>
          </p:cNvPr>
          <p:cNvSpPr txBox="1">
            <a:spLocks/>
          </p:cNvSpPr>
          <p:nvPr/>
        </p:nvSpPr>
        <p:spPr>
          <a:xfrm>
            <a:off x="14858666" y="11211829"/>
            <a:ext cx="923686" cy="5487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95625E77-0DA8-67EF-F735-EF31380E04CB}"/>
              </a:ext>
            </a:extLst>
          </p:cNvPr>
          <p:cNvSpPr/>
          <p:nvPr/>
        </p:nvSpPr>
        <p:spPr>
          <a:xfrm>
            <a:off x="13747391" y="12250576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8" name="Straight Arrow Connector 557">
            <a:extLst>
              <a:ext uri="{FF2B5EF4-FFF2-40B4-BE49-F238E27FC236}">
                <a16:creationId xmlns:a16="http://schemas.microsoft.com/office/drawing/2014/main" id="{352542D9-9126-A092-830A-1D7D601EE3A8}"/>
              </a:ext>
            </a:extLst>
          </p:cNvPr>
          <p:cNvCxnSpPr>
            <a:cxnSpLocks/>
          </p:cNvCxnSpPr>
          <p:nvPr/>
        </p:nvCxnSpPr>
        <p:spPr>
          <a:xfrm flipV="1">
            <a:off x="13905884" y="12378307"/>
            <a:ext cx="248168" cy="31476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C5DA0A5E-833D-3E33-9EF1-88E1E97613D3}"/>
              </a:ext>
            </a:extLst>
          </p:cNvPr>
          <p:cNvCxnSpPr>
            <a:cxnSpLocks/>
            <a:stCxn id="552" idx="7"/>
            <a:endCxn id="557" idx="7"/>
          </p:cNvCxnSpPr>
          <p:nvPr/>
        </p:nvCxnSpPr>
        <p:spPr>
          <a:xfrm flipH="1">
            <a:off x="14241663" y="11887181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0" name="テキスト プレースホルダー 2">
            <a:extLst>
              <a:ext uri="{FF2B5EF4-FFF2-40B4-BE49-F238E27FC236}">
                <a16:creationId xmlns:a16="http://schemas.microsoft.com/office/drawing/2014/main" id="{D8A3916A-7824-4F16-978D-F90B723E1A28}"/>
              </a:ext>
            </a:extLst>
          </p:cNvPr>
          <p:cNvSpPr txBox="1">
            <a:spLocks/>
          </p:cNvSpPr>
          <p:nvPr/>
        </p:nvSpPr>
        <p:spPr>
          <a:xfrm>
            <a:off x="13393429" y="140368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61" name="テキスト プレースホルダー 2">
            <a:extLst>
              <a:ext uri="{FF2B5EF4-FFF2-40B4-BE49-F238E27FC236}">
                <a16:creationId xmlns:a16="http://schemas.microsoft.com/office/drawing/2014/main" id="{0F4A6255-9D62-B17B-2388-2D2AF90B80CB}"/>
              </a:ext>
            </a:extLst>
          </p:cNvPr>
          <p:cNvSpPr txBox="1">
            <a:spLocks/>
          </p:cNvSpPr>
          <p:nvPr/>
        </p:nvSpPr>
        <p:spPr>
          <a:xfrm>
            <a:off x="13064481" y="1184230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950DC34D-2877-7F4A-9474-BF319F3D18CE}"/>
              </a:ext>
            </a:extLst>
          </p:cNvPr>
          <p:cNvCxnSpPr>
            <a:cxnSpLocks/>
          </p:cNvCxnSpPr>
          <p:nvPr/>
        </p:nvCxnSpPr>
        <p:spPr>
          <a:xfrm>
            <a:off x="13127114" y="13591385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EDCB93BA-9015-E6D8-7E3E-EB0D311A410A}"/>
              </a:ext>
            </a:extLst>
          </p:cNvPr>
          <p:cNvGrpSpPr/>
          <p:nvPr/>
        </p:nvGrpSpPr>
        <p:grpSpPr>
          <a:xfrm rot="5400000">
            <a:off x="13546342" y="12585137"/>
            <a:ext cx="225168" cy="403636"/>
            <a:chOff x="5124498" y="3780453"/>
            <a:chExt cx="225168" cy="403636"/>
          </a:xfrm>
        </p:grpSpPr>
        <p:cxnSp>
          <p:nvCxnSpPr>
            <p:cNvPr id="564" name="Straight Connector 563">
              <a:extLst>
                <a:ext uri="{FF2B5EF4-FFF2-40B4-BE49-F238E27FC236}">
                  <a16:creationId xmlns:a16="http://schemas.microsoft.com/office/drawing/2014/main" id="{F0A32025-F4F9-A4B9-E4F4-F4F678B5D386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564">
              <a:extLst>
                <a:ext uri="{FF2B5EF4-FFF2-40B4-BE49-F238E27FC236}">
                  <a16:creationId xmlns:a16="http://schemas.microsoft.com/office/drawing/2014/main" id="{B8CD42C5-C18B-5DE8-B581-8C142703E9C8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565">
              <a:extLst>
                <a:ext uri="{FF2B5EF4-FFF2-40B4-BE49-F238E27FC236}">
                  <a16:creationId xmlns:a16="http://schemas.microsoft.com/office/drawing/2014/main" id="{CBA93F3C-F34A-E7CD-C97F-B7262390399D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566">
              <a:extLst>
                <a:ext uri="{FF2B5EF4-FFF2-40B4-BE49-F238E27FC236}">
                  <a16:creationId xmlns:a16="http://schemas.microsoft.com/office/drawing/2014/main" id="{A8F6F7C9-0C15-C76D-561E-1A767F9E0B85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E0B88CA2-3708-2E5A-89F3-8A93125A0165}"/>
              </a:ext>
            </a:extLst>
          </p:cNvPr>
          <p:cNvCxnSpPr>
            <a:cxnSpLocks/>
          </p:cNvCxnSpPr>
          <p:nvPr/>
        </p:nvCxnSpPr>
        <p:spPr>
          <a:xfrm>
            <a:off x="14636551" y="13170910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76EFFBA0-5BD2-C0C6-FB49-2EC817C535B7}"/>
              </a:ext>
            </a:extLst>
          </p:cNvPr>
          <p:cNvCxnSpPr>
            <a:cxnSpLocks/>
          </p:cNvCxnSpPr>
          <p:nvPr/>
        </p:nvCxnSpPr>
        <p:spPr>
          <a:xfrm>
            <a:off x="14620776" y="11865751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8C731107-DD06-89EA-4B16-55B4E6E63322}"/>
              </a:ext>
            </a:extLst>
          </p:cNvPr>
          <p:cNvGrpSpPr/>
          <p:nvPr/>
        </p:nvGrpSpPr>
        <p:grpSpPr>
          <a:xfrm rot="16200000">
            <a:off x="14229154" y="11072082"/>
            <a:ext cx="794196" cy="182451"/>
            <a:chOff x="5478663" y="1384702"/>
            <a:chExt cx="794196" cy="182451"/>
          </a:xfrm>
        </p:grpSpPr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45FFA886-55BB-90BD-3A0B-8EE6807385BF}"/>
                </a:ext>
              </a:extLst>
            </p:cNvPr>
            <p:cNvSpPr/>
            <p:nvPr/>
          </p:nvSpPr>
          <p:spPr>
            <a:xfrm>
              <a:off x="5478663" y="1386849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C8E58C8B-8902-FD52-5B16-DCD99995E679}"/>
                </a:ext>
              </a:extLst>
            </p:cNvPr>
            <p:cNvSpPr/>
            <p:nvPr/>
          </p:nvSpPr>
          <p:spPr>
            <a:xfrm>
              <a:off x="5785609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3" name="Oval 572">
              <a:extLst>
                <a:ext uri="{FF2B5EF4-FFF2-40B4-BE49-F238E27FC236}">
                  <a16:creationId xmlns:a16="http://schemas.microsoft.com/office/drawing/2014/main" id="{21ACBBB3-55D0-A32D-B5F1-E926D4428D3C}"/>
                </a:ext>
              </a:extLst>
            </p:cNvPr>
            <p:cNvSpPr/>
            <p:nvPr/>
          </p:nvSpPr>
          <p:spPr>
            <a:xfrm>
              <a:off x="6092555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4" name="Rectangle 573">
            <a:extLst>
              <a:ext uri="{FF2B5EF4-FFF2-40B4-BE49-F238E27FC236}">
                <a16:creationId xmlns:a16="http://schemas.microsoft.com/office/drawing/2014/main" id="{38C4660D-9ECC-EA81-476D-57515F552A14}"/>
              </a:ext>
            </a:extLst>
          </p:cNvPr>
          <p:cNvSpPr/>
          <p:nvPr/>
        </p:nvSpPr>
        <p:spPr>
          <a:xfrm rot="10800000" flipV="1">
            <a:off x="13733677" y="8742216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5" name="Straight Connector 574">
            <a:extLst>
              <a:ext uri="{FF2B5EF4-FFF2-40B4-BE49-F238E27FC236}">
                <a16:creationId xmlns:a16="http://schemas.microsoft.com/office/drawing/2014/main" id="{2E7FE2E9-0AFB-2480-B66D-7F9D7BF3F645}"/>
              </a:ext>
            </a:extLst>
          </p:cNvPr>
          <p:cNvCxnSpPr>
            <a:cxnSpLocks/>
          </p:cNvCxnSpPr>
          <p:nvPr/>
        </p:nvCxnSpPr>
        <p:spPr>
          <a:xfrm flipV="1">
            <a:off x="14366224" y="888951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Oval 575">
            <a:extLst>
              <a:ext uri="{FF2B5EF4-FFF2-40B4-BE49-F238E27FC236}">
                <a16:creationId xmlns:a16="http://schemas.microsoft.com/office/drawing/2014/main" id="{08D61AD8-DA52-EFB2-7AF4-7303AC8E31F6}"/>
              </a:ext>
            </a:extLst>
          </p:cNvPr>
          <p:cNvSpPr/>
          <p:nvPr/>
        </p:nvSpPr>
        <p:spPr>
          <a:xfrm flipV="1">
            <a:off x="14609212" y="884312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26DB08C8-9B2A-3C67-FFDE-0A35AA3AA13F}"/>
              </a:ext>
            </a:extLst>
          </p:cNvPr>
          <p:cNvCxnSpPr>
            <a:cxnSpLocks/>
          </p:cNvCxnSpPr>
          <p:nvPr/>
        </p:nvCxnSpPr>
        <p:spPr>
          <a:xfrm flipV="1">
            <a:off x="14679036" y="888835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Rectangle 577">
            <a:extLst>
              <a:ext uri="{FF2B5EF4-FFF2-40B4-BE49-F238E27FC236}">
                <a16:creationId xmlns:a16="http://schemas.microsoft.com/office/drawing/2014/main" id="{F91DCA17-2DD5-CAA3-1578-C50FEFB8EDE2}"/>
              </a:ext>
            </a:extLst>
          </p:cNvPr>
          <p:cNvSpPr/>
          <p:nvPr/>
        </p:nvSpPr>
        <p:spPr>
          <a:xfrm rot="10800000" flipV="1">
            <a:off x="14945301" y="8747132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3256AA84-76C7-6911-BB27-5EC3B3E7172A}"/>
              </a:ext>
            </a:extLst>
          </p:cNvPr>
          <p:cNvCxnSpPr>
            <a:cxnSpLocks/>
          </p:cNvCxnSpPr>
          <p:nvPr/>
        </p:nvCxnSpPr>
        <p:spPr>
          <a:xfrm flipV="1">
            <a:off x="15584773" y="888997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0" name="Rectangle 579">
            <a:extLst>
              <a:ext uri="{FF2B5EF4-FFF2-40B4-BE49-F238E27FC236}">
                <a16:creationId xmlns:a16="http://schemas.microsoft.com/office/drawing/2014/main" id="{5FA5B5BB-4810-96B4-FA22-72D51F777885}"/>
              </a:ext>
            </a:extLst>
          </p:cNvPr>
          <p:cNvSpPr/>
          <p:nvPr/>
        </p:nvSpPr>
        <p:spPr>
          <a:xfrm rot="16200000" flipV="1">
            <a:off x="14337536" y="948648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64ACE334-2F08-0048-FB1C-4F49576523FD}"/>
              </a:ext>
            </a:extLst>
          </p:cNvPr>
          <p:cNvCxnSpPr>
            <a:cxnSpLocks/>
          </p:cNvCxnSpPr>
          <p:nvPr/>
        </p:nvCxnSpPr>
        <p:spPr>
          <a:xfrm flipV="1">
            <a:off x="13126103" y="10575175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2" name="テキスト プレースホルダー 2">
            <a:extLst>
              <a:ext uri="{FF2B5EF4-FFF2-40B4-BE49-F238E27FC236}">
                <a16:creationId xmlns:a16="http://schemas.microsoft.com/office/drawing/2014/main" id="{06E694AE-A819-22AF-E091-5ADE781DC976}"/>
              </a:ext>
            </a:extLst>
          </p:cNvPr>
          <p:cNvSpPr txBox="1">
            <a:spLocks/>
          </p:cNvSpPr>
          <p:nvPr/>
        </p:nvSpPr>
        <p:spPr>
          <a:xfrm>
            <a:off x="13655178" y="903024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83" name="テキスト プレースホルダー 2">
            <a:extLst>
              <a:ext uri="{FF2B5EF4-FFF2-40B4-BE49-F238E27FC236}">
                <a16:creationId xmlns:a16="http://schemas.microsoft.com/office/drawing/2014/main" id="{E44FB259-1EF0-EA4D-582F-8FF35C41F065}"/>
              </a:ext>
            </a:extLst>
          </p:cNvPr>
          <p:cNvSpPr txBox="1">
            <a:spLocks/>
          </p:cNvSpPr>
          <p:nvPr/>
        </p:nvSpPr>
        <p:spPr>
          <a:xfrm>
            <a:off x="14852503" y="9049196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84" name="Oval 583">
            <a:extLst>
              <a:ext uri="{FF2B5EF4-FFF2-40B4-BE49-F238E27FC236}">
                <a16:creationId xmlns:a16="http://schemas.microsoft.com/office/drawing/2014/main" id="{153ACB6D-3EC1-78F4-66EC-A933C68543DF}"/>
              </a:ext>
            </a:extLst>
          </p:cNvPr>
          <p:cNvSpPr/>
          <p:nvPr/>
        </p:nvSpPr>
        <p:spPr>
          <a:xfrm flipV="1">
            <a:off x="14366224" y="7834233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5" name="Straight Arrow Connector 584">
            <a:extLst>
              <a:ext uri="{FF2B5EF4-FFF2-40B4-BE49-F238E27FC236}">
                <a16:creationId xmlns:a16="http://schemas.microsoft.com/office/drawing/2014/main" id="{D53B7E1E-092A-EE9C-0121-FEC3C7C31838}"/>
              </a:ext>
            </a:extLst>
          </p:cNvPr>
          <p:cNvCxnSpPr>
            <a:cxnSpLocks/>
          </p:cNvCxnSpPr>
          <p:nvPr/>
        </p:nvCxnSpPr>
        <p:spPr>
          <a:xfrm flipH="1">
            <a:off x="14650437" y="7918573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67713E2F-F020-1315-A4C0-042262BE04BA}"/>
              </a:ext>
            </a:extLst>
          </p:cNvPr>
          <p:cNvCxnSpPr>
            <a:cxnSpLocks/>
          </p:cNvCxnSpPr>
          <p:nvPr/>
        </p:nvCxnSpPr>
        <p:spPr>
          <a:xfrm flipV="1">
            <a:off x="14659329" y="8413880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697F7496-923B-D55E-3D19-D758C131BFEB}"/>
              </a:ext>
            </a:extLst>
          </p:cNvPr>
          <p:cNvCxnSpPr>
            <a:cxnSpLocks/>
          </p:cNvCxnSpPr>
          <p:nvPr/>
        </p:nvCxnSpPr>
        <p:spPr>
          <a:xfrm flipV="1">
            <a:off x="14540583" y="7497239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ECD492B6-8E3E-8757-55A0-A1153B3215AC}"/>
              </a:ext>
            </a:extLst>
          </p:cNvPr>
          <p:cNvCxnSpPr/>
          <p:nvPr/>
        </p:nvCxnSpPr>
        <p:spPr>
          <a:xfrm flipV="1">
            <a:off x="14650437" y="749723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D2911E91-6DA4-DC7D-824A-EA4F34617F25}"/>
              </a:ext>
            </a:extLst>
          </p:cNvPr>
          <p:cNvCxnSpPr>
            <a:cxnSpLocks/>
          </p:cNvCxnSpPr>
          <p:nvPr/>
        </p:nvCxnSpPr>
        <p:spPr>
          <a:xfrm flipV="1">
            <a:off x="14598304" y="7459731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DD1ECB9A-86EB-8221-77ED-EB25790A60F3}"/>
              </a:ext>
            </a:extLst>
          </p:cNvPr>
          <p:cNvCxnSpPr>
            <a:cxnSpLocks/>
          </p:cNvCxnSpPr>
          <p:nvPr/>
        </p:nvCxnSpPr>
        <p:spPr>
          <a:xfrm flipV="1">
            <a:off x="14622815" y="7422223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1" name="テキスト プレースホルダー 2">
            <a:extLst>
              <a:ext uri="{FF2B5EF4-FFF2-40B4-BE49-F238E27FC236}">
                <a16:creationId xmlns:a16="http://schemas.microsoft.com/office/drawing/2014/main" id="{506A20F7-813B-F8A8-BC21-F3B59ADD2E49}"/>
              </a:ext>
            </a:extLst>
          </p:cNvPr>
          <p:cNvSpPr txBox="1">
            <a:spLocks/>
          </p:cNvSpPr>
          <p:nvPr/>
        </p:nvSpPr>
        <p:spPr>
          <a:xfrm>
            <a:off x="14773523" y="950681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C0ECE269-C782-1781-1B6A-808D8BE17DD2}"/>
              </a:ext>
            </a:extLst>
          </p:cNvPr>
          <p:cNvSpPr/>
          <p:nvPr/>
        </p:nvSpPr>
        <p:spPr>
          <a:xfrm rot="10800000" flipV="1">
            <a:off x="13764025" y="10414202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56DDA65B-B1E5-B5F6-966D-97BA5014ECD4}"/>
              </a:ext>
            </a:extLst>
          </p:cNvPr>
          <p:cNvCxnSpPr>
            <a:cxnSpLocks/>
          </p:cNvCxnSpPr>
          <p:nvPr/>
        </p:nvCxnSpPr>
        <p:spPr>
          <a:xfrm flipV="1">
            <a:off x="14396572" y="105615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" name="Oval 593">
            <a:extLst>
              <a:ext uri="{FF2B5EF4-FFF2-40B4-BE49-F238E27FC236}">
                <a16:creationId xmlns:a16="http://schemas.microsoft.com/office/drawing/2014/main" id="{46664EB1-E743-E400-068F-5854821D00BC}"/>
              </a:ext>
            </a:extLst>
          </p:cNvPr>
          <p:cNvSpPr/>
          <p:nvPr/>
        </p:nvSpPr>
        <p:spPr>
          <a:xfrm flipV="1">
            <a:off x="14614160" y="1051510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EA4CAE50-5112-FB08-D825-AB760CDDA4E1}"/>
              </a:ext>
            </a:extLst>
          </p:cNvPr>
          <p:cNvCxnSpPr>
            <a:cxnSpLocks/>
          </p:cNvCxnSpPr>
          <p:nvPr/>
        </p:nvCxnSpPr>
        <p:spPr>
          <a:xfrm flipV="1">
            <a:off x="14709384" y="1056033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6" name="Rectangle 595">
            <a:extLst>
              <a:ext uri="{FF2B5EF4-FFF2-40B4-BE49-F238E27FC236}">
                <a16:creationId xmlns:a16="http://schemas.microsoft.com/office/drawing/2014/main" id="{B87064EB-804E-6E67-F705-13970BB8F325}"/>
              </a:ext>
            </a:extLst>
          </p:cNvPr>
          <p:cNvSpPr/>
          <p:nvPr/>
        </p:nvSpPr>
        <p:spPr>
          <a:xfrm rot="10800000" flipV="1">
            <a:off x="14975649" y="10419118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7" name="テキスト プレースホルダー 2">
            <a:extLst>
              <a:ext uri="{FF2B5EF4-FFF2-40B4-BE49-F238E27FC236}">
                <a16:creationId xmlns:a16="http://schemas.microsoft.com/office/drawing/2014/main" id="{3179AEA8-2DD5-BE2C-9B29-4E1441A274D3}"/>
              </a:ext>
            </a:extLst>
          </p:cNvPr>
          <p:cNvSpPr txBox="1">
            <a:spLocks/>
          </p:cNvSpPr>
          <p:nvPr/>
        </p:nvSpPr>
        <p:spPr>
          <a:xfrm>
            <a:off x="13685526" y="1070223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98" name="テキスト プレースホルダー 2">
            <a:extLst>
              <a:ext uri="{FF2B5EF4-FFF2-40B4-BE49-F238E27FC236}">
                <a16:creationId xmlns:a16="http://schemas.microsoft.com/office/drawing/2014/main" id="{40E4175E-7E30-DF4B-93B9-6454051F7544}"/>
              </a:ext>
            </a:extLst>
          </p:cNvPr>
          <p:cNvSpPr txBox="1">
            <a:spLocks/>
          </p:cNvSpPr>
          <p:nvPr/>
        </p:nvSpPr>
        <p:spPr>
          <a:xfrm>
            <a:off x="14882851" y="1072118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99" name="Oval 598">
            <a:extLst>
              <a:ext uri="{FF2B5EF4-FFF2-40B4-BE49-F238E27FC236}">
                <a16:creationId xmlns:a16="http://schemas.microsoft.com/office/drawing/2014/main" id="{B8C55C09-C085-C323-3F76-F9E3B6CE6D08}"/>
              </a:ext>
            </a:extLst>
          </p:cNvPr>
          <p:cNvSpPr/>
          <p:nvPr/>
        </p:nvSpPr>
        <p:spPr>
          <a:xfrm flipV="1">
            <a:off x="13771576" y="9652100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0" name="Straight Arrow Connector 599">
            <a:extLst>
              <a:ext uri="{FF2B5EF4-FFF2-40B4-BE49-F238E27FC236}">
                <a16:creationId xmlns:a16="http://schemas.microsoft.com/office/drawing/2014/main" id="{E64A6B79-A2FD-870B-1EB4-7629BB7D66B3}"/>
              </a:ext>
            </a:extLst>
          </p:cNvPr>
          <p:cNvCxnSpPr>
            <a:cxnSpLocks/>
          </p:cNvCxnSpPr>
          <p:nvPr/>
        </p:nvCxnSpPr>
        <p:spPr>
          <a:xfrm>
            <a:off x="13930069" y="9788678"/>
            <a:ext cx="248168" cy="314767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894973B9-F930-E674-B4C3-DD1A9BBFF761}"/>
              </a:ext>
            </a:extLst>
          </p:cNvPr>
          <p:cNvCxnSpPr>
            <a:cxnSpLocks/>
            <a:stCxn id="594" idx="7"/>
            <a:endCxn id="599" idx="7"/>
          </p:cNvCxnSpPr>
          <p:nvPr/>
        </p:nvCxnSpPr>
        <p:spPr>
          <a:xfrm flipH="1" flipV="1">
            <a:off x="14265848" y="10146372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2" name="テキスト プレースホルダー 2">
            <a:extLst>
              <a:ext uri="{FF2B5EF4-FFF2-40B4-BE49-F238E27FC236}">
                <a16:creationId xmlns:a16="http://schemas.microsoft.com/office/drawing/2014/main" id="{7A56F40A-5E85-5E64-C552-CD1DBA37FC56}"/>
              </a:ext>
            </a:extLst>
          </p:cNvPr>
          <p:cNvSpPr txBox="1">
            <a:spLocks/>
          </p:cNvSpPr>
          <p:nvPr/>
        </p:nvSpPr>
        <p:spPr>
          <a:xfrm>
            <a:off x="13417614" y="789620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03" name="テキスト プレースホルダー 2">
            <a:extLst>
              <a:ext uri="{FF2B5EF4-FFF2-40B4-BE49-F238E27FC236}">
                <a16:creationId xmlns:a16="http://schemas.microsoft.com/office/drawing/2014/main" id="{50925673-A3FA-889A-26CF-8992DC0EBA65}"/>
              </a:ext>
            </a:extLst>
          </p:cNvPr>
          <p:cNvSpPr txBox="1">
            <a:spLocks/>
          </p:cNvSpPr>
          <p:nvPr/>
        </p:nvSpPr>
        <p:spPr>
          <a:xfrm>
            <a:off x="13075414" y="98521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D0EE0769-AA19-8AE9-B09E-D49D0B7FFDD2}"/>
              </a:ext>
            </a:extLst>
          </p:cNvPr>
          <p:cNvCxnSpPr>
            <a:cxnSpLocks/>
          </p:cNvCxnSpPr>
          <p:nvPr/>
        </p:nvCxnSpPr>
        <p:spPr>
          <a:xfrm>
            <a:off x="13101918" y="8890367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F76F120D-EC2B-682D-23D1-7B27E441C04D}"/>
              </a:ext>
            </a:extLst>
          </p:cNvPr>
          <p:cNvGrpSpPr/>
          <p:nvPr/>
        </p:nvGrpSpPr>
        <p:grpSpPr>
          <a:xfrm rot="16200000" flipV="1">
            <a:off x="13570527" y="9492979"/>
            <a:ext cx="225168" cy="403636"/>
            <a:chOff x="5124498" y="3780453"/>
            <a:chExt cx="225168" cy="403636"/>
          </a:xfrm>
        </p:grpSpPr>
        <p:cxnSp>
          <p:nvCxnSpPr>
            <p:cNvPr id="606" name="Straight Connector 605">
              <a:extLst>
                <a:ext uri="{FF2B5EF4-FFF2-40B4-BE49-F238E27FC236}">
                  <a16:creationId xmlns:a16="http://schemas.microsoft.com/office/drawing/2014/main" id="{7FF83A3C-9D5A-E6B7-1DBC-519E1B0D3E12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2BC96626-014E-3747-D96C-BB1AA7F2F491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740EAAA4-6352-D8C3-7161-0B67FA8E9CA0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276253AB-62F6-67F4-00AB-3ADCFFF2D47D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84EDD4A3-DC49-101F-F139-5826E505ADE8}"/>
              </a:ext>
            </a:extLst>
          </p:cNvPr>
          <p:cNvCxnSpPr>
            <a:cxnSpLocks/>
          </p:cNvCxnSpPr>
          <p:nvPr/>
        </p:nvCxnSpPr>
        <p:spPr>
          <a:xfrm flipV="1">
            <a:off x="14660736" y="8881031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C9BCB162-DE7E-AD74-5D56-900CB7AD7AAC}"/>
              </a:ext>
            </a:extLst>
          </p:cNvPr>
          <p:cNvCxnSpPr>
            <a:cxnSpLocks/>
          </p:cNvCxnSpPr>
          <p:nvPr/>
        </p:nvCxnSpPr>
        <p:spPr>
          <a:xfrm flipV="1">
            <a:off x="14644961" y="9960976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2" name="Rectangle 611">
            <a:extLst>
              <a:ext uri="{FF2B5EF4-FFF2-40B4-BE49-F238E27FC236}">
                <a16:creationId xmlns:a16="http://schemas.microsoft.com/office/drawing/2014/main" id="{5BC95CF5-743B-4894-75AD-FC76A035A1CE}"/>
              </a:ext>
            </a:extLst>
          </p:cNvPr>
          <p:cNvSpPr/>
          <p:nvPr/>
        </p:nvSpPr>
        <p:spPr>
          <a:xfrm rot="16200000" flipH="1">
            <a:off x="19792212" y="12033086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D731EF8A-D41A-C493-ADC7-E9235D84D0BB}"/>
              </a:ext>
            </a:extLst>
          </p:cNvPr>
          <p:cNvSpPr/>
          <p:nvPr/>
        </p:nvSpPr>
        <p:spPr>
          <a:xfrm rot="16200000" flipH="1">
            <a:off x="19254222" y="12033086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2C55B2D6-5BB2-5910-6738-0DBA50B08995}"/>
              </a:ext>
            </a:extLst>
          </p:cNvPr>
          <p:cNvCxnSpPr>
            <a:cxnSpLocks/>
            <a:stCxn id="612" idx="3"/>
          </p:cNvCxnSpPr>
          <p:nvPr/>
        </p:nvCxnSpPr>
        <p:spPr>
          <a:xfrm flipH="1">
            <a:off x="20111948" y="125092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DBC7F1B9-D0D5-EC10-5439-4A0F13E47EFF}"/>
              </a:ext>
            </a:extLst>
          </p:cNvPr>
          <p:cNvCxnSpPr/>
          <p:nvPr/>
        </p:nvCxnSpPr>
        <p:spPr>
          <a:xfrm flipH="1">
            <a:off x="19579418" y="125092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DCF1A5C0-4BC9-9EE7-6AD8-8FEBDCC2A85E}"/>
              </a:ext>
            </a:extLst>
          </p:cNvPr>
          <p:cNvCxnSpPr>
            <a:cxnSpLocks/>
          </p:cNvCxnSpPr>
          <p:nvPr/>
        </p:nvCxnSpPr>
        <p:spPr>
          <a:xfrm flipH="1">
            <a:off x="19579418" y="12837853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77590241-31C5-6655-3C49-8F14F3149464}"/>
              </a:ext>
            </a:extLst>
          </p:cNvPr>
          <p:cNvCxnSpPr>
            <a:cxnSpLocks/>
          </p:cNvCxnSpPr>
          <p:nvPr/>
        </p:nvCxnSpPr>
        <p:spPr>
          <a:xfrm flipH="1">
            <a:off x="19845683" y="1283785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60836CE7-EA5F-FC14-1C1C-032010085F3B}"/>
              </a:ext>
            </a:extLst>
          </p:cNvPr>
          <p:cNvCxnSpPr>
            <a:cxnSpLocks/>
          </p:cNvCxnSpPr>
          <p:nvPr/>
        </p:nvCxnSpPr>
        <p:spPr>
          <a:xfrm flipH="1">
            <a:off x="19607478" y="13166473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4C2E4F65-E322-7726-BD8D-235A1F8AE6C5}"/>
              </a:ext>
            </a:extLst>
          </p:cNvPr>
          <p:cNvCxnSpPr>
            <a:cxnSpLocks/>
          </p:cNvCxnSpPr>
          <p:nvPr/>
        </p:nvCxnSpPr>
        <p:spPr>
          <a:xfrm flipH="1">
            <a:off x="19685199" y="13302865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AD955B32-1AAF-2942-215C-23A4B61E3841}"/>
              </a:ext>
            </a:extLst>
          </p:cNvPr>
          <p:cNvCxnSpPr>
            <a:cxnSpLocks/>
          </p:cNvCxnSpPr>
          <p:nvPr/>
        </p:nvCxnSpPr>
        <p:spPr>
          <a:xfrm flipH="1">
            <a:off x="19730369" y="13631485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0FC3429C-3A22-DAEB-CFAF-0EB2EC2279A0}"/>
              </a:ext>
            </a:extLst>
          </p:cNvPr>
          <p:cNvCxnSpPr/>
          <p:nvPr/>
        </p:nvCxnSpPr>
        <p:spPr>
          <a:xfrm flipH="1">
            <a:off x="19845683" y="13302865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16E94720-1B1D-F565-D822-62564A3DEC12}"/>
              </a:ext>
            </a:extLst>
          </p:cNvPr>
          <p:cNvCxnSpPr>
            <a:cxnSpLocks/>
          </p:cNvCxnSpPr>
          <p:nvPr/>
        </p:nvCxnSpPr>
        <p:spPr>
          <a:xfrm flipH="1">
            <a:off x="19779878" y="13668993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22686911-6E79-48BB-9C42-94709747E3FC}"/>
              </a:ext>
            </a:extLst>
          </p:cNvPr>
          <p:cNvCxnSpPr>
            <a:cxnSpLocks/>
          </p:cNvCxnSpPr>
          <p:nvPr/>
        </p:nvCxnSpPr>
        <p:spPr>
          <a:xfrm flipH="1">
            <a:off x="19814336" y="13706501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23A916FB-BAC6-5336-174E-37E1B1BA023F}"/>
              </a:ext>
            </a:extLst>
          </p:cNvPr>
          <p:cNvCxnSpPr/>
          <p:nvPr/>
        </p:nvCxnSpPr>
        <p:spPr>
          <a:xfrm flipH="1">
            <a:off x="20111948" y="1154114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60A1AD4D-A257-1540-69CA-372D8FF100E6}"/>
              </a:ext>
            </a:extLst>
          </p:cNvPr>
          <p:cNvCxnSpPr/>
          <p:nvPr/>
        </p:nvCxnSpPr>
        <p:spPr>
          <a:xfrm flipH="1">
            <a:off x="19579418" y="1154114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DAA8F585-EC12-4EF6-4BEF-CDA76891C87B}"/>
              </a:ext>
            </a:extLst>
          </p:cNvPr>
          <p:cNvCxnSpPr>
            <a:cxnSpLocks/>
          </p:cNvCxnSpPr>
          <p:nvPr/>
        </p:nvCxnSpPr>
        <p:spPr>
          <a:xfrm flipH="1">
            <a:off x="19579418" y="11552779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D0F45AD0-130A-7F3F-A8A5-C5394353D79C}"/>
              </a:ext>
            </a:extLst>
          </p:cNvPr>
          <p:cNvCxnSpPr>
            <a:cxnSpLocks/>
          </p:cNvCxnSpPr>
          <p:nvPr/>
        </p:nvCxnSpPr>
        <p:spPr>
          <a:xfrm flipH="1">
            <a:off x="19845683" y="1121252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8" name="Rectangle 627">
            <a:extLst>
              <a:ext uri="{FF2B5EF4-FFF2-40B4-BE49-F238E27FC236}">
                <a16:creationId xmlns:a16="http://schemas.microsoft.com/office/drawing/2014/main" id="{5106D135-5743-2CE5-99B6-E5714FA018B3}"/>
              </a:ext>
            </a:extLst>
          </p:cNvPr>
          <p:cNvSpPr/>
          <p:nvPr/>
        </p:nvSpPr>
        <p:spPr>
          <a:xfrm rot="10800000" flipH="1">
            <a:off x="18939946" y="11072371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2B7635C3-5D46-9AF1-BFEB-3444B01D20D2}"/>
              </a:ext>
            </a:extLst>
          </p:cNvPr>
          <p:cNvCxnSpPr>
            <a:cxnSpLocks/>
          </p:cNvCxnSpPr>
          <p:nvPr/>
        </p:nvCxnSpPr>
        <p:spPr>
          <a:xfrm flipH="1">
            <a:off x="19579418" y="1122924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ABB6A7F1-0D4C-5C39-9519-ED78AFB1B4CB}"/>
              </a:ext>
            </a:extLst>
          </p:cNvPr>
          <p:cNvCxnSpPr>
            <a:cxnSpLocks/>
          </p:cNvCxnSpPr>
          <p:nvPr/>
        </p:nvCxnSpPr>
        <p:spPr>
          <a:xfrm flipH="1">
            <a:off x="18673681" y="1122939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1D0862F4-81F0-86AC-11F0-3D11A578CA82}"/>
              </a:ext>
            </a:extLst>
          </p:cNvPr>
          <p:cNvSpPr/>
          <p:nvPr/>
        </p:nvSpPr>
        <p:spPr>
          <a:xfrm flipH="1">
            <a:off x="18603859" y="1118269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2" name="Straight Connector 631">
            <a:extLst>
              <a:ext uri="{FF2B5EF4-FFF2-40B4-BE49-F238E27FC236}">
                <a16:creationId xmlns:a16="http://schemas.microsoft.com/office/drawing/2014/main" id="{42465C25-C53B-94CE-A4E4-8759FBD07DB8}"/>
              </a:ext>
            </a:extLst>
          </p:cNvPr>
          <p:cNvCxnSpPr>
            <a:cxnSpLocks/>
          </p:cNvCxnSpPr>
          <p:nvPr/>
        </p:nvCxnSpPr>
        <p:spPr>
          <a:xfrm flipH="1">
            <a:off x="18360869" y="1123055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Rectangle 632">
            <a:extLst>
              <a:ext uri="{FF2B5EF4-FFF2-40B4-BE49-F238E27FC236}">
                <a16:creationId xmlns:a16="http://schemas.microsoft.com/office/drawing/2014/main" id="{5467A819-E7F1-47C4-859D-D5CA05865CFA}"/>
              </a:ext>
            </a:extLst>
          </p:cNvPr>
          <p:cNvSpPr/>
          <p:nvPr/>
        </p:nvSpPr>
        <p:spPr>
          <a:xfrm rot="10800000" flipH="1">
            <a:off x="17721397" y="11056109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E5239144-C061-0EF8-8F0E-8347445D8D4E}"/>
              </a:ext>
            </a:extLst>
          </p:cNvPr>
          <p:cNvCxnSpPr>
            <a:cxnSpLocks/>
          </p:cNvCxnSpPr>
          <p:nvPr/>
        </p:nvCxnSpPr>
        <p:spPr>
          <a:xfrm flipH="1">
            <a:off x="17455132" y="1122013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Rectangle 634">
            <a:extLst>
              <a:ext uri="{FF2B5EF4-FFF2-40B4-BE49-F238E27FC236}">
                <a16:creationId xmlns:a16="http://schemas.microsoft.com/office/drawing/2014/main" id="{CC6B9565-33D7-168B-DAEE-4EA49C8B61D2}"/>
              </a:ext>
            </a:extLst>
          </p:cNvPr>
          <p:cNvSpPr/>
          <p:nvPr/>
        </p:nvSpPr>
        <p:spPr>
          <a:xfrm rot="10800000" flipH="1">
            <a:off x="16822585" y="11063721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0C2AAFC4-1FF5-2E38-868B-410CBDC5918E}"/>
              </a:ext>
            </a:extLst>
          </p:cNvPr>
          <p:cNvCxnSpPr>
            <a:cxnSpLocks/>
          </p:cNvCxnSpPr>
          <p:nvPr/>
        </p:nvCxnSpPr>
        <p:spPr>
          <a:xfrm flipH="1">
            <a:off x="16257494" y="11220133"/>
            <a:ext cx="5737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テキスト プレースホルダー 2">
            <a:extLst>
              <a:ext uri="{FF2B5EF4-FFF2-40B4-BE49-F238E27FC236}">
                <a16:creationId xmlns:a16="http://schemas.microsoft.com/office/drawing/2014/main" id="{00E1470F-31F2-097D-EB2B-3BD0BAAABB23}"/>
              </a:ext>
            </a:extLst>
          </p:cNvPr>
          <p:cNvSpPr txBox="1">
            <a:spLocks/>
          </p:cNvSpPr>
          <p:nvPr/>
        </p:nvSpPr>
        <p:spPr>
          <a:xfrm flipH="1">
            <a:off x="18547065" y="1301393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38" name="テキスト プレースホルダー 2">
            <a:extLst>
              <a:ext uri="{FF2B5EF4-FFF2-40B4-BE49-F238E27FC236}">
                <a16:creationId xmlns:a16="http://schemas.microsoft.com/office/drawing/2014/main" id="{DA960C92-9176-0F33-9E24-A80AEE8F9A33}"/>
              </a:ext>
            </a:extLst>
          </p:cNvPr>
          <p:cNvSpPr txBox="1">
            <a:spLocks/>
          </p:cNvSpPr>
          <p:nvPr/>
        </p:nvSpPr>
        <p:spPr>
          <a:xfrm flipH="1">
            <a:off x="18655732" y="12437988"/>
            <a:ext cx="101049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639" name="テキスト プレースホルダー 2">
            <a:extLst>
              <a:ext uri="{FF2B5EF4-FFF2-40B4-BE49-F238E27FC236}">
                <a16:creationId xmlns:a16="http://schemas.microsoft.com/office/drawing/2014/main" id="{4258B4F4-A9B8-4F4D-89B5-265712CF05AF}"/>
              </a:ext>
            </a:extLst>
          </p:cNvPr>
          <p:cNvSpPr txBox="1">
            <a:spLocks/>
          </p:cNvSpPr>
          <p:nvPr/>
        </p:nvSpPr>
        <p:spPr>
          <a:xfrm flipH="1">
            <a:off x="20190711" y="12459744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0" name="テキスト プレースホルダー 2">
            <a:extLst>
              <a:ext uri="{FF2B5EF4-FFF2-40B4-BE49-F238E27FC236}">
                <a16:creationId xmlns:a16="http://schemas.microsoft.com/office/drawing/2014/main" id="{0F746D5B-CF28-79B0-9050-23D2424BA97D}"/>
              </a:ext>
            </a:extLst>
          </p:cNvPr>
          <p:cNvSpPr txBox="1">
            <a:spLocks/>
          </p:cNvSpPr>
          <p:nvPr/>
        </p:nvSpPr>
        <p:spPr>
          <a:xfrm flipH="1">
            <a:off x="18806814" y="1053487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1" name="テキスト プレースホルダー 2">
            <a:extLst>
              <a:ext uri="{FF2B5EF4-FFF2-40B4-BE49-F238E27FC236}">
                <a16:creationId xmlns:a16="http://schemas.microsoft.com/office/drawing/2014/main" id="{1E2F9625-DB06-4347-4359-D50BA3D3D61B}"/>
              </a:ext>
            </a:extLst>
          </p:cNvPr>
          <p:cNvSpPr txBox="1">
            <a:spLocks/>
          </p:cNvSpPr>
          <p:nvPr/>
        </p:nvSpPr>
        <p:spPr>
          <a:xfrm flipH="1">
            <a:off x="17553468" y="1053977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2" name="テキスト プレースホルダー 2">
            <a:extLst>
              <a:ext uri="{FF2B5EF4-FFF2-40B4-BE49-F238E27FC236}">
                <a16:creationId xmlns:a16="http://schemas.microsoft.com/office/drawing/2014/main" id="{81DC35BC-4DC8-C18B-AAC2-F99DE101B54A}"/>
              </a:ext>
            </a:extLst>
          </p:cNvPr>
          <p:cNvSpPr txBox="1">
            <a:spLocks/>
          </p:cNvSpPr>
          <p:nvPr/>
        </p:nvSpPr>
        <p:spPr>
          <a:xfrm flipH="1">
            <a:off x="16538713" y="10539774"/>
            <a:ext cx="1030654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095A2F0F-A9CA-2234-2BD8-92FBE5EBE390}"/>
              </a:ext>
            </a:extLst>
          </p:cNvPr>
          <p:cNvSpPr/>
          <p:nvPr/>
        </p:nvSpPr>
        <p:spPr>
          <a:xfrm flipH="1">
            <a:off x="18360870" y="11706021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4" name="Straight Arrow Connector 643">
            <a:extLst>
              <a:ext uri="{FF2B5EF4-FFF2-40B4-BE49-F238E27FC236}">
                <a16:creationId xmlns:a16="http://schemas.microsoft.com/office/drawing/2014/main" id="{D6AB35C1-C4F1-A8E6-41FD-778819FE1123}"/>
              </a:ext>
            </a:extLst>
          </p:cNvPr>
          <p:cNvCxnSpPr>
            <a:cxnSpLocks/>
          </p:cNvCxnSpPr>
          <p:nvPr/>
        </p:nvCxnSpPr>
        <p:spPr>
          <a:xfrm flipV="1">
            <a:off x="18650408" y="11790361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4944761A-0031-5507-52DC-EC2A62625F36}"/>
              </a:ext>
            </a:extLst>
          </p:cNvPr>
          <p:cNvCxnSpPr>
            <a:cxnSpLocks/>
          </p:cNvCxnSpPr>
          <p:nvPr/>
        </p:nvCxnSpPr>
        <p:spPr>
          <a:xfrm flipH="1">
            <a:off x="18646841" y="11275639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645">
            <a:extLst>
              <a:ext uri="{FF2B5EF4-FFF2-40B4-BE49-F238E27FC236}">
                <a16:creationId xmlns:a16="http://schemas.microsoft.com/office/drawing/2014/main" id="{92A9364C-E5DF-D0DA-0E35-AB372A1A225E}"/>
              </a:ext>
            </a:extLst>
          </p:cNvPr>
          <p:cNvCxnSpPr>
            <a:cxnSpLocks/>
          </p:cNvCxnSpPr>
          <p:nvPr/>
        </p:nvCxnSpPr>
        <p:spPr>
          <a:xfrm flipH="1">
            <a:off x="18530160" y="12622091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646">
            <a:extLst>
              <a:ext uri="{FF2B5EF4-FFF2-40B4-BE49-F238E27FC236}">
                <a16:creationId xmlns:a16="http://schemas.microsoft.com/office/drawing/2014/main" id="{02110916-408B-981D-7E10-6B851393301A}"/>
              </a:ext>
            </a:extLst>
          </p:cNvPr>
          <p:cNvCxnSpPr/>
          <p:nvPr/>
        </p:nvCxnSpPr>
        <p:spPr>
          <a:xfrm flipH="1">
            <a:off x="18645474" y="12293471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C92D4DAF-C1B6-7518-98CF-1A0F2686BE34}"/>
              </a:ext>
            </a:extLst>
          </p:cNvPr>
          <p:cNvCxnSpPr>
            <a:cxnSpLocks/>
          </p:cNvCxnSpPr>
          <p:nvPr/>
        </p:nvCxnSpPr>
        <p:spPr>
          <a:xfrm flipH="1">
            <a:off x="18579669" y="12659599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648">
            <a:extLst>
              <a:ext uri="{FF2B5EF4-FFF2-40B4-BE49-F238E27FC236}">
                <a16:creationId xmlns:a16="http://schemas.microsoft.com/office/drawing/2014/main" id="{7EB8F6F1-FE29-E1F5-9CBF-0AE87EAE25F7}"/>
              </a:ext>
            </a:extLst>
          </p:cNvPr>
          <p:cNvCxnSpPr>
            <a:cxnSpLocks/>
          </p:cNvCxnSpPr>
          <p:nvPr/>
        </p:nvCxnSpPr>
        <p:spPr>
          <a:xfrm flipH="1">
            <a:off x="18614127" y="12697107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649">
            <a:extLst>
              <a:ext uri="{FF2B5EF4-FFF2-40B4-BE49-F238E27FC236}">
                <a16:creationId xmlns:a16="http://schemas.microsoft.com/office/drawing/2014/main" id="{CF3F5CAE-CD1E-F84B-6656-997E61D89559}"/>
              </a:ext>
            </a:extLst>
          </p:cNvPr>
          <p:cNvCxnSpPr>
            <a:cxnSpLocks/>
          </p:cNvCxnSpPr>
          <p:nvPr/>
        </p:nvCxnSpPr>
        <p:spPr>
          <a:xfrm>
            <a:off x="15605632" y="11908641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650">
            <a:extLst>
              <a:ext uri="{FF2B5EF4-FFF2-40B4-BE49-F238E27FC236}">
                <a16:creationId xmlns:a16="http://schemas.microsoft.com/office/drawing/2014/main" id="{F6D7B042-A102-145D-41EA-FC7C1B6D2865}"/>
              </a:ext>
            </a:extLst>
          </p:cNvPr>
          <p:cNvCxnSpPr>
            <a:cxnSpLocks/>
          </p:cNvCxnSpPr>
          <p:nvPr/>
        </p:nvCxnSpPr>
        <p:spPr>
          <a:xfrm>
            <a:off x="15630828" y="13593449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651">
            <a:extLst>
              <a:ext uri="{FF2B5EF4-FFF2-40B4-BE49-F238E27FC236}">
                <a16:creationId xmlns:a16="http://schemas.microsoft.com/office/drawing/2014/main" id="{6A641611-46B4-93E3-CA85-57AABD6572F6}"/>
              </a:ext>
            </a:extLst>
          </p:cNvPr>
          <p:cNvCxnSpPr>
            <a:cxnSpLocks/>
          </p:cNvCxnSpPr>
          <p:nvPr/>
        </p:nvCxnSpPr>
        <p:spPr>
          <a:xfrm flipV="1">
            <a:off x="15629817" y="10577239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7DBD1E6C-B50E-A658-E38A-11499EC11F62}"/>
              </a:ext>
            </a:extLst>
          </p:cNvPr>
          <p:cNvCxnSpPr>
            <a:cxnSpLocks/>
          </p:cNvCxnSpPr>
          <p:nvPr/>
        </p:nvCxnSpPr>
        <p:spPr>
          <a:xfrm>
            <a:off x="15605632" y="8892431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B6379E95-6B88-EE0D-0224-055E3853B184}"/>
              </a:ext>
            </a:extLst>
          </p:cNvPr>
          <p:cNvCxnSpPr>
            <a:cxnSpLocks/>
          </p:cNvCxnSpPr>
          <p:nvPr/>
        </p:nvCxnSpPr>
        <p:spPr>
          <a:xfrm>
            <a:off x="16239804" y="8909557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5" name="Graphic 654">
            <a:extLst>
              <a:ext uri="{FF2B5EF4-FFF2-40B4-BE49-F238E27FC236}">
                <a16:creationId xmlns:a16="http://schemas.microsoft.com/office/drawing/2014/main" id="{9770DE02-67B9-036C-C913-9F489BB476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4937" y="1249770"/>
            <a:ext cx="9975600" cy="1506038"/>
          </a:xfrm>
          <a:prstGeom prst="rect">
            <a:avLst/>
          </a:prstGeom>
        </p:spPr>
      </p:pic>
      <p:sp>
        <p:nvSpPr>
          <p:cNvPr id="793" name="テキスト プレースホルダー 2">
            <a:extLst>
              <a:ext uri="{FF2B5EF4-FFF2-40B4-BE49-F238E27FC236}">
                <a16:creationId xmlns:a16="http://schemas.microsoft.com/office/drawing/2014/main" id="{1EDB29B3-10FE-B3C1-30A6-552284841B52}"/>
              </a:ext>
            </a:extLst>
          </p:cNvPr>
          <p:cNvSpPr txBox="1">
            <a:spLocks/>
          </p:cNvSpPr>
          <p:nvPr/>
        </p:nvSpPr>
        <p:spPr>
          <a:xfrm>
            <a:off x="11012646" y="11830517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794" name="テキスト プレースホルダー 2">
            <a:extLst>
              <a:ext uri="{FF2B5EF4-FFF2-40B4-BE49-F238E27FC236}">
                <a16:creationId xmlns:a16="http://schemas.microsoft.com/office/drawing/2014/main" id="{6519041B-B05E-9A30-C691-6238165C7CCD}"/>
              </a:ext>
            </a:extLst>
          </p:cNvPr>
          <p:cNvSpPr txBox="1">
            <a:spLocks/>
          </p:cNvSpPr>
          <p:nvPr/>
        </p:nvSpPr>
        <p:spPr>
          <a:xfrm>
            <a:off x="17486333" y="11770882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A184A686-AAAE-C19A-D5CF-AF797525813B}"/>
              </a:ext>
            </a:extLst>
          </p:cNvPr>
          <p:cNvSpPr/>
          <p:nvPr/>
        </p:nvSpPr>
        <p:spPr>
          <a:xfrm>
            <a:off x="1877036" y="2215952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912" name="Rectangle 911">
            <a:extLst>
              <a:ext uri="{FF2B5EF4-FFF2-40B4-BE49-F238E27FC236}">
                <a16:creationId xmlns:a16="http://schemas.microsoft.com/office/drawing/2014/main" id="{23D2DCE5-2F91-8944-2DC5-1AD4ECF813B5}"/>
              </a:ext>
            </a:extLst>
          </p:cNvPr>
          <p:cNvSpPr/>
          <p:nvPr/>
        </p:nvSpPr>
        <p:spPr>
          <a:xfrm>
            <a:off x="1877036" y="6177705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049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0661F-5B5D-D491-D500-0B9433C77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AEFCF6-1613-61D7-F816-A7A24D126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17222" y="-7582651"/>
            <a:ext cx="9958196" cy="1504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EFA54E1-115D-1257-20E5-8E3D69CEABF6}"/>
              </a:ext>
            </a:extLst>
          </p:cNvPr>
          <p:cNvSpPr/>
          <p:nvPr/>
        </p:nvSpPr>
        <p:spPr>
          <a:xfrm rot="5400000">
            <a:off x="8555769" y="2027579"/>
            <a:ext cx="639472" cy="31282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3EBC28-E0EF-F7AB-1D5F-1D0027976F85}"/>
              </a:ext>
            </a:extLst>
          </p:cNvPr>
          <p:cNvSpPr/>
          <p:nvPr/>
        </p:nvSpPr>
        <p:spPr>
          <a:xfrm rot="5400000">
            <a:off x="9093759" y="2027579"/>
            <a:ext cx="639472" cy="31282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51CE37-785D-0C2C-925E-53914BE96DC4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8875505" y="2503726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B9A82E0-1090-022D-ABD7-24D644C11E10}"/>
              </a:ext>
            </a:extLst>
          </p:cNvPr>
          <p:cNvCxnSpPr/>
          <p:nvPr/>
        </p:nvCxnSpPr>
        <p:spPr>
          <a:xfrm>
            <a:off x="9408035" y="2503726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386C41-794D-A78D-77DC-270CD60AE8E3}"/>
              </a:ext>
            </a:extLst>
          </p:cNvPr>
          <p:cNvCxnSpPr>
            <a:cxnSpLocks/>
          </p:cNvCxnSpPr>
          <p:nvPr/>
        </p:nvCxnSpPr>
        <p:spPr>
          <a:xfrm>
            <a:off x="8875505" y="2832346"/>
            <a:ext cx="53253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037522C7-BF75-BD81-F2C9-3FF39A878DE5}"/>
              </a:ext>
            </a:extLst>
          </p:cNvPr>
          <p:cNvCxnSpPr>
            <a:cxnSpLocks/>
          </p:cNvCxnSpPr>
          <p:nvPr/>
        </p:nvCxnSpPr>
        <p:spPr>
          <a:xfrm>
            <a:off x="9141770" y="2832346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D8F5BEE6-D50F-BD9F-E55F-22C99E1EE38C}"/>
              </a:ext>
            </a:extLst>
          </p:cNvPr>
          <p:cNvCxnSpPr>
            <a:cxnSpLocks/>
          </p:cNvCxnSpPr>
          <p:nvPr/>
        </p:nvCxnSpPr>
        <p:spPr>
          <a:xfrm>
            <a:off x="8906607" y="3160966"/>
            <a:ext cx="4733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0D913D69-B6FC-B360-BB5A-EC3512B60182}"/>
              </a:ext>
            </a:extLst>
          </p:cNvPr>
          <p:cNvCxnSpPr>
            <a:cxnSpLocks/>
          </p:cNvCxnSpPr>
          <p:nvPr/>
        </p:nvCxnSpPr>
        <p:spPr>
          <a:xfrm>
            <a:off x="8981286" y="3297358"/>
            <a:ext cx="3209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DFA9649-416C-0988-1C3C-8DE071E34835}"/>
              </a:ext>
            </a:extLst>
          </p:cNvPr>
          <p:cNvCxnSpPr>
            <a:cxnSpLocks/>
          </p:cNvCxnSpPr>
          <p:nvPr/>
        </p:nvCxnSpPr>
        <p:spPr>
          <a:xfrm>
            <a:off x="9031916" y="3625978"/>
            <a:ext cx="2251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0C8468D-F466-CDA7-78A3-BFF395347B10}"/>
              </a:ext>
            </a:extLst>
          </p:cNvPr>
          <p:cNvCxnSpPr/>
          <p:nvPr/>
        </p:nvCxnSpPr>
        <p:spPr>
          <a:xfrm>
            <a:off x="9141770" y="3297358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7AF8BCA6-D954-C874-1803-2619038BAB66}"/>
              </a:ext>
            </a:extLst>
          </p:cNvPr>
          <p:cNvCxnSpPr>
            <a:cxnSpLocks/>
          </p:cNvCxnSpPr>
          <p:nvPr/>
        </p:nvCxnSpPr>
        <p:spPr>
          <a:xfrm>
            <a:off x="9089637" y="3680155"/>
            <a:ext cx="1179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37D6654C-BA8A-4A9D-5F7A-4A03D88B7F9A}"/>
              </a:ext>
            </a:extLst>
          </p:cNvPr>
          <p:cNvCxnSpPr>
            <a:cxnSpLocks/>
          </p:cNvCxnSpPr>
          <p:nvPr/>
        </p:nvCxnSpPr>
        <p:spPr>
          <a:xfrm>
            <a:off x="9114148" y="3736713"/>
            <a:ext cx="5896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E7562FB2-1A0A-860B-321E-BAA970A0E65A}"/>
              </a:ext>
            </a:extLst>
          </p:cNvPr>
          <p:cNvCxnSpPr/>
          <p:nvPr/>
        </p:nvCxnSpPr>
        <p:spPr>
          <a:xfrm>
            <a:off x="8875505" y="1535633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1033A6DA-2314-5D03-F636-AA4385972E60}"/>
              </a:ext>
            </a:extLst>
          </p:cNvPr>
          <p:cNvCxnSpPr/>
          <p:nvPr/>
        </p:nvCxnSpPr>
        <p:spPr>
          <a:xfrm>
            <a:off x="9408035" y="1535633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D849637A-E408-2C76-AEC8-0973267DABAF}"/>
              </a:ext>
            </a:extLst>
          </p:cNvPr>
          <p:cNvCxnSpPr>
            <a:cxnSpLocks/>
          </p:cNvCxnSpPr>
          <p:nvPr/>
        </p:nvCxnSpPr>
        <p:spPr>
          <a:xfrm>
            <a:off x="8875505" y="1547272"/>
            <a:ext cx="53253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EAD13096-9166-1892-1801-EE24B4DB6558}"/>
              </a:ext>
            </a:extLst>
          </p:cNvPr>
          <p:cNvCxnSpPr>
            <a:cxnSpLocks/>
          </p:cNvCxnSpPr>
          <p:nvPr/>
        </p:nvCxnSpPr>
        <p:spPr>
          <a:xfrm>
            <a:off x="9141770" y="1207013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Rectangle 222">
            <a:extLst>
              <a:ext uri="{FF2B5EF4-FFF2-40B4-BE49-F238E27FC236}">
                <a16:creationId xmlns:a16="http://schemas.microsoft.com/office/drawing/2014/main" id="{0629C398-392D-14E6-0F1B-CB7030DFD1C7}"/>
              </a:ext>
            </a:extLst>
          </p:cNvPr>
          <p:cNvSpPr/>
          <p:nvPr/>
        </p:nvSpPr>
        <p:spPr>
          <a:xfrm rot="10800000">
            <a:off x="9408035" y="1066864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23CFC27D-117C-8233-844D-75BC7A35843F}"/>
              </a:ext>
            </a:extLst>
          </p:cNvPr>
          <p:cNvCxnSpPr>
            <a:cxnSpLocks/>
          </p:cNvCxnSpPr>
          <p:nvPr/>
        </p:nvCxnSpPr>
        <p:spPr>
          <a:xfrm>
            <a:off x="9141770" y="1223736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47CF8639-4EEB-9260-AE89-98E053EF581F}"/>
              </a:ext>
            </a:extLst>
          </p:cNvPr>
          <p:cNvCxnSpPr>
            <a:cxnSpLocks/>
          </p:cNvCxnSpPr>
          <p:nvPr/>
        </p:nvCxnSpPr>
        <p:spPr>
          <a:xfrm>
            <a:off x="10047507" y="1223889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Oval 225">
            <a:extLst>
              <a:ext uri="{FF2B5EF4-FFF2-40B4-BE49-F238E27FC236}">
                <a16:creationId xmlns:a16="http://schemas.microsoft.com/office/drawing/2014/main" id="{91F0355C-A379-D9BA-AC78-2E7E2143547F}"/>
              </a:ext>
            </a:extLst>
          </p:cNvPr>
          <p:cNvSpPr/>
          <p:nvPr/>
        </p:nvSpPr>
        <p:spPr>
          <a:xfrm>
            <a:off x="10290495" y="117718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82338080-DD26-B214-5A68-FA3058A83938}"/>
              </a:ext>
            </a:extLst>
          </p:cNvPr>
          <p:cNvCxnSpPr>
            <a:cxnSpLocks/>
          </p:cNvCxnSpPr>
          <p:nvPr/>
        </p:nvCxnSpPr>
        <p:spPr>
          <a:xfrm>
            <a:off x="10360319" y="1225052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4AA283B-ED69-5B7D-542A-6B29B02E5F81}"/>
              </a:ext>
            </a:extLst>
          </p:cNvPr>
          <p:cNvSpPr/>
          <p:nvPr/>
        </p:nvSpPr>
        <p:spPr>
          <a:xfrm rot="10800000">
            <a:off x="10626584" y="1050602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6AE8996E-CB02-49AD-1253-4648B1C92CA4}"/>
              </a:ext>
            </a:extLst>
          </p:cNvPr>
          <p:cNvCxnSpPr>
            <a:cxnSpLocks/>
          </p:cNvCxnSpPr>
          <p:nvPr/>
        </p:nvCxnSpPr>
        <p:spPr>
          <a:xfrm>
            <a:off x="11266056" y="1214625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8DB3D03F-7483-08A3-C702-5A05EA32E83E}"/>
              </a:ext>
            </a:extLst>
          </p:cNvPr>
          <p:cNvSpPr/>
          <p:nvPr/>
        </p:nvSpPr>
        <p:spPr>
          <a:xfrm rot="10800000">
            <a:off x="11525396" y="1058214"/>
            <a:ext cx="639472" cy="31282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424F0D6-E1EA-5C0C-92BF-A90B60B7F1FB}"/>
              </a:ext>
            </a:extLst>
          </p:cNvPr>
          <p:cNvCxnSpPr>
            <a:cxnSpLocks/>
          </p:cNvCxnSpPr>
          <p:nvPr/>
        </p:nvCxnSpPr>
        <p:spPr>
          <a:xfrm>
            <a:off x="12160931" y="1214626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2A1F00BF-D73E-EDB3-BE58-13BC0692A2D6}"/>
              </a:ext>
            </a:extLst>
          </p:cNvPr>
          <p:cNvSpPr/>
          <p:nvPr/>
        </p:nvSpPr>
        <p:spPr>
          <a:xfrm rot="10800000">
            <a:off x="12420271" y="1058215"/>
            <a:ext cx="639472" cy="312821"/>
          </a:xfrm>
          <a:prstGeom prst="rect">
            <a:avLst/>
          </a:prstGeom>
          <a:noFill/>
          <a:ln w="38100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B77FD58B-475F-E5AD-599C-7926350D6076}"/>
              </a:ext>
            </a:extLst>
          </p:cNvPr>
          <p:cNvCxnSpPr>
            <a:cxnSpLocks/>
          </p:cNvCxnSpPr>
          <p:nvPr/>
        </p:nvCxnSpPr>
        <p:spPr>
          <a:xfrm>
            <a:off x="13052818" y="1223736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Oval 233">
            <a:extLst>
              <a:ext uri="{FF2B5EF4-FFF2-40B4-BE49-F238E27FC236}">
                <a16:creationId xmlns:a16="http://schemas.microsoft.com/office/drawing/2014/main" id="{23E47BB6-00FE-9DA6-8B6D-C18B03C379BA}"/>
              </a:ext>
            </a:extLst>
          </p:cNvPr>
          <p:cNvSpPr/>
          <p:nvPr/>
        </p:nvSpPr>
        <p:spPr>
          <a:xfrm>
            <a:off x="13295806" y="117703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532BCD53-7283-90B6-80D2-BA3B3C996AFB}"/>
              </a:ext>
            </a:extLst>
          </p:cNvPr>
          <p:cNvCxnSpPr>
            <a:cxnSpLocks/>
          </p:cNvCxnSpPr>
          <p:nvPr/>
        </p:nvCxnSpPr>
        <p:spPr>
          <a:xfrm>
            <a:off x="13365630" y="1224899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Rectangle 235">
            <a:extLst>
              <a:ext uri="{FF2B5EF4-FFF2-40B4-BE49-F238E27FC236}">
                <a16:creationId xmlns:a16="http://schemas.microsoft.com/office/drawing/2014/main" id="{C32866F5-EC53-BCD7-3CDD-C1EC5E48C484}"/>
              </a:ext>
            </a:extLst>
          </p:cNvPr>
          <p:cNvSpPr/>
          <p:nvPr/>
        </p:nvSpPr>
        <p:spPr>
          <a:xfrm rot="10800000">
            <a:off x="13631895" y="1053299"/>
            <a:ext cx="639472" cy="312821"/>
          </a:xfrm>
          <a:prstGeom prst="rect">
            <a:avLst/>
          </a:prstGeom>
          <a:noFill/>
          <a:ln w="38100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A2E7A082-77BB-F1EF-DE77-35C0636FCB64}"/>
              </a:ext>
            </a:extLst>
          </p:cNvPr>
          <p:cNvCxnSpPr>
            <a:cxnSpLocks/>
          </p:cNvCxnSpPr>
          <p:nvPr/>
        </p:nvCxnSpPr>
        <p:spPr>
          <a:xfrm>
            <a:off x="14271367" y="1223274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14BA64A-FD21-72C2-DA9B-5E9DA1332FAA}"/>
              </a:ext>
            </a:extLst>
          </p:cNvPr>
          <p:cNvSpPr/>
          <p:nvPr/>
        </p:nvSpPr>
        <p:spPr>
          <a:xfrm rot="10800000">
            <a:off x="14530707" y="1068419"/>
            <a:ext cx="639472" cy="31282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FA5ABDB5-957C-19C1-12C2-5D6C353F4C7A}"/>
              </a:ext>
            </a:extLst>
          </p:cNvPr>
          <p:cNvCxnSpPr>
            <a:cxnSpLocks/>
          </p:cNvCxnSpPr>
          <p:nvPr/>
        </p:nvCxnSpPr>
        <p:spPr>
          <a:xfrm>
            <a:off x="15170179" y="1219541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テキスト プレースホルダー 2">
            <a:extLst>
              <a:ext uri="{FF2B5EF4-FFF2-40B4-BE49-F238E27FC236}">
                <a16:creationId xmlns:a16="http://schemas.microsoft.com/office/drawing/2014/main" id="{84669ACB-6F5B-ADB0-D271-202F932763BE}"/>
              </a:ext>
            </a:extLst>
          </p:cNvPr>
          <p:cNvSpPr txBox="1">
            <a:spLocks/>
          </p:cNvSpPr>
          <p:nvPr/>
        </p:nvSpPr>
        <p:spPr>
          <a:xfrm>
            <a:off x="9516702" y="3008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1" name="テキスト プレースホルダー 2">
            <a:extLst>
              <a:ext uri="{FF2B5EF4-FFF2-40B4-BE49-F238E27FC236}">
                <a16:creationId xmlns:a16="http://schemas.microsoft.com/office/drawing/2014/main" id="{AE04D2F6-C563-1D9A-67D9-C141E82A3C96}"/>
              </a:ext>
            </a:extLst>
          </p:cNvPr>
          <p:cNvSpPr txBox="1">
            <a:spLocks/>
          </p:cNvSpPr>
          <p:nvPr/>
        </p:nvSpPr>
        <p:spPr>
          <a:xfrm>
            <a:off x="9408033" y="2432481"/>
            <a:ext cx="121854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2" name="テキスト プレースホルダー 2">
            <a:extLst>
              <a:ext uri="{FF2B5EF4-FFF2-40B4-BE49-F238E27FC236}">
                <a16:creationId xmlns:a16="http://schemas.microsoft.com/office/drawing/2014/main" id="{DB538BCA-2164-5D86-B9A1-F81AAF83DC80}"/>
              </a:ext>
            </a:extLst>
          </p:cNvPr>
          <p:cNvSpPr txBox="1">
            <a:spLocks/>
          </p:cNvSpPr>
          <p:nvPr/>
        </p:nvSpPr>
        <p:spPr>
          <a:xfrm>
            <a:off x="8032083" y="2414480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3" name="テキスト プレースホルダー 2">
            <a:extLst>
              <a:ext uri="{FF2B5EF4-FFF2-40B4-BE49-F238E27FC236}">
                <a16:creationId xmlns:a16="http://schemas.microsoft.com/office/drawing/2014/main" id="{9E3F34E6-C98F-8670-1EAD-0879278147FF}"/>
              </a:ext>
            </a:extLst>
          </p:cNvPr>
          <p:cNvSpPr txBox="1">
            <a:spLocks/>
          </p:cNvSpPr>
          <p:nvPr/>
        </p:nvSpPr>
        <p:spPr>
          <a:xfrm>
            <a:off x="9256953" y="52937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4" name="テキスト プレースホルダー 2">
            <a:extLst>
              <a:ext uri="{FF2B5EF4-FFF2-40B4-BE49-F238E27FC236}">
                <a16:creationId xmlns:a16="http://schemas.microsoft.com/office/drawing/2014/main" id="{5E3B4989-1807-C0E0-9017-4BF0DCB9E095}"/>
              </a:ext>
            </a:extLst>
          </p:cNvPr>
          <p:cNvSpPr txBox="1">
            <a:spLocks/>
          </p:cNvSpPr>
          <p:nvPr/>
        </p:nvSpPr>
        <p:spPr>
          <a:xfrm>
            <a:off x="10510299" y="5342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5" name="テキスト プレースホルダー 2">
            <a:extLst>
              <a:ext uri="{FF2B5EF4-FFF2-40B4-BE49-F238E27FC236}">
                <a16:creationId xmlns:a16="http://schemas.microsoft.com/office/drawing/2014/main" id="{699E837A-F4E2-1CC9-4446-66B5AE7B1F7B}"/>
              </a:ext>
            </a:extLst>
          </p:cNvPr>
          <p:cNvSpPr txBox="1">
            <a:spLocks/>
          </p:cNvSpPr>
          <p:nvPr/>
        </p:nvSpPr>
        <p:spPr>
          <a:xfrm>
            <a:off x="11418086" y="5342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246" name="テキスト プレースホルダー 2">
            <a:extLst>
              <a:ext uri="{FF2B5EF4-FFF2-40B4-BE49-F238E27FC236}">
                <a16:creationId xmlns:a16="http://schemas.microsoft.com/office/drawing/2014/main" id="{85C25143-3364-17DE-ED80-5A94116D75DF}"/>
              </a:ext>
            </a:extLst>
          </p:cNvPr>
          <p:cNvSpPr txBox="1">
            <a:spLocks/>
          </p:cNvSpPr>
          <p:nvPr/>
        </p:nvSpPr>
        <p:spPr>
          <a:xfrm>
            <a:off x="12341772" y="5342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247" name="テキスト プレースホルダー 2">
            <a:extLst>
              <a:ext uri="{FF2B5EF4-FFF2-40B4-BE49-F238E27FC236}">
                <a16:creationId xmlns:a16="http://schemas.microsoft.com/office/drawing/2014/main" id="{187BA65E-D6F6-6AAE-3E78-AB54BFED7093}"/>
              </a:ext>
            </a:extLst>
          </p:cNvPr>
          <p:cNvSpPr txBox="1">
            <a:spLocks/>
          </p:cNvSpPr>
          <p:nvPr/>
        </p:nvSpPr>
        <p:spPr>
          <a:xfrm>
            <a:off x="13539097" y="51531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C393B94D-0523-9C19-A0EA-E05B579AC7BC}"/>
              </a:ext>
            </a:extLst>
          </p:cNvPr>
          <p:cNvSpPr/>
          <p:nvPr/>
        </p:nvSpPr>
        <p:spPr>
          <a:xfrm>
            <a:off x="10047507" y="1700514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16A7BDCB-216D-D03D-3156-9D3C3386E12B}"/>
              </a:ext>
            </a:extLst>
          </p:cNvPr>
          <p:cNvCxnSpPr>
            <a:cxnSpLocks/>
          </p:cNvCxnSpPr>
          <p:nvPr/>
        </p:nvCxnSpPr>
        <p:spPr>
          <a:xfrm flipH="1" flipV="1">
            <a:off x="10331720" y="1784854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28AABFBE-674C-778A-67A3-016440D0973B}"/>
              </a:ext>
            </a:extLst>
          </p:cNvPr>
          <p:cNvCxnSpPr>
            <a:cxnSpLocks/>
          </p:cNvCxnSpPr>
          <p:nvPr/>
        </p:nvCxnSpPr>
        <p:spPr>
          <a:xfrm>
            <a:off x="10340612" y="1270132"/>
            <a:ext cx="0" cy="4298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8C9E1FF0-ACF4-FA66-2CF9-C12880586072}"/>
              </a:ext>
            </a:extLst>
          </p:cNvPr>
          <p:cNvCxnSpPr>
            <a:cxnSpLocks/>
          </p:cNvCxnSpPr>
          <p:nvPr/>
        </p:nvCxnSpPr>
        <p:spPr>
          <a:xfrm>
            <a:off x="10232125" y="2616584"/>
            <a:ext cx="2251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560B474C-6B5B-5EC1-B662-B3EA0BEA8B9E}"/>
              </a:ext>
            </a:extLst>
          </p:cNvPr>
          <p:cNvCxnSpPr/>
          <p:nvPr/>
        </p:nvCxnSpPr>
        <p:spPr>
          <a:xfrm>
            <a:off x="10341979" y="2287964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10F5189-AEB8-1AA5-36C2-8A70FD9B89B3}"/>
              </a:ext>
            </a:extLst>
          </p:cNvPr>
          <p:cNvCxnSpPr>
            <a:cxnSpLocks/>
          </p:cNvCxnSpPr>
          <p:nvPr/>
        </p:nvCxnSpPr>
        <p:spPr>
          <a:xfrm>
            <a:off x="10286616" y="2666977"/>
            <a:ext cx="1179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0C1F9BCE-BEA5-B6B8-D10F-6E0C569DCF49}"/>
              </a:ext>
            </a:extLst>
          </p:cNvPr>
          <p:cNvCxnSpPr>
            <a:cxnSpLocks/>
          </p:cNvCxnSpPr>
          <p:nvPr/>
        </p:nvCxnSpPr>
        <p:spPr>
          <a:xfrm>
            <a:off x="10313508" y="2716391"/>
            <a:ext cx="5896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Oval 254">
            <a:extLst>
              <a:ext uri="{FF2B5EF4-FFF2-40B4-BE49-F238E27FC236}">
                <a16:creationId xmlns:a16="http://schemas.microsoft.com/office/drawing/2014/main" id="{E00CEAD4-E9CD-D237-3C7D-AA7700CEB5D2}"/>
              </a:ext>
            </a:extLst>
          </p:cNvPr>
          <p:cNvSpPr/>
          <p:nvPr/>
        </p:nvSpPr>
        <p:spPr>
          <a:xfrm>
            <a:off x="13052818" y="1699943"/>
            <a:ext cx="579076" cy="579076"/>
          </a:xfrm>
          <a:prstGeom prst="ellipse">
            <a:avLst/>
          </a:prstGeom>
          <a:noFill/>
          <a:ln w="38100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78714569-9B51-6E15-F54A-D2E171AECE3F}"/>
              </a:ext>
            </a:extLst>
          </p:cNvPr>
          <p:cNvCxnSpPr>
            <a:cxnSpLocks/>
          </p:cNvCxnSpPr>
          <p:nvPr/>
        </p:nvCxnSpPr>
        <p:spPr>
          <a:xfrm flipH="1" flipV="1">
            <a:off x="13337031" y="1784283"/>
            <a:ext cx="5325" cy="410396"/>
          </a:xfrm>
          <a:prstGeom prst="straightConnector1">
            <a:avLst/>
          </a:prstGeom>
          <a:ln w="38100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6F84A8DE-01E8-AF14-4C7C-C45BD3AA962C}"/>
              </a:ext>
            </a:extLst>
          </p:cNvPr>
          <p:cNvCxnSpPr>
            <a:cxnSpLocks/>
          </p:cNvCxnSpPr>
          <p:nvPr/>
        </p:nvCxnSpPr>
        <p:spPr>
          <a:xfrm>
            <a:off x="13345923" y="1269561"/>
            <a:ext cx="0" cy="4298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9E9040-7F68-A6A3-4B59-DC42396C0A5E}"/>
              </a:ext>
            </a:extLst>
          </p:cNvPr>
          <p:cNvCxnSpPr>
            <a:cxnSpLocks/>
          </p:cNvCxnSpPr>
          <p:nvPr/>
        </p:nvCxnSpPr>
        <p:spPr>
          <a:xfrm>
            <a:off x="13227177" y="2616013"/>
            <a:ext cx="2251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425C2D63-11F6-020F-5461-10789ACA4A58}"/>
              </a:ext>
            </a:extLst>
          </p:cNvPr>
          <p:cNvCxnSpPr/>
          <p:nvPr/>
        </p:nvCxnSpPr>
        <p:spPr>
          <a:xfrm>
            <a:off x="13337031" y="2287393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B4DF918-648E-6AB7-626E-61A17CEBB188}"/>
              </a:ext>
            </a:extLst>
          </p:cNvPr>
          <p:cNvCxnSpPr>
            <a:cxnSpLocks/>
          </p:cNvCxnSpPr>
          <p:nvPr/>
        </p:nvCxnSpPr>
        <p:spPr>
          <a:xfrm>
            <a:off x="13284898" y="2670188"/>
            <a:ext cx="1179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162D1A73-10C4-98E8-BD9F-3FDC7EDF71F0}"/>
              </a:ext>
            </a:extLst>
          </p:cNvPr>
          <p:cNvCxnSpPr>
            <a:cxnSpLocks/>
          </p:cNvCxnSpPr>
          <p:nvPr/>
        </p:nvCxnSpPr>
        <p:spPr>
          <a:xfrm>
            <a:off x="13309409" y="2721982"/>
            <a:ext cx="5896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テキスト プレースホルダー 2">
            <a:extLst>
              <a:ext uri="{FF2B5EF4-FFF2-40B4-BE49-F238E27FC236}">
                <a16:creationId xmlns:a16="http://schemas.microsoft.com/office/drawing/2014/main" id="{5F0B306C-1ACD-6CE5-B016-F752E3164D4E}"/>
              </a:ext>
            </a:extLst>
          </p:cNvPr>
          <p:cNvSpPr txBox="1">
            <a:spLocks/>
          </p:cNvSpPr>
          <p:nvPr/>
        </p:nvSpPr>
        <p:spPr>
          <a:xfrm>
            <a:off x="14462783" y="5091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D4A90B80-ED1D-D313-7DB2-2E0BC7972CB6}"/>
              </a:ext>
            </a:extLst>
          </p:cNvPr>
          <p:cNvSpPr/>
          <p:nvPr/>
        </p:nvSpPr>
        <p:spPr>
          <a:xfrm rot="10800000">
            <a:off x="15460033" y="1067693"/>
            <a:ext cx="639472" cy="31282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808BCFC-9900-EEAD-554A-C0110406F347}"/>
              </a:ext>
            </a:extLst>
          </p:cNvPr>
          <p:cNvCxnSpPr>
            <a:cxnSpLocks/>
          </p:cNvCxnSpPr>
          <p:nvPr/>
        </p:nvCxnSpPr>
        <p:spPr>
          <a:xfrm>
            <a:off x="16092580" y="1233214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Oval 328">
            <a:extLst>
              <a:ext uri="{FF2B5EF4-FFF2-40B4-BE49-F238E27FC236}">
                <a16:creationId xmlns:a16="http://schemas.microsoft.com/office/drawing/2014/main" id="{15B110D9-3D83-B186-68D7-68D7B29987B6}"/>
              </a:ext>
            </a:extLst>
          </p:cNvPr>
          <p:cNvSpPr/>
          <p:nvPr/>
        </p:nvSpPr>
        <p:spPr>
          <a:xfrm>
            <a:off x="16335568" y="1186511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D156B6B6-76D3-D825-EA66-811E1914A53B}"/>
              </a:ext>
            </a:extLst>
          </p:cNvPr>
          <p:cNvCxnSpPr>
            <a:cxnSpLocks/>
          </p:cNvCxnSpPr>
          <p:nvPr/>
        </p:nvCxnSpPr>
        <p:spPr>
          <a:xfrm>
            <a:off x="16405392" y="1234377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Rectangle 330">
            <a:extLst>
              <a:ext uri="{FF2B5EF4-FFF2-40B4-BE49-F238E27FC236}">
                <a16:creationId xmlns:a16="http://schemas.microsoft.com/office/drawing/2014/main" id="{F39A4A9C-1E43-8D57-BFA0-325DAA84E256}"/>
              </a:ext>
            </a:extLst>
          </p:cNvPr>
          <p:cNvSpPr/>
          <p:nvPr/>
        </p:nvSpPr>
        <p:spPr>
          <a:xfrm rot="10800000">
            <a:off x="16671657" y="1062777"/>
            <a:ext cx="639472" cy="31282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9893D9C9-00B7-36D6-98D1-23F76118ABDA}"/>
              </a:ext>
            </a:extLst>
          </p:cNvPr>
          <p:cNvCxnSpPr>
            <a:cxnSpLocks/>
          </p:cNvCxnSpPr>
          <p:nvPr/>
        </p:nvCxnSpPr>
        <p:spPr>
          <a:xfrm>
            <a:off x="17311129" y="1232752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Rectangle 332">
            <a:extLst>
              <a:ext uri="{FF2B5EF4-FFF2-40B4-BE49-F238E27FC236}">
                <a16:creationId xmlns:a16="http://schemas.microsoft.com/office/drawing/2014/main" id="{9522BCDD-4E8A-F416-51C5-3F59F2ABEA8E}"/>
              </a:ext>
            </a:extLst>
          </p:cNvPr>
          <p:cNvSpPr/>
          <p:nvPr/>
        </p:nvSpPr>
        <p:spPr>
          <a:xfrm rot="10800000">
            <a:off x="17570469" y="1077897"/>
            <a:ext cx="639472" cy="31282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FD7CBFDD-3A5E-A48A-6044-BA5F72515F4A}"/>
              </a:ext>
            </a:extLst>
          </p:cNvPr>
          <p:cNvCxnSpPr>
            <a:cxnSpLocks/>
          </p:cNvCxnSpPr>
          <p:nvPr/>
        </p:nvCxnSpPr>
        <p:spPr>
          <a:xfrm>
            <a:off x="18209941" y="1229019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テキスト プレースホルダー 2">
            <a:extLst>
              <a:ext uri="{FF2B5EF4-FFF2-40B4-BE49-F238E27FC236}">
                <a16:creationId xmlns:a16="http://schemas.microsoft.com/office/drawing/2014/main" id="{86E56A54-A8E0-2A77-F9BB-E298DCC801E5}"/>
              </a:ext>
            </a:extLst>
          </p:cNvPr>
          <p:cNvSpPr txBox="1">
            <a:spLocks/>
          </p:cNvSpPr>
          <p:nvPr/>
        </p:nvSpPr>
        <p:spPr>
          <a:xfrm>
            <a:off x="15381534" y="54374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336" name="テキスト プレースホルダー 2">
            <a:extLst>
              <a:ext uri="{FF2B5EF4-FFF2-40B4-BE49-F238E27FC236}">
                <a16:creationId xmlns:a16="http://schemas.microsoft.com/office/drawing/2014/main" id="{4CC1D7A6-8E26-F458-0B58-5DC2397E65FF}"/>
              </a:ext>
            </a:extLst>
          </p:cNvPr>
          <p:cNvSpPr txBox="1">
            <a:spLocks/>
          </p:cNvSpPr>
          <p:nvPr/>
        </p:nvSpPr>
        <p:spPr>
          <a:xfrm>
            <a:off x="16578859" y="524793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471417C6-BD36-85F8-C8BE-32E97A4AD826}"/>
              </a:ext>
            </a:extLst>
          </p:cNvPr>
          <p:cNvSpPr/>
          <p:nvPr/>
        </p:nvSpPr>
        <p:spPr>
          <a:xfrm>
            <a:off x="16092580" y="1709421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087B8B31-94EE-FB87-8DD3-3BD1A60D3EFE}"/>
              </a:ext>
            </a:extLst>
          </p:cNvPr>
          <p:cNvCxnSpPr>
            <a:cxnSpLocks/>
          </p:cNvCxnSpPr>
          <p:nvPr/>
        </p:nvCxnSpPr>
        <p:spPr>
          <a:xfrm flipH="1" flipV="1">
            <a:off x="16376793" y="1793761"/>
            <a:ext cx="5325" cy="41039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82FE5E61-219D-1DD5-DBC4-459980B8F4F7}"/>
              </a:ext>
            </a:extLst>
          </p:cNvPr>
          <p:cNvCxnSpPr>
            <a:cxnSpLocks/>
          </p:cNvCxnSpPr>
          <p:nvPr/>
        </p:nvCxnSpPr>
        <p:spPr>
          <a:xfrm>
            <a:off x="16385685" y="1279039"/>
            <a:ext cx="0" cy="4298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2E298B8C-67AE-5700-CBC7-7E9D3BA3D414}"/>
              </a:ext>
            </a:extLst>
          </p:cNvPr>
          <p:cNvCxnSpPr/>
          <p:nvPr/>
        </p:nvCxnSpPr>
        <p:spPr>
          <a:xfrm>
            <a:off x="16376793" y="2296871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テキスト プレースホルダー 2">
            <a:extLst>
              <a:ext uri="{FF2B5EF4-FFF2-40B4-BE49-F238E27FC236}">
                <a16:creationId xmlns:a16="http://schemas.microsoft.com/office/drawing/2014/main" id="{93C0C3D9-EBD7-9E73-822B-A27DCA6DA40F}"/>
              </a:ext>
            </a:extLst>
          </p:cNvPr>
          <p:cNvSpPr txBox="1">
            <a:spLocks/>
          </p:cNvSpPr>
          <p:nvPr/>
        </p:nvSpPr>
        <p:spPr>
          <a:xfrm>
            <a:off x="17502545" y="51858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21E0B0E5-3327-C9A5-E759-B2D2B988E460}"/>
              </a:ext>
            </a:extLst>
          </p:cNvPr>
          <p:cNvSpPr/>
          <p:nvPr/>
        </p:nvSpPr>
        <p:spPr>
          <a:xfrm rot="16200000" flipH="1">
            <a:off x="28863382" y="2027579"/>
            <a:ext cx="639472" cy="31282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A62019B1-F124-1F42-4D03-6B5A9C6AAFB9}"/>
              </a:ext>
            </a:extLst>
          </p:cNvPr>
          <p:cNvSpPr/>
          <p:nvPr/>
        </p:nvSpPr>
        <p:spPr>
          <a:xfrm rot="16200000" flipH="1">
            <a:off x="28325392" y="2027579"/>
            <a:ext cx="639472" cy="31282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94B74818-FFF8-7484-CE8C-6104AC5237EC}"/>
              </a:ext>
            </a:extLst>
          </p:cNvPr>
          <p:cNvCxnSpPr>
            <a:cxnSpLocks/>
            <a:stCxn id="404" idx="3"/>
          </p:cNvCxnSpPr>
          <p:nvPr/>
        </p:nvCxnSpPr>
        <p:spPr>
          <a:xfrm flipH="1">
            <a:off x="29183118" y="2503726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6DE0E27D-C087-3B19-D402-0160B0ACE115}"/>
              </a:ext>
            </a:extLst>
          </p:cNvPr>
          <p:cNvCxnSpPr/>
          <p:nvPr/>
        </p:nvCxnSpPr>
        <p:spPr>
          <a:xfrm flipH="1">
            <a:off x="28650588" y="2503726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C3C73D1E-20E6-69D0-6384-1AD71F32C440}"/>
              </a:ext>
            </a:extLst>
          </p:cNvPr>
          <p:cNvCxnSpPr>
            <a:cxnSpLocks/>
          </p:cNvCxnSpPr>
          <p:nvPr/>
        </p:nvCxnSpPr>
        <p:spPr>
          <a:xfrm flipH="1">
            <a:off x="28650588" y="2832346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7F8FF940-FC75-AC79-D90F-E30972E9CE04}"/>
              </a:ext>
            </a:extLst>
          </p:cNvPr>
          <p:cNvCxnSpPr>
            <a:cxnSpLocks/>
          </p:cNvCxnSpPr>
          <p:nvPr/>
        </p:nvCxnSpPr>
        <p:spPr>
          <a:xfrm flipH="1">
            <a:off x="28916853" y="2832346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E9366F66-F4CF-3D6E-A3EA-FCB5A223F7B9}"/>
              </a:ext>
            </a:extLst>
          </p:cNvPr>
          <p:cNvCxnSpPr>
            <a:cxnSpLocks/>
          </p:cNvCxnSpPr>
          <p:nvPr/>
        </p:nvCxnSpPr>
        <p:spPr>
          <a:xfrm flipH="1">
            <a:off x="28678648" y="3160966"/>
            <a:ext cx="4733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C47A64E4-9E32-4A37-6BDB-A90F024D1A37}"/>
              </a:ext>
            </a:extLst>
          </p:cNvPr>
          <p:cNvCxnSpPr>
            <a:cxnSpLocks/>
          </p:cNvCxnSpPr>
          <p:nvPr/>
        </p:nvCxnSpPr>
        <p:spPr>
          <a:xfrm flipH="1">
            <a:off x="28756369" y="3297358"/>
            <a:ext cx="3209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2F833132-5B07-861E-8F53-B9BB2EC77ADA}"/>
              </a:ext>
            </a:extLst>
          </p:cNvPr>
          <p:cNvCxnSpPr>
            <a:cxnSpLocks/>
          </p:cNvCxnSpPr>
          <p:nvPr/>
        </p:nvCxnSpPr>
        <p:spPr>
          <a:xfrm flipH="1">
            <a:off x="28801539" y="3625978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4E74D6AE-78B8-3597-CA39-975EFB2B4B58}"/>
              </a:ext>
            </a:extLst>
          </p:cNvPr>
          <p:cNvCxnSpPr/>
          <p:nvPr/>
        </p:nvCxnSpPr>
        <p:spPr>
          <a:xfrm flipH="1">
            <a:off x="28916853" y="3297358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A9C7C320-7C00-AF13-3A89-01C04988C266}"/>
              </a:ext>
            </a:extLst>
          </p:cNvPr>
          <p:cNvCxnSpPr>
            <a:cxnSpLocks/>
          </p:cNvCxnSpPr>
          <p:nvPr/>
        </p:nvCxnSpPr>
        <p:spPr>
          <a:xfrm flipH="1">
            <a:off x="28851048" y="366348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DA83EFAF-8185-F590-5C35-C131C6A75E02}"/>
              </a:ext>
            </a:extLst>
          </p:cNvPr>
          <p:cNvCxnSpPr>
            <a:cxnSpLocks/>
          </p:cNvCxnSpPr>
          <p:nvPr/>
        </p:nvCxnSpPr>
        <p:spPr>
          <a:xfrm flipH="1">
            <a:off x="28885506" y="3700994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A4301602-F6A3-D875-DF85-01A1B0E2F101}"/>
              </a:ext>
            </a:extLst>
          </p:cNvPr>
          <p:cNvCxnSpPr/>
          <p:nvPr/>
        </p:nvCxnSpPr>
        <p:spPr>
          <a:xfrm flipH="1">
            <a:off x="29183118" y="1535633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7C291F90-5A4E-FC7F-4E04-D68AE8D55E63}"/>
              </a:ext>
            </a:extLst>
          </p:cNvPr>
          <p:cNvCxnSpPr/>
          <p:nvPr/>
        </p:nvCxnSpPr>
        <p:spPr>
          <a:xfrm flipH="1">
            <a:off x="28650588" y="1535633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FF2B514D-92FE-E57E-E1B5-8BCF1E61FAB4}"/>
              </a:ext>
            </a:extLst>
          </p:cNvPr>
          <p:cNvCxnSpPr>
            <a:cxnSpLocks/>
          </p:cNvCxnSpPr>
          <p:nvPr/>
        </p:nvCxnSpPr>
        <p:spPr>
          <a:xfrm flipH="1">
            <a:off x="28650588" y="1547272"/>
            <a:ext cx="53253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FF1D8D9D-F4FF-B3A1-42BB-9DEA99720071}"/>
              </a:ext>
            </a:extLst>
          </p:cNvPr>
          <p:cNvCxnSpPr>
            <a:cxnSpLocks/>
          </p:cNvCxnSpPr>
          <p:nvPr/>
        </p:nvCxnSpPr>
        <p:spPr>
          <a:xfrm flipH="1">
            <a:off x="28916853" y="1207013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Rectangle 423">
            <a:extLst>
              <a:ext uri="{FF2B5EF4-FFF2-40B4-BE49-F238E27FC236}">
                <a16:creationId xmlns:a16="http://schemas.microsoft.com/office/drawing/2014/main" id="{A3FFA904-C90C-6585-D640-5791F11E8BEB}"/>
              </a:ext>
            </a:extLst>
          </p:cNvPr>
          <p:cNvSpPr/>
          <p:nvPr/>
        </p:nvSpPr>
        <p:spPr>
          <a:xfrm rot="10800000" flipH="1">
            <a:off x="28011116" y="1066864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E27C063D-6D9E-6158-2806-89ABD16BB275}"/>
              </a:ext>
            </a:extLst>
          </p:cNvPr>
          <p:cNvCxnSpPr>
            <a:cxnSpLocks/>
          </p:cNvCxnSpPr>
          <p:nvPr/>
        </p:nvCxnSpPr>
        <p:spPr>
          <a:xfrm flipH="1">
            <a:off x="28650588" y="1223736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E44BF1B7-9D08-ABD4-C0F0-815B93E77AA4}"/>
              </a:ext>
            </a:extLst>
          </p:cNvPr>
          <p:cNvCxnSpPr>
            <a:cxnSpLocks/>
          </p:cNvCxnSpPr>
          <p:nvPr/>
        </p:nvCxnSpPr>
        <p:spPr>
          <a:xfrm flipH="1">
            <a:off x="27744851" y="1223889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Oval 426">
            <a:extLst>
              <a:ext uri="{FF2B5EF4-FFF2-40B4-BE49-F238E27FC236}">
                <a16:creationId xmlns:a16="http://schemas.microsoft.com/office/drawing/2014/main" id="{13B31C89-7C62-4132-6D44-8698E414ABAC}"/>
              </a:ext>
            </a:extLst>
          </p:cNvPr>
          <p:cNvSpPr/>
          <p:nvPr/>
        </p:nvSpPr>
        <p:spPr>
          <a:xfrm flipH="1">
            <a:off x="27675029" y="117718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A48B5EEA-5323-4579-7392-16F828858BF7}"/>
              </a:ext>
            </a:extLst>
          </p:cNvPr>
          <p:cNvCxnSpPr>
            <a:cxnSpLocks/>
          </p:cNvCxnSpPr>
          <p:nvPr/>
        </p:nvCxnSpPr>
        <p:spPr>
          <a:xfrm flipH="1">
            <a:off x="27432039" y="1225052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Rectangle 428">
            <a:extLst>
              <a:ext uri="{FF2B5EF4-FFF2-40B4-BE49-F238E27FC236}">
                <a16:creationId xmlns:a16="http://schemas.microsoft.com/office/drawing/2014/main" id="{91459ADB-1BE9-F661-4896-C0734CCE14FC}"/>
              </a:ext>
            </a:extLst>
          </p:cNvPr>
          <p:cNvSpPr/>
          <p:nvPr/>
        </p:nvSpPr>
        <p:spPr>
          <a:xfrm rot="10800000" flipH="1">
            <a:off x="26792567" y="1050602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C8AAA3CB-7DB3-6C76-C5E5-843B4CAC138E}"/>
              </a:ext>
            </a:extLst>
          </p:cNvPr>
          <p:cNvCxnSpPr>
            <a:cxnSpLocks/>
          </p:cNvCxnSpPr>
          <p:nvPr/>
        </p:nvCxnSpPr>
        <p:spPr>
          <a:xfrm flipH="1">
            <a:off x="26526302" y="1214625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Rectangle 430">
            <a:extLst>
              <a:ext uri="{FF2B5EF4-FFF2-40B4-BE49-F238E27FC236}">
                <a16:creationId xmlns:a16="http://schemas.microsoft.com/office/drawing/2014/main" id="{84962F0C-F5E3-AC1D-F425-10C5C93C578A}"/>
              </a:ext>
            </a:extLst>
          </p:cNvPr>
          <p:cNvSpPr/>
          <p:nvPr/>
        </p:nvSpPr>
        <p:spPr>
          <a:xfrm rot="10800000" flipH="1">
            <a:off x="25893755" y="1058214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D67BAE59-5D3F-155B-35FF-2BD6B96AC969}"/>
              </a:ext>
            </a:extLst>
          </p:cNvPr>
          <p:cNvCxnSpPr>
            <a:cxnSpLocks/>
          </p:cNvCxnSpPr>
          <p:nvPr/>
        </p:nvCxnSpPr>
        <p:spPr>
          <a:xfrm flipH="1">
            <a:off x="25631427" y="1214626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Rectangle 432">
            <a:extLst>
              <a:ext uri="{FF2B5EF4-FFF2-40B4-BE49-F238E27FC236}">
                <a16:creationId xmlns:a16="http://schemas.microsoft.com/office/drawing/2014/main" id="{12CB9695-A3BC-5438-5B56-06050770D682}"/>
              </a:ext>
            </a:extLst>
          </p:cNvPr>
          <p:cNvSpPr/>
          <p:nvPr/>
        </p:nvSpPr>
        <p:spPr>
          <a:xfrm rot="10800000" flipH="1">
            <a:off x="24998880" y="1058215"/>
            <a:ext cx="639472" cy="31282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FFBF4354-7BFC-75F5-7961-BB9CC51BEE22}"/>
              </a:ext>
            </a:extLst>
          </p:cNvPr>
          <p:cNvCxnSpPr>
            <a:cxnSpLocks/>
          </p:cNvCxnSpPr>
          <p:nvPr/>
        </p:nvCxnSpPr>
        <p:spPr>
          <a:xfrm flipH="1">
            <a:off x="24739540" y="1223736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C530F53B-5599-AAE2-68EF-4763D91DC0C1}"/>
              </a:ext>
            </a:extLst>
          </p:cNvPr>
          <p:cNvSpPr/>
          <p:nvPr/>
        </p:nvSpPr>
        <p:spPr>
          <a:xfrm flipH="1">
            <a:off x="24669718" y="117703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6" name="Straight Connector 435">
            <a:extLst>
              <a:ext uri="{FF2B5EF4-FFF2-40B4-BE49-F238E27FC236}">
                <a16:creationId xmlns:a16="http://schemas.microsoft.com/office/drawing/2014/main" id="{1764EA8F-2B2F-80CD-5222-3DBB595EB1A3}"/>
              </a:ext>
            </a:extLst>
          </p:cNvPr>
          <p:cNvCxnSpPr>
            <a:cxnSpLocks/>
          </p:cNvCxnSpPr>
          <p:nvPr/>
        </p:nvCxnSpPr>
        <p:spPr>
          <a:xfrm flipH="1">
            <a:off x="24426728" y="1224899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Rectangle 436">
            <a:extLst>
              <a:ext uri="{FF2B5EF4-FFF2-40B4-BE49-F238E27FC236}">
                <a16:creationId xmlns:a16="http://schemas.microsoft.com/office/drawing/2014/main" id="{15D4E919-E441-7840-3ED5-8ECBA9E5C23B}"/>
              </a:ext>
            </a:extLst>
          </p:cNvPr>
          <p:cNvSpPr/>
          <p:nvPr/>
        </p:nvSpPr>
        <p:spPr>
          <a:xfrm rot="10800000" flipH="1">
            <a:off x="23787256" y="1053299"/>
            <a:ext cx="639472" cy="31282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B32B87BA-9941-9FA5-3FB0-80983A6F98CB}"/>
              </a:ext>
            </a:extLst>
          </p:cNvPr>
          <p:cNvCxnSpPr>
            <a:cxnSpLocks/>
          </p:cNvCxnSpPr>
          <p:nvPr/>
        </p:nvCxnSpPr>
        <p:spPr>
          <a:xfrm flipH="1">
            <a:off x="23520991" y="1223274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Rectangle 438">
            <a:extLst>
              <a:ext uri="{FF2B5EF4-FFF2-40B4-BE49-F238E27FC236}">
                <a16:creationId xmlns:a16="http://schemas.microsoft.com/office/drawing/2014/main" id="{72BCF113-5498-9B9F-FBC0-22EE80F3D146}"/>
              </a:ext>
            </a:extLst>
          </p:cNvPr>
          <p:cNvSpPr/>
          <p:nvPr/>
        </p:nvSpPr>
        <p:spPr>
          <a:xfrm rot="10800000" flipH="1">
            <a:off x="22888444" y="1068419"/>
            <a:ext cx="639472" cy="31282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E5A74A9A-E0BA-3F38-766C-1A719E0C6CF7}"/>
              </a:ext>
            </a:extLst>
          </p:cNvPr>
          <p:cNvCxnSpPr>
            <a:cxnSpLocks/>
          </p:cNvCxnSpPr>
          <p:nvPr/>
        </p:nvCxnSpPr>
        <p:spPr>
          <a:xfrm flipH="1">
            <a:off x="22622179" y="1219541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" name="テキスト プレースホルダー 2">
            <a:extLst>
              <a:ext uri="{FF2B5EF4-FFF2-40B4-BE49-F238E27FC236}">
                <a16:creationId xmlns:a16="http://schemas.microsoft.com/office/drawing/2014/main" id="{B8ACA85C-CCE7-24BF-8027-B1EECFB43763}"/>
              </a:ext>
            </a:extLst>
          </p:cNvPr>
          <p:cNvSpPr txBox="1">
            <a:spLocks/>
          </p:cNvSpPr>
          <p:nvPr/>
        </p:nvSpPr>
        <p:spPr>
          <a:xfrm flipH="1">
            <a:off x="27618235" y="30084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2" name="テキスト プレースホルダー 2">
            <a:extLst>
              <a:ext uri="{FF2B5EF4-FFF2-40B4-BE49-F238E27FC236}">
                <a16:creationId xmlns:a16="http://schemas.microsoft.com/office/drawing/2014/main" id="{CD1E426A-6F5E-8C07-1021-2E5508A6EED7}"/>
              </a:ext>
            </a:extLst>
          </p:cNvPr>
          <p:cNvSpPr txBox="1">
            <a:spLocks/>
          </p:cNvSpPr>
          <p:nvPr/>
        </p:nvSpPr>
        <p:spPr>
          <a:xfrm flipH="1">
            <a:off x="27726902" y="2432481"/>
            <a:ext cx="1058259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3" name="テキスト プレースホルダー 2">
            <a:extLst>
              <a:ext uri="{FF2B5EF4-FFF2-40B4-BE49-F238E27FC236}">
                <a16:creationId xmlns:a16="http://schemas.microsoft.com/office/drawing/2014/main" id="{1EDF4D26-C1DF-D7FA-C6CA-AB27A16F9331}"/>
              </a:ext>
            </a:extLst>
          </p:cNvPr>
          <p:cNvSpPr txBox="1">
            <a:spLocks/>
          </p:cNvSpPr>
          <p:nvPr/>
        </p:nvSpPr>
        <p:spPr>
          <a:xfrm flipH="1">
            <a:off x="29161848" y="2532468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4" name="テキスト プレースホルダー 2">
            <a:extLst>
              <a:ext uri="{FF2B5EF4-FFF2-40B4-BE49-F238E27FC236}">
                <a16:creationId xmlns:a16="http://schemas.microsoft.com/office/drawing/2014/main" id="{F7E02371-9512-7F1A-6511-E9F9D293CF51}"/>
              </a:ext>
            </a:extLst>
          </p:cNvPr>
          <p:cNvSpPr txBox="1">
            <a:spLocks/>
          </p:cNvSpPr>
          <p:nvPr/>
        </p:nvSpPr>
        <p:spPr>
          <a:xfrm flipH="1">
            <a:off x="27877984" y="52937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5" name="テキスト プレースホルダー 2">
            <a:extLst>
              <a:ext uri="{FF2B5EF4-FFF2-40B4-BE49-F238E27FC236}">
                <a16:creationId xmlns:a16="http://schemas.microsoft.com/office/drawing/2014/main" id="{5571A4F4-52A4-CF59-12BE-8B84CB749DA7}"/>
              </a:ext>
            </a:extLst>
          </p:cNvPr>
          <p:cNvSpPr txBox="1">
            <a:spLocks/>
          </p:cNvSpPr>
          <p:nvPr/>
        </p:nvSpPr>
        <p:spPr>
          <a:xfrm flipH="1">
            <a:off x="26624638" y="5342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6" name="テキスト プレースホルダー 2">
            <a:extLst>
              <a:ext uri="{FF2B5EF4-FFF2-40B4-BE49-F238E27FC236}">
                <a16:creationId xmlns:a16="http://schemas.microsoft.com/office/drawing/2014/main" id="{03FD3B16-7F13-AE2A-799F-E5B2BB5A3399}"/>
              </a:ext>
            </a:extLst>
          </p:cNvPr>
          <p:cNvSpPr txBox="1">
            <a:spLocks/>
          </p:cNvSpPr>
          <p:nvPr/>
        </p:nvSpPr>
        <p:spPr>
          <a:xfrm flipH="1">
            <a:off x="25716851" y="5342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447" name="テキスト プレースホルダー 2">
            <a:extLst>
              <a:ext uri="{FF2B5EF4-FFF2-40B4-BE49-F238E27FC236}">
                <a16:creationId xmlns:a16="http://schemas.microsoft.com/office/drawing/2014/main" id="{4870C1B9-687F-24C1-5584-5E2E779696AE}"/>
              </a:ext>
            </a:extLst>
          </p:cNvPr>
          <p:cNvSpPr txBox="1">
            <a:spLocks/>
          </p:cNvSpPr>
          <p:nvPr/>
        </p:nvSpPr>
        <p:spPr>
          <a:xfrm flipH="1">
            <a:off x="24793165" y="5342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8" name="テキスト プレースホルダー 2">
            <a:extLst>
              <a:ext uri="{FF2B5EF4-FFF2-40B4-BE49-F238E27FC236}">
                <a16:creationId xmlns:a16="http://schemas.microsoft.com/office/drawing/2014/main" id="{1D33A8F8-8671-F074-1EDA-6326329E0A19}"/>
              </a:ext>
            </a:extLst>
          </p:cNvPr>
          <p:cNvSpPr txBox="1">
            <a:spLocks/>
          </p:cNvSpPr>
          <p:nvPr/>
        </p:nvSpPr>
        <p:spPr>
          <a:xfrm flipH="1">
            <a:off x="23595840" y="51531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9" name="Oval 448">
            <a:extLst>
              <a:ext uri="{FF2B5EF4-FFF2-40B4-BE49-F238E27FC236}">
                <a16:creationId xmlns:a16="http://schemas.microsoft.com/office/drawing/2014/main" id="{9C8859BA-0BD9-D30E-2652-21B24F79CAF6}"/>
              </a:ext>
            </a:extLst>
          </p:cNvPr>
          <p:cNvSpPr/>
          <p:nvPr/>
        </p:nvSpPr>
        <p:spPr>
          <a:xfrm flipH="1">
            <a:off x="27432040" y="1700514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0" name="Straight Arrow Connector 449">
            <a:extLst>
              <a:ext uri="{FF2B5EF4-FFF2-40B4-BE49-F238E27FC236}">
                <a16:creationId xmlns:a16="http://schemas.microsoft.com/office/drawing/2014/main" id="{E6135496-B061-CBC2-EEC6-46D96E0A9745}"/>
              </a:ext>
            </a:extLst>
          </p:cNvPr>
          <p:cNvCxnSpPr>
            <a:cxnSpLocks/>
          </p:cNvCxnSpPr>
          <p:nvPr/>
        </p:nvCxnSpPr>
        <p:spPr>
          <a:xfrm flipV="1">
            <a:off x="27721578" y="1784854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E5C77D4D-A85C-7337-2B75-18AFDA863F94}"/>
              </a:ext>
            </a:extLst>
          </p:cNvPr>
          <p:cNvCxnSpPr>
            <a:cxnSpLocks/>
          </p:cNvCxnSpPr>
          <p:nvPr/>
        </p:nvCxnSpPr>
        <p:spPr>
          <a:xfrm flipH="1">
            <a:off x="27718011" y="1270132"/>
            <a:ext cx="0" cy="4298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1C3AAF97-0815-1325-1E83-97944F1C42B9}"/>
              </a:ext>
            </a:extLst>
          </p:cNvPr>
          <p:cNvCxnSpPr>
            <a:cxnSpLocks/>
          </p:cNvCxnSpPr>
          <p:nvPr/>
        </p:nvCxnSpPr>
        <p:spPr>
          <a:xfrm flipH="1">
            <a:off x="27601330" y="261658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54E1962E-30F9-6846-7BD0-35882B62437F}"/>
              </a:ext>
            </a:extLst>
          </p:cNvPr>
          <p:cNvCxnSpPr/>
          <p:nvPr/>
        </p:nvCxnSpPr>
        <p:spPr>
          <a:xfrm flipH="1">
            <a:off x="27716644" y="228796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D77C3F43-CD8A-CF93-9A70-686A591ADC45}"/>
              </a:ext>
            </a:extLst>
          </p:cNvPr>
          <p:cNvCxnSpPr>
            <a:cxnSpLocks/>
          </p:cNvCxnSpPr>
          <p:nvPr/>
        </p:nvCxnSpPr>
        <p:spPr>
          <a:xfrm flipH="1">
            <a:off x="27650839" y="2654092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B587563A-D22D-03A9-70FF-34BD64FCB464}"/>
              </a:ext>
            </a:extLst>
          </p:cNvPr>
          <p:cNvCxnSpPr>
            <a:cxnSpLocks/>
          </p:cNvCxnSpPr>
          <p:nvPr/>
        </p:nvCxnSpPr>
        <p:spPr>
          <a:xfrm flipH="1">
            <a:off x="27685297" y="269160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62C6B008-D253-E42A-D19D-AF5C32623617}"/>
              </a:ext>
            </a:extLst>
          </p:cNvPr>
          <p:cNvSpPr/>
          <p:nvPr/>
        </p:nvSpPr>
        <p:spPr>
          <a:xfrm flipH="1">
            <a:off x="24426729" y="1699943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Straight Arrow Connector 456">
            <a:extLst>
              <a:ext uri="{FF2B5EF4-FFF2-40B4-BE49-F238E27FC236}">
                <a16:creationId xmlns:a16="http://schemas.microsoft.com/office/drawing/2014/main" id="{8AC503F6-657B-A42C-35F2-389918606D2F}"/>
              </a:ext>
            </a:extLst>
          </p:cNvPr>
          <p:cNvCxnSpPr>
            <a:cxnSpLocks/>
          </p:cNvCxnSpPr>
          <p:nvPr/>
        </p:nvCxnSpPr>
        <p:spPr>
          <a:xfrm flipV="1">
            <a:off x="24716267" y="1784283"/>
            <a:ext cx="5325" cy="410396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C8D362BE-275B-34E5-B088-EAFFB960F415}"/>
              </a:ext>
            </a:extLst>
          </p:cNvPr>
          <p:cNvCxnSpPr>
            <a:cxnSpLocks/>
          </p:cNvCxnSpPr>
          <p:nvPr/>
        </p:nvCxnSpPr>
        <p:spPr>
          <a:xfrm flipH="1">
            <a:off x="24712700" y="1269561"/>
            <a:ext cx="0" cy="4298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A9BBDF1F-CD0C-AA34-CD7B-0BBC0CD56AB9}"/>
              </a:ext>
            </a:extLst>
          </p:cNvPr>
          <p:cNvCxnSpPr/>
          <p:nvPr/>
        </p:nvCxnSpPr>
        <p:spPr>
          <a:xfrm flipH="1">
            <a:off x="24721592" y="2287393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3" name="テキスト プレースホルダー 2">
            <a:extLst>
              <a:ext uri="{FF2B5EF4-FFF2-40B4-BE49-F238E27FC236}">
                <a16:creationId xmlns:a16="http://schemas.microsoft.com/office/drawing/2014/main" id="{1D1D2F93-29E0-2BC9-8F77-1F804A404D47}"/>
              </a:ext>
            </a:extLst>
          </p:cNvPr>
          <p:cNvSpPr txBox="1">
            <a:spLocks/>
          </p:cNvSpPr>
          <p:nvPr/>
        </p:nvSpPr>
        <p:spPr>
          <a:xfrm flipH="1">
            <a:off x="22672154" y="5091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D3883EDC-342B-7061-552F-D1076DEDDC3D}"/>
              </a:ext>
            </a:extLst>
          </p:cNvPr>
          <p:cNvSpPr/>
          <p:nvPr/>
        </p:nvSpPr>
        <p:spPr>
          <a:xfrm rot="10800000" flipH="1">
            <a:off x="21959118" y="1067693"/>
            <a:ext cx="639472" cy="312821"/>
          </a:xfrm>
          <a:prstGeom prst="rect">
            <a:avLst/>
          </a:prstGeom>
          <a:noFill/>
          <a:ln w="38100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C2036ACD-24BC-3BDD-2CDB-2EBFD08B7178}"/>
              </a:ext>
            </a:extLst>
          </p:cNvPr>
          <p:cNvCxnSpPr>
            <a:cxnSpLocks/>
          </p:cNvCxnSpPr>
          <p:nvPr/>
        </p:nvCxnSpPr>
        <p:spPr>
          <a:xfrm flipH="1">
            <a:off x="21699778" y="1233214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6" name="Oval 465">
            <a:extLst>
              <a:ext uri="{FF2B5EF4-FFF2-40B4-BE49-F238E27FC236}">
                <a16:creationId xmlns:a16="http://schemas.microsoft.com/office/drawing/2014/main" id="{84E96FB9-682A-6B14-BCC2-5C364560ACFF}"/>
              </a:ext>
            </a:extLst>
          </p:cNvPr>
          <p:cNvSpPr/>
          <p:nvPr/>
        </p:nvSpPr>
        <p:spPr>
          <a:xfrm flipH="1">
            <a:off x="21629956" y="1186511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E2E14B91-A0C6-0286-EE2D-FEF0A730B2A9}"/>
              </a:ext>
            </a:extLst>
          </p:cNvPr>
          <p:cNvCxnSpPr>
            <a:cxnSpLocks/>
          </p:cNvCxnSpPr>
          <p:nvPr/>
        </p:nvCxnSpPr>
        <p:spPr>
          <a:xfrm flipH="1">
            <a:off x="21386966" y="1234377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8" name="Rectangle 467">
            <a:extLst>
              <a:ext uri="{FF2B5EF4-FFF2-40B4-BE49-F238E27FC236}">
                <a16:creationId xmlns:a16="http://schemas.microsoft.com/office/drawing/2014/main" id="{2F0C0AFD-8698-E72C-19B7-BA187087320D}"/>
              </a:ext>
            </a:extLst>
          </p:cNvPr>
          <p:cNvSpPr/>
          <p:nvPr/>
        </p:nvSpPr>
        <p:spPr>
          <a:xfrm rot="10800000" flipH="1">
            <a:off x="20747494" y="1062777"/>
            <a:ext cx="639472" cy="312821"/>
          </a:xfrm>
          <a:prstGeom prst="rect">
            <a:avLst/>
          </a:prstGeom>
          <a:noFill/>
          <a:ln w="38100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0ABE26BB-D725-26C9-D722-67F6B032699E}"/>
              </a:ext>
            </a:extLst>
          </p:cNvPr>
          <p:cNvCxnSpPr>
            <a:cxnSpLocks/>
          </p:cNvCxnSpPr>
          <p:nvPr/>
        </p:nvCxnSpPr>
        <p:spPr>
          <a:xfrm flipH="1">
            <a:off x="20481229" y="1232752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0" name="Rectangle 469">
            <a:extLst>
              <a:ext uri="{FF2B5EF4-FFF2-40B4-BE49-F238E27FC236}">
                <a16:creationId xmlns:a16="http://schemas.microsoft.com/office/drawing/2014/main" id="{E64AFD89-E34A-ED7D-5C7C-E85B8221270D}"/>
              </a:ext>
            </a:extLst>
          </p:cNvPr>
          <p:cNvSpPr/>
          <p:nvPr/>
        </p:nvSpPr>
        <p:spPr>
          <a:xfrm rot="10800000" flipH="1">
            <a:off x="19848682" y="1077897"/>
            <a:ext cx="639472" cy="31282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5A06EC6F-DB63-C17C-8823-E90BE52D6808}"/>
              </a:ext>
            </a:extLst>
          </p:cNvPr>
          <p:cNvCxnSpPr>
            <a:cxnSpLocks/>
          </p:cNvCxnSpPr>
          <p:nvPr/>
        </p:nvCxnSpPr>
        <p:spPr>
          <a:xfrm flipH="1">
            <a:off x="19582417" y="1229019"/>
            <a:ext cx="266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テキスト プレースホルダー 2">
            <a:extLst>
              <a:ext uri="{FF2B5EF4-FFF2-40B4-BE49-F238E27FC236}">
                <a16:creationId xmlns:a16="http://schemas.microsoft.com/office/drawing/2014/main" id="{A6D0516B-EE82-5947-2AC2-3C6FE30F6E51}"/>
              </a:ext>
            </a:extLst>
          </p:cNvPr>
          <p:cNvSpPr txBox="1">
            <a:spLocks/>
          </p:cNvSpPr>
          <p:nvPr/>
        </p:nvSpPr>
        <p:spPr>
          <a:xfrm flipH="1">
            <a:off x="21753403" y="54374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73" name="テキスト プレースホルダー 2">
            <a:extLst>
              <a:ext uri="{FF2B5EF4-FFF2-40B4-BE49-F238E27FC236}">
                <a16:creationId xmlns:a16="http://schemas.microsoft.com/office/drawing/2014/main" id="{99BCC6DE-C9A7-7D3F-4735-6AF6938BC327}"/>
              </a:ext>
            </a:extLst>
          </p:cNvPr>
          <p:cNvSpPr txBox="1">
            <a:spLocks/>
          </p:cNvSpPr>
          <p:nvPr/>
        </p:nvSpPr>
        <p:spPr>
          <a:xfrm flipH="1">
            <a:off x="20556078" y="524793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74" name="Oval 473">
            <a:extLst>
              <a:ext uri="{FF2B5EF4-FFF2-40B4-BE49-F238E27FC236}">
                <a16:creationId xmlns:a16="http://schemas.microsoft.com/office/drawing/2014/main" id="{26685808-C7A8-1750-CF3B-A9E44D10E06F}"/>
              </a:ext>
            </a:extLst>
          </p:cNvPr>
          <p:cNvSpPr/>
          <p:nvPr/>
        </p:nvSpPr>
        <p:spPr>
          <a:xfrm flipH="1">
            <a:off x="21386967" y="1709421"/>
            <a:ext cx="579076" cy="579076"/>
          </a:xfrm>
          <a:prstGeom prst="ellipse">
            <a:avLst/>
          </a:prstGeom>
          <a:noFill/>
          <a:ln w="38100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CA2B848C-4FDC-E0E5-9654-811EB07CD581}"/>
              </a:ext>
            </a:extLst>
          </p:cNvPr>
          <p:cNvCxnSpPr>
            <a:cxnSpLocks/>
          </p:cNvCxnSpPr>
          <p:nvPr/>
        </p:nvCxnSpPr>
        <p:spPr>
          <a:xfrm flipV="1">
            <a:off x="21676505" y="1793761"/>
            <a:ext cx="5325" cy="410396"/>
          </a:xfrm>
          <a:prstGeom prst="straightConnector1">
            <a:avLst/>
          </a:prstGeom>
          <a:ln w="38100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928B2E71-A1B6-D71E-DB1B-90917CFD884B}"/>
              </a:ext>
            </a:extLst>
          </p:cNvPr>
          <p:cNvCxnSpPr>
            <a:cxnSpLocks/>
          </p:cNvCxnSpPr>
          <p:nvPr/>
        </p:nvCxnSpPr>
        <p:spPr>
          <a:xfrm flipH="1">
            <a:off x="21672938" y="1279039"/>
            <a:ext cx="0" cy="4298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5352BC7D-0E35-65AF-C964-5ABDD5FADB45}"/>
              </a:ext>
            </a:extLst>
          </p:cNvPr>
          <p:cNvCxnSpPr/>
          <p:nvPr/>
        </p:nvCxnSpPr>
        <p:spPr>
          <a:xfrm flipH="1">
            <a:off x="21681830" y="2296871"/>
            <a:ext cx="0" cy="3286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テキスト プレースホルダー 2">
            <a:extLst>
              <a:ext uri="{FF2B5EF4-FFF2-40B4-BE49-F238E27FC236}">
                <a16:creationId xmlns:a16="http://schemas.microsoft.com/office/drawing/2014/main" id="{19BB2366-FABA-4FB0-26FD-151E16B5E15E}"/>
              </a:ext>
            </a:extLst>
          </p:cNvPr>
          <p:cNvSpPr txBox="1">
            <a:spLocks/>
          </p:cNvSpPr>
          <p:nvPr/>
        </p:nvSpPr>
        <p:spPr>
          <a:xfrm flipH="1">
            <a:off x="19632392" y="51858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482" name="Oval 481">
            <a:extLst>
              <a:ext uri="{FF2B5EF4-FFF2-40B4-BE49-F238E27FC236}">
                <a16:creationId xmlns:a16="http://schemas.microsoft.com/office/drawing/2014/main" id="{A68B07FD-6319-CB4C-8FEE-E70A887B2760}"/>
              </a:ext>
            </a:extLst>
          </p:cNvPr>
          <p:cNvSpPr/>
          <p:nvPr/>
        </p:nvSpPr>
        <p:spPr>
          <a:xfrm>
            <a:off x="18593648" y="1131204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3" name="Oval 482">
            <a:extLst>
              <a:ext uri="{FF2B5EF4-FFF2-40B4-BE49-F238E27FC236}">
                <a16:creationId xmlns:a16="http://schemas.microsoft.com/office/drawing/2014/main" id="{2F34A06A-6587-0E0F-0E25-39A923D5E9B8}"/>
              </a:ext>
            </a:extLst>
          </p:cNvPr>
          <p:cNvSpPr/>
          <p:nvPr/>
        </p:nvSpPr>
        <p:spPr>
          <a:xfrm>
            <a:off x="18900594" y="1129057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49EEA1B0-EBCC-6B30-7B76-4DEB6E91A258}"/>
              </a:ext>
            </a:extLst>
          </p:cNvPr>
          <p:cNvSpPr/>
          <p:nvPr/>
        </p:nvSpPr>
        <p:spPr>
          <a:xfrm>
            <a:off x="19207540" y="1129057"/>
            <a:ext cx="180304" cy="1803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5" name="テキスト プレースホルダー 2">
            <a:extLst>
              <a:ext uri="{FF2B5EF4-FFF2-40B4-BE49-F238E27FC236}">
                <a16:creationId xmlns:a16="http://schemas.microsoft.com/office/drawing/2014/main" id="{0A2887AA-91DB-7846-5AD5-6D521EEE0E54}"/>
              </a:ext>
            </a:extLst>
          </p:cNvPr>
          <p:cNvSpPr txBox="1">
            <a:spLocks/>
          </p:cNvSpPr>
          <p:nvPr/>
        </p:nvSpPr>
        <p:spPr>
          <a:xfrm>
            <a:off x="12104208" y="1668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486" name="テキスト プレースホルダー 2">
            <a:extLst>
              <a:ext uri="{FF2B5EF4-FFF2-40B4-BE49-F238E27FC236}">
                <a16:creationId xmlns:a16="http://schemas.microsoft.com/office/drawing/2014/main" id="{CF1C723B-7B13-9D00-1D4F-61BC8FD17723}"/>
              </a:ext>
            </a:extLst>
          </p:cNvPr>
          <p:cNvSpPr txBox="1">
            <a:spLocks/>
          </p:cNvSpPr>
          <p:nvPr/>
        </p:nvSpPr>
        <p:spPr>
          <a:xfrm>
            <a:off x="15174620" y="1668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sp>
        <p:nvSpPr>
          <p:cNvPr id="487" name="テキスト プレースホルダー 2">
            <a:extLst>
              <a:ext uri="{FF2B5EF4-FFF2-40B4-BE49-F238E27FC236}">
                <a16:creationId xmlns:a16="http://schemas.microsoft.com/office/drawing/2014/main" id="{4560E4CE-DF87-9397-77A7-0DB7D141A388}"/>
              </a:ext>
            </a:extLst>
          </p:cNvPr>
          <p:cNvSpPr txBox="1">
            <a:spLocks/>
          </p:cNvSpPr>
          <p:nvPr/>
        </p:nvSpPr>
        <p:spPr>
          <a:xfrm>
            <a:off x="20451038" y="1668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8" name="テキスト プレースホルダー 2">
            <a:extLst>
              <a:ext uri="{FF2B5EF4-FFF2-40B4-BE49-F238E27FC236}">
                <a16:creationId xmlns:a16="http://schemas.microsoft.com/office/drawing/2014/main" id="{9BF2C36F-3119-0EE5-3E13-A7EE4C2EA2A3}"/>
              </a:ext>
            </a:extLst>
          </p:cNvPr>
          <p:cNvSpPr txBox="1">
            <a:spLocks/>
          </p:cNvSpPr>
          <p:nvPr/>
        </p:nvSpPr>
        <p:spPr>
          <a:xfrm>
            <a:off x="23521450" y="1668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9" name="テキスト プレースホルダー 2">
            <a:extLst>
              <a:ext uri="{FF2B5EF4-FFF2-40B4-BE49-F238E27FC236}">
                <a16:creationId xmlns:a16="http://schemas.microsoft.com/office/drawing/2014/main" id="{E99567B2-5F6D-2437-0FBD-83A4132CF78E}"/>
              </a:ext>
            </a:extLst>
          </p:cNvPr>
          <p:cNvSpPr txBox="1">
            <a:spLocks/>
          </p:cNvSpPr>
          <p:nvPr/>
        </p:nvSpPr>
        <p:spPr>
          <a:xfrm>
            <a:off x="10646574" y="1733270"/>
            <a:ext cx="1222591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90" name="テキスト プレースホルダー 2">
            <a:extLst>
              <a:ext uri="{FF2B5EF4-FFF2-40B4-BE49-F238E27FC236}">
                <a16:creationId xmlns:a16="http://schemas.microsoft.com/office/drawing/2014/main" id="{C12AFF8A-8352-96C3-DC59-A89D6B9F8E31}"/>
              </a:ext>
            </a:extLst>
          </p:cNvPr>
          <p:cNvSpPr txBox="1">
            <a:spLocks/>
          </p:cNvSpPr>
          <p:nvPr/>
        </p:nvSpPr>
        <p:spPr>
          <a:xfrm>
            <a:off x="26488916" y="1718047"/>
            <a:ext cx="1222591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491" name="Picture 490">
            <a:extLst>
              <a:ext uri="{FF2B5EF4-FFF2-40B4-BE49-F238E27FC236}">
                <a16:creationId xmlns:a16="http://schemas.microsoft.com/office/drawing/2014/main" id="{9CDBC0DD-A7C3-1792-C78D-899ACEA33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965299" y="7914216"/>
            <a:ext cx="12192000" cy="1918510"/>
          </a:xfrm>
          <a:prstGeom prst="rect">
            <a:avLst/>
          </a:prstGeom>
        </p:spPr>
      </p:pic>
      <p:sp>
        <p:nvSpPr>
          <p:cNvPr id="493" name="Rectangle 492">
            <a:extLst>
              <a:ext uri="{FF2B5EF4-FFF2-40B4-BE49-F238E27FC236}">
                <a16:creationId xmlns:a16="http://schemas.microsoft.com/office/drawing/2014/main" id="{C0EEFD79-83D8-22A5-F03D-243DBCC77880}"/>
              </a:ext>
            </a:extLst>
          </p:cNvPr>
          <p:cNvSpPr/>
          <p:nvPr/>
        </p:nvSpPr>
        <p:spPr>
          <a:xfrm rot="5400000">
            <a:off x="-13986605" y="3548591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C3F7F67F-B1F5-68F6-BEF5-461FE526EE0A}"/>
              </a:ext>
            </a:extLst>
          </p:cNvPr>
          <p:cNvSpPr/>
          <p:nvPr/>
        </p:nvSpPr>
        <p:spPr>
          <a:xfrm rot="5400000">
            <a:off x="-13448615" y="3548591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E9BCC86E-C7BA-3758-7F0D-46EBF41608F0}"/>
              </a:ext>
            </a:extLst>
          </p:cNvPr>
          <p:cNvCxnSpPr>
            <a:cxnSpLocks/>
            <a:stCxn id="493" idx="3"/>
          </p:cNvCxnSpPr>
          <p:nvPr/>
        </p:nvCxnSpPr>
        <p:spPr>
          <a:xfrm>
            <a:off x="-13666869" y="402473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21611C49-4198-CDE1-22FD-8008BBEF0C70}"/>
              </a:ext>
            </a:extLst>
          </p:cNvPr>
          <p:cNvCxnSpPr/>
          <p:nvPr/>
        </p:nvCxnSpPr>
        <p:spPr>
          <a:xfrm>
            <a:off x="-13134339" y="402473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C3B1B8AE-E772-6CE0-29AE-96C649ACFA08}"/>
              </a:ext>
            </a:extLst>
          </p:cNvPr>
          <p:cNvCxnSpPr>
            <a:cxnSpLocks/>
          </p:cNvCxnSpPr>
          <p:nvPr/>
        </p:nvCxnSpPr>
        <p:spPr>
          <a:xfrm>
            <a:off x="-13666869" y="4353358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A42DABC3-0240-581D-2E37-538533F21EDE}"/>
              </a:ext>
            </a:extLst>
          </p:cNvPr>
          <p:cNvCxnSpPr>
            <a:cxnSpLocks/>
          </p:cNvCxnSpPr>
          <p:nvPr/>
        </p:nvCxnSpPr>
        <p:spPr>
          <a:xfrm>
            <a:off x="-13400604" y="435335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98">
            <a:extLst>
              <a:ext uri="{FF2B5EF4-FFF2-40B4-BE49-F238E27FC236}">
                <a16:creationId xmlns:a16="http://schemas.microsoft.com/office/drawing/2014/main" id="{4DE32AFA-D3DE-21B3-52D7-0018298AA8E8}"/>
              </a:ext>
            </a:extLst>
          </p:cNvPr>
          <p:cNvCxnSpPr>
            <a:cxnSpLocks/>
          </p:cNvCxnSpPr>
          <p:nvPr/>
        </p:nvCxnSpPr>
        <p:spPr>
          <a:xfrm>
            <a:off x="-13635767" y="4681978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96A4BA9C-CB5D-D022-D875-CDE801F5EF14}"/>
              </a:ext>
            </a:extLst>
          </p:cNvPr>
          <p:cNvCxnSpPr>
            <a:cxnSpLocks/>
          </p:cNvCxnSpPr>
          <p:nvPr/>
        </p:nvCxnSpPr>
        <p:spPr>
          <a:xfrm>
            <a:off x="-13561088" y="4818370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Connector 500">
            <a:extLst>
              <a:ext uri="{FF2B5EF4-FFF2-40B4-BE49-F238E27FC236}">
                <a16:creationId xmlns:a16="http://schemas.microsoft.com/office/drawing/2014/main" id="{6AE43106-2CD1-FE98-6526-78D91F661CF4}"/>
              </a:ext>
            </a:extLst>
          </p:cNvPr>
          <p:cNvCxnSpPr>
            <a:cxnSpLocks/>
          </p:cNvCxnSpPr>
          <p:nvPr/>
        </p:nvCxnSpPr>
        <p:spPr>
          <a:xfrm>
            <a:off x="-13510458" y="5146990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BE6DC679-C5B1-19EC-7D75-65F35D3C31D0}"/>
              </a:ext>
            </a:extLst>
          </p:cNvPr>
          <p:cNvCxnSpPr/>
          <p:nvPr/>
        </p:nvCxnSpPr>
        <p:spPr>
          <a:xfrm>
            <a:off x="-13400604" y="481837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5173AAD0-E2D5-7533-4E74-7A275B40404F}"/>
              </a:ext>
            </a:extLst>
          </p:cNvPr>
          <p:cNvCxnSpPr>
            <a:cxnSpLocks/>
          </p:cNvCxnSpPr>
          <p:nvPr/>
        </p:nvCxnSpPr>
        <p:spPr>
          <a:xfrm>
            <a:off x="-13452737" y="518449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5E5E170B-9718-9164-9BEF-A6F2D39D599B}"/>
              </a:ext>
            </a:extLst>
          </p:cNvPr>
          <p:cNvCxnSpPr>
            <a:cxnSpLocks/>
          </p:cNvCxnSpPr>
          <p:nvPr/>
        </p:nvCxnSpPr>
        <p:spPr>
          <a:xfrm>
            <a:off x="-13428226" y="5222006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>
            <a:extLst>
              <a:ext uri="{FF2B5EF4-FFF2-40B4-BE49-F238E27FC236}">
                <a16:creationId xmlns:a16="http://schemas.microsoft.com/office/drawing/2014/main" id="{F98EAFDE-DE0D-5D56-B425-BF35D3AA658E}"/>
              </a:ext>
            </a:extLst>
          </p:cNvPr>
          <p:cNvCxnSpPr/>
          <p:nvPr/>
        </p:nvCxnSpPr>
        <p:spPr>
          <a:xfrm>
            <a:off x="-13666869" y="3056645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7D305982-1779-0853-19FC-34916D2B1EBD}"/>
              </a:ext>
            </a:extLst>
          </p:cNvPr>
          <p:cNvCxnSpPr/>
          <p:nvPr/>
        </p:nvCxnSpPr>
        <p:spPr>
          <a:xfrm>
            <a:off x="-13134339" y="3056645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E6782645-2459-2EDC-3E0F-72000059BD58}"/>
              </a:ext>
            </a:extLst>
          </p:cNvPr>
          <p:cNvCxnSpPr>
            <a:cxnSpLocks/>
          </p:cNvCxnSpPr>
          <p:nvPr/>
        </p:nvCxnSpPr>
        <p:spPr>
          <a:xfrm>
            <a:off x="-13666869" y="3068284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5DEA97C2-13E9-E8C4-4FE3-BAC213ADFC55}"/>
              </a:ext>
            </a:extLst>
          </p:cNvPr>
          <p:cNvCxnSpPr>
            <a:cxnSpLocks/>
          </p:cNvCxnSpPr>
          <p:nvPr/>
        </p:nvCxnSpPr>
        <p:spPr>
          <a:xfrm>
            <a:off x="-13400604" y="2728025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Rectangle 508">
            <a:extLst>
              <a:ext uri="{FF2B5EF4-FFF2-40B4-BE49-F238E27FC236}">
                <a16:creationId xmlns:a16="http://schemas.microsoft.com/office/drawing/2014/main" id="{E395966B-BC5D-D5EF-B0D1-22F31AB32DBF}"/>
              </a:ext>
            </a:extLst>
          </p:cNvPr>
          <p:cNvSpPr/>
          <p:nvPr/>
        </p:nvSpPr>
        <p:spPr>
          <a:xfrm rot="10800000">
            <a:off x="-13134339" y="2587876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3BAAE4EF-9EE3-A2A5-1DFD-3535B21E4D6E}"/>
              </a:ext>
            </a:extLst>
          </p:cNvPr>
          <p:cNvCxnSpPr>
            <a:cxnSpLocks/>
          </p:cNvCxnSpPr>
          <p:nvPr/>
        </p:nvCxnSpPr>
        <p:spPr>
          <a:xfrm>
            <a:off x="-13400604" y="274474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3CBA2189-90E8-AC8F-911F-59598245F6A9}"/>
              </a:ext>
            </a:extLst>
          </p:cNvPr>
          <p:cNvCxnSpPr>
            <a:cxnSpLocks/>
          </p:cNvCxnSpPr>
          <p:nvPr/>
        </p:nvCxnSpPr>
        <p:spPr>
          <a:xfrm>
            <a:off x="-12494867" y="274490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Oval 511">
            <a:extLst>
              <a:ext uri="{FF2B5EF4-FFF2-40B4-BE49-F238E27FC236}">
                <a16:creationId xmlns:a16="http://schemas.microsoft.com/office/drawing/2014/main" id="{8804ABD1-E0D5-3CC2-9446-61F45C29D124}"/>
              </a:ext>
            </a:extLst>
          </p:cNvPr>
          <p:cNvSpPr/>
          <p:nvPr/>
        </p:nvSpPr>
        <p:spPr>
          <a:xfrm>
            <a:off x="-12251879" y="2698198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F04E6801-A375-E0AB-7754-F85746DDFDAC}"/>
              </a:ext>
            </a:extLst>
          </p:cNvPr>
          <p:cNvCxnSpPr>
            <a:cxnSpLocks/>
          </p:cNvCxnSpPr>
          <p:nvPr/>
        </p:nvCxnSpPr>
        <p:spPr>
          <a:xfrm>
            <a:off x="-12182055" y="2746064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4F1CB28-820E-E4E0-F1FC-B66C56C35280}"/>
              </a:ext>
            </a:extLst>
          </p:cNvPr>
          <p:cNvSpPr/>
          <p:nvPr/>
        </p:nvSpPr>
        <p:spPr>
          <a:xfrm rot="10800000">
            <a:off x="-11915790" y="2571614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5F05137B-87A0-277A-0412-B7BD06ACDBEC}"/>
              </a:ext>
            </a:extLst>
          </p:cNvPr>
          <p:cNvCxnSpPr>
            <a:cxnSpLocks/>
          </p:cNvCxnSpPr>
          <p:nvPr/>
        </p:nvCxnSpPr>
        <p:spPr>
          <a:xfrm>
            <a:off x="-11276318" y="2735637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" name="Rectangle 515">
            <a:extLst>
              <a:ext uri="{FF2B5EF4-FFF2-40B4-BE49-F238E27FC236}">
                <a16:creationId xmlns:a16="http://schemas.microsoft.com/office/drawing/2014/main" id="{E27F9478-AB16-0328-55D4-2D8707F53E77}"/>
              </a:ext>
            </a:extLst>
          </p:cNvPr>
          <p:cNvSpPr/>
          <p:nvPr/>
        </p:nvSpPr>
        <p:spPr>
          <a:xfrm rot="10800000">
            <a:off x="-11016978" y="2579226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7" name="Straight Connector 516">
            <a:extLst>
              <a:ext uri="{FF2B5EF4-FFF2-40B4-BE49-F238E27FC236}">
                <a16:creationId xmlns:a16="http://schemas.microsoft.com/office/drawing/2014/main" id="{96926FB2-ABAE-A44B-B319-7878150B1633}"/>
              </a:ext>
            </a:extLst>
          </p:cNvPr>
          <p:cNvCxnSpPr>
            <a:cxnSpLocks/>
          </p:cNvCxnSpPr>
          <p:nvPr/>
        </p:nvCxnSpPr>
        <p:spPr>
          <a:xfrm>
            <a:off x="-10381443" y="2735638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テキスト プレースホルダー 2">
            <a:extLst>
              <a:ext uri="{FF2B5EF4-FFF2-40B4-BE49-F238E27FC236}">
                <a16:creationId xmlns:a16="http://schemas.microsoft.com/office/drawing/2014/main" id="{2B253041-354A-0557-B8F7-6F49503794A1}"/>
              </a:ext>
            </a:extLst>
          </p:cNvPr>
          <p:cNvSpPr txBox="1">
            <a:spLocks/>
          </p:cNvSpPr>
          <p:nvPr/>
        </p:nvSpPr>
        <p:spPr>
          <a:xfrm>
            <a:off x="-13025672" y="452943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19" name="テキスト プレースホルダー 2">
            <a:extLst>
              <a:ext uri="{FF2B5EF4-FFF2-40B4-BE49-F238E27FC236}">
                <a16:creationId xmlns:a16="http://schemas.microsoft.com/office/drawing/2014/main" id="{12CE8A1F-4CE3-2411-D6B3-C9953FA72AFA}"/>
              </a:ext>
            </a:extLst>
          </p:cNvPr>
          <p:cNvSpPr txBox="1">
            <a:spLocks/>
          </p:cNvSpPr>
          <p:nvPr/>
        </p:nvSpPr>
        <p:spPr>
          <a:xfrm>
            <a:off x="-13134341" y="3953493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520" name="テキスト プレースホルダー 2">
            <a:extLst>
              <a:ext uri="{FF2B5EF4-FFF2-40B4-BE49-F238E27FC236}">
                <a16:creationId xmlns:a16="http://schemas.microsoft.com/office/drawing/2014/main" id="{953D2420-2380-CEB5-2D24-44F6FF49F4C7}"/>
              </a:ext>
            </a:extLst>
          </p:cNvPr>
          <p:cNvSpPr txBox="1">
            <a:spLocks/>
          </p:cNvSpPr>
          <p:nvPr/>
        </p:nvSpPr>
        <p:spPr>
          <a:xfrm>
            <a:off x="-14510291" y="3935492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1" name="テキスト プレースホルダー 2">
            <a:extLst>
              <a:ext uri="{FF2B5EF4-FFF2-40B4-BE49-F238E27FC236}">
                <a16:creationId xmlns:a16="http://schemas.microsoft.com/office/drawing/2014/main" id="{57F97877-A0D7-CA7C-D197-77711DB985D5}"/>
              </a:ext>
            </a:extLst>
          </p:cNvPr>
          <p:cNvSpPr txBox="1">
            <a:spLocks/>
          </p:cNvSpPr>
          <p:nvPr/>
        </p:nvSpPr>
        <p:spPr>
          <a:xfrm>
            <a:off x="-13285421" y="205038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2" name="テキスト プレースホルダー 2">
            <a:extLst>
              <a:ext uri="{FF2B5EF4-FFF2-40B4-BE49-F238E27FC236}">
                <a16:creationId xmlns:a16="http://schemas.microsoft.com/office/drawing/2014/main" id="{7F348C38-BBEF-961F-B931-735484469432}"/>
              </a:ext>
            </a:extLst>
          </p:cNvPr>
          <p:cNvSpPr txBox="1">
            <a:spLocks/>
          </p:cNvSpPr>
          <p:nvPr/>
        </p:nvSpPr>
        <p:spPr>
          <a:xfrm>
            <a:off x="-12032075" y="205527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3" name="テキスト プレースホルダー 2">
            <a:extLst>
              <a:ext uri="{FF2B5EF4-FFF2-40B4-BE49-F238E27FC236}">
                <a16:creationId xmlns:a16="http://schemas.microsoft.com/office/drawing/2014/main" id="{36B13FFC-21FF-C736-6497-47BBE62B8E93}"/>
              </a:ext>
            </a:extLst>
          </p:cNvPr>
          <p:cNvSpPr txBox="1">
            <a:spLocks/>
          </p:cNvSpPr>
          <p:nvPr/>
        </p:nvSpPr>
        <p:spPr>
          <a:xfrm>
            <a:off x="-11124288" y="2055279"/>
            <a:ext cx="96497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524" name="Oval 523">
            <a:extLst>
              <a:ext uri="{FF2B5EF4-FFF2-40B4-BE49-F238E27FC236}">
                <a16:creationId xmlns:a16="http://schemas.microsoft.com/office/drawing/2014/main" id="{27635809-E09B-6425-1E36-C7D40D1BC6D4}"/>
              </a:ext>
            </a:extLst>
          </p:cNvPr>
          <p:cNvSpPr/>
          <p:nvPr/>
        </p:nvSpPr>
        <p:spPr>
          <a:xfrm>
            <a:off x="-12494867" y="3221526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9E0DBF72-2405-7046-DF51-8A79A18AB60F}"/>
              </a:ext>
            </a:extLst>
          </p:cNvPr>
          <p:cNvCxnSpPr>
            <a:cxnSpLocks/>
          </p:cNvCxnSpPr>
          <p:nvPr/>
        </p:nvCxnSpPr>
        <p:spPr>
          <a:xfrm flipH="1" flipV="1">
            <a:off x="-12210654" y="3305866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DF34C58A-BC78-FD59-15DA-636926277BBE}"/>
              </a:ext>
            </a:extLst>
          </p:cNvPr>
          <p:cNvCxnSpPr>
            <a:cxnSpLocks/>
          </p:cNvCxnSpPr>
          <p:nvPr/>
        </p:nvCxnSpPr>
        <p:spPr>
          <a:xfrm>
            <a:off x="-12201762" y="2791144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1AA59397-021E-6BBE-8523-FE3D81C651C1}"/>
              </a:ext>
            </a:extLst>
          </p:cNvPr>
          <p:cNvCxnSpPr>
            <a:cxnSpLocks/>
          </p:cNvCxnSpPr>
          <p:nvPr/>
        </p:nvCxnSpPr>
        <p:spPr>
          <a:xfrm>
            <a:off x="-12310249" y="413759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541F6F08-B636-113A-4551-2AB319074B1A}"/>
              </a:ext>
            </a:extLst>
          </p:cNvPr>
          <p:cNvCxnSpPr/>
          <p:nvPr/>
        </p:nvCxnSpPr>
        <p:spPr>
          <a:xfrm>
            <a:off x="-12200395" y="380897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528">
            <a:extLst>
              <a:ext uri="{FF2B5EF4-FFF2-40B4-BE49-F238E27FC236}">
                <a16:creationId xmlns:a16="http://schemas.microsoft.com/office/drawing/2014/main" id="{F7821BF1-2C11-AA39-BCE7-F8D7B2245E4A}"/>
              </a:ext>
            </a:extLst>
          </p:cNvPr>
          <p:cNvCxnSpPr>
            <a:cxnSpLocks/>
          </p:cNvCxnSpPr>
          <p:nvPr/>
        </p:nvCxnSpPr>
        <p:spPr>
          <a:xfrm>
            <a:off x="-12252528" y="4175104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0A7682E1-FFF7-E304-E1B0-632138F5649E}"/>
              </a:ext>
            </a:extLst>
          </p:cNvPr>
          <p:cNvCxnSpPr>
            <a:cxnSpLocks/>
          </p:cNvCxnSpPr>
          <p:nvPr/>
        </p:nvCxnSpPr>
        <p:spPr>
          <a:xfrm>
            <a:off x="-12228017" y="4212612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26562432-E00F-5ABD-D062-42F881F954D7}"/>
              </a:ext>
            </a:extLst>
          </p:cNvPr>
          <p:cNvCxnSpPr>
            <a:cxnSpLocks/>
          </p:cNvCxnSpPr>
          <p:nvPr/>
        </p:nvCxnSpPr>
        <p:spPr>
          <a:xfrm>
            <a:off x="-9797881" y="349940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" name="Rectangle 531">
            <a:extLst>
              <a:ext uri="{FF2B5EF4-FFF2-40B4-BE49-F238E27FC236}">
                <a16:creationId xmlns:a16="http://schemas.microsoft.com/office/drawing/2014/main" id="{C8A4DDBA-27C4-A58F-C19A-44856D66A2CD}"/>
              </a:ext>
            </a:extLst>
          </p:cNvPr>
          <p:cNvSpPr/>
          <p:nvPr/>
        </p:nvSpPr>
        <p:spPr>
          <a:xfrm rot="10800000">
            <a:off x="-9198417" y="4867204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37CCB32B-A1E6-453A-A9D6-612C76F353FE}"/>
              </a:ext>
            </a:extLst>
          </p:cNvPr>
          <p:cNvCxnSpPr>
            <a:cxnSpLocks/>
          </p:cNvCxnSpPr>
          <p:nvPr/>
        </p:nvCxnSpPr>
        <p:spPr>
          <a:xfrm>
            <a:off x="-8565870" y="503272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4" name="Oval 533">
            <a:extLst>
              <a:ext uri="{FF2B5EF4-FFF2-40B4-BE49-F238E27FC236}">
                <a16:creationId xmlns:a16="http://schemas.microsoft.com/office/drawing/2014/main" id="{E5EEFE6F-4A7B-5A85-A8AC-9F8C8DE2416B}"/>
              </a:ext>
            </a:extLst>
          </p:cNvPr>
          <p:cNvSpPr/>
          <p:nvPr/>
        </p:nvSpPr>
        <p:spPr>
          <a:xfrm>
            <a:off x="-8322882" y="4986022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5" name="Straight Connector 534">
            <a:extLst>
              <a:ext uri="{FF2B5EF4-FFF2-40B4-BE49-F238E27FC236}">
                <a16:creationId xmlns:a16="http://schemas.microsoft.com/office/drawing/2014/main" id="{DBD08E33-DA41-46EF-8535-F5497450E11C}"/>
              </a:ext>
            </a:extLst>
          </p:cNvPr>
          <p:cNvCxnSpPr>
            <a:cxnSpLocks/>
          </p:cNvCxnSpPr>
          <p:nvPr/>
        </p:nvCxnSpPr>
        <p:spPr>
          <a:xfrm>
            <a:off x="-8253058" y="503388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6" name="Rectangle 535">
            <a:extLst>
              <a:ext uri="{FF2B5EF4-FFF2-40B4-BE49-F238E27FC236}">
                <a16:creationId xmlns:a16="http://schemas.microsoft.com/office/drawing/2014/main" id="{AF8590C1-A4DE-4FF4-7278-4340AD3513D1}"/>
              </a:ext>
            </a:extLst>
          </p:cNvPr>
          <p:cNvSpPr/>
          <p:nvPr/>
        </p:nvSpPr>
        <p:spPr>
          <a:xfrm rot="10800000">
            <a:off x="-7986793" y="4862288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7" name="Straight Connector 536">
            <a:extLst>
              <a:ext uri="{FF2B5EF4-FFF2-40B4-BE49-F238E27FC236}">
                <a16:creationId xmlns:a16="http://schemas.microsoft.com/office/drawing/2014/main" id="{3A11BF3E-E0D7-DDA9-CB03-DFB028D99959}"/>
              </a:ext>
            </a:extLst>
          </p:cNvPr>
          <p:cNvCxnSpPr>
            <a:cxnSpLocks/>
          </p:cNvCxnSpPr>
          <p:nvPr/>
        </p:nvCxnSpPr>
        <p:spPr>
          <a:xfrm>
            <a:off x="-7347321" y="503226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8" name="Rectangle 537">
            <a:extLst>
              <a:ext uri="{FF2B5EF4-FFF2-40B4-BE49-F238E27FC236}">
                <a16:creationId xmlns:a16="http://schemas.microsoft.com/office/drawing/2014/main" id="{95997E00-8863-D5F8-DF61-E9642804210E}"/>
              </a:ext>
            </a:extLst>
          </p:cNvPr>
          <p:cNvSpPr/>
          <p:nvPr/>
        </p:nvSpPr>
        <p:spPr>
          <a:xfrm rot="5400000">
            <a:off x="-8594558" y="412294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EF90A069-D514-6C05-7549-312236634182}"/>
              </a:ext>
            </a:extLst>
          </p:cNvPr>
          <p:cNvCxnSpPr>
            <a:cxnSpLocks/>
          </p:cNvCxnSpPr>
          <p:nvPr/>
        </p:nvCxnSpPr>
        <p:spPr>
          <a:xfrm>
            <a:off x="-9805991" y="3347066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テキスト プレースホルダー 2">
            <a:extLst>
              <a:ext uri="{FF2B5EF4-FFF2-40B4-BE49-F238E27FC236}">
                <a16:creationId xmlns:a16="http://schemas.microsoft.com/office/drawing/2014/main" id="{A555302D-086F-F190-7793-192176EAA30B}"/>
              </a:ext>
            </a:extLst>
          </p:cNvPr>
          <p:cNvSpPr txBox="1">
            <a:spLocks/>
          </p:cNvSpPr>
          <p:nvPr/>
        </p:nvSpPr>
        <p:spPr>
          <a:xfrm>
            <a:off x="-9276916" y="4343256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41" name="テキスト プレースホルダー 2">
            <a:extLst>
              <a:ext uri="{FF2B5EF4-FFF2-40B4-BE49-F238E27FC236}">
                <a16:creationId xmlns:a16="http://schemas.microsoft.com/office/drawing/2014/main" id="{FB4E361D-93ED-31AD-CA28-981A88C4F7B0}"/>
              </a:ext>
            </a:extLst>
          </p:cNvPr>
          <p:cNvSpPr txBox="1">
            <a:spLocks/>
          </p:cNvSpPr>
          <p:nvPr/>
        </p:nvSpPr>
        <p:spPr>
          <a:xfrm>
            <a:off x="-8079591" y="432430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DABB69CB-539F-3228-B34F-81E868FBE76E}"/>
              </a:ext>
            </a:extLst>
          </p:cNvPr>
          <p:cNvSpPr/>
          <p:nvPr/>
        </p:nvSpPr>
        <p:spPr>
          <a:xfrm>
            <a:off x="-8565870" y="5508932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3" name="Straight Arrow Connector 542">
            <a:extLst>
              <a:ext uri="{FF2B5EF4-FFF2-40B4-BE49-F238E27FC236}">
                <a16:creationId xmlns:a16="http://schemas.microsoft.com/office/drawing/2014/main" id="{7650E175-D3ED-053A-E5CD-A1567D33C961}"/>
              </a:ext>
            </a:extLst>
          </p:cNvPr>
          <p:cNvCxnSpPr>
            <a:cxnSpLocks/>
          </p:cNvCxnSpPr>
          <p:nvPr/>
        </p:nvCxnSpPr>
        <p:spPr>
          <a:xfrm flipH="1" flipV="1">
            <a:off x="-8281657" y="5593272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543">
            <a:extLst>
              <a:ext uri="{FF2B5EF4-FFF2-40B4-BE49-F238E27FC236}">
                <a16:creationId xmlns:a16="http://schemas.microsoft.com/office/drawing/2014/main" id="{99D6834A-1C3B-E357-FA58-D11553038CB2}"/>
              </a:ext>
            </a:extLst>
          </p:cNvPr>
          <p:cNvCxnSpPr>
            <a:cxnSpLocks/>
          </p:cNvCxnSpPr>
          <p:nvPr/>
        </p:nvCxnSpPr>
        <p:spPr>
          <a:xfrm>
            <a:off x="-8272765" y="5078550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544">
            <a:extLst>
              <a:ext uri="{FF2B5EF4-FFF2-40B4-BE49-F238E27FC236}">
                <a16:creationId xmlns:a16="http://schemas.microsoft.com/office/drawing/2014/main" id="{095E3820-B254-BC45-C69B-CB84A7D278D3}"/>
              </a:ext>
            </a:extLst>
          </p:cNvPr>
          <p:cNvCxnSpPr>
            <a:cxnSpLocks/>
          </p:cNvCxnSpPr>
          <p:nvPr/>
        </p:nvCxnSpPr>
        <p:spPr>
          <a:xfrm>
            <a:off x="-8391511" y="6425002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E834C199-2676-1745-13E5-03AE15947C05}"/>
              </a:ext>
            </a:extLst>
          </p:cNvPr>
          <p:cNvCxnSpPr/>
          <p:nvPr/>
        </p:nvCxnSpPr>
        <p:spPr>
          <a:xfrm>
            <a:off x="-8281657" y="609638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546">
            <a:extLst>
              <a:ext uri="{FF2B5EF4-FFF2-40B4-BE49-F238E27FC236}">
                <a16:creationId xmlns:a16="http://schemas.microsoft.com/office/drawing/2014/main" id="{1AC5E738-0C8C-036C-606F-CE47ED42CDA3}"/>
              </a:ext>
            </a:extLst>
          </p:cNvPr>
          <p:cNvCxnSpPr>
            <a:cxnSpLocks/>
          </p:cNvCxnSpPr>
          <p:nvPr/>
        </p:nvCxnSpPr>
        <p:spPr>
          <a:xfrm>
            <a:off x="-8333790" y="6462510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F8ED4A3D-76E1-C340-BA46-2E6225DF7657}"/>
              </a:ext>
            </a:extLst>
          </p:cNvPr>
          <p:cNvCxnSpPr>
            <a:cxnSpLocks/>
          </p:cNvCxnSpPr>
          <p:nvPr/>
        </p:nvCxnSpPr>
        <p:spPr>
          <a:xfrm>
            <a:off x="-8309279" y="650001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テキスト プレースホルダー 2">
            <a:extLst>
              <a:ext uri="{FF2B5EF4-FFF2-40B4-BE49-F238E27FC236}">
                <a16:creationId xmlns:a16="http://schemas.microsoft.com/office/drawing/2014/main" id="{80E05387-49E6-24D6-077C-690FAB411199}"/>
              </a:ext>
            </a:extLst>
          </p:cNvPr>
          <p:cNvSpPr txBox="1">
            <a:spLocks/>
          </p:cNvSpPr>
          <p:nvPr/>
        </p:nvSpPr>
        <p:spPr>
          <a:xfrm>
            <a:off x="-8158571" y="386669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5051E87C-D5DF-5F55-63C1-209C728AE606}"/>
              </a:ext>
            </a:extLst>
          </p:cNvPr>
          <p:cNvSpPr/>
          <p:nvPr/>
        </p:nvSpPr>
        <p:spPr>
          <a:xfrm rot="10800000">
            <a:off x="-9168069" y="3195218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Connector 550">
            <a:extLst>
              <a:ext uri="{FF2B5EF4-FFF2-40B4-BE49-F238E27FC236}">
                <a16:creationId xmlns:a16="http://schemas.microsoft.com/office/drawing/2014/main" id="{4A71AFE5-7FC1-A19E-49CF-A3715A18C7B9}"/>
              </a:ext>
            </a:extLst>
          </p:cNvPr>
          <p:cNvCxnSpPr>
            <a:cxnSpLocks/>
          </p:cNvCxnSpPr>
          <p:nvPr/>
        </p:nvCxnSpPr>
        <p:spPr>
          <a:xfrm>
            <a:off x="-8535522" y="336073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Oval 551">
            <a:extLst>
              <a:ext uri="{FF2B5EF4-FFF2-40B4-BE49-F238E27FC236}">
                <a16:creationId xmlns:a16="http://schemas.microsoft.com/office/drawing/2014/main" id="{A3D32925-6B5D-4050-D1A0-96F1FCBB7469}"/>
              </a:ext>
            </a:extLst>
          </p:cNvPr>
          <p:cNvSpPr/>
          <p:nvPr/>
        </p:nvSpPr>
        <p:spPr>
          <a:xfrm>
            <a:off x="-8317934" y="331403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75C673E8-5F4C-A2F9-6023-F6A5E3397C4A}"/>
              </a:ext>
            </a:extLst>
          </p:cNvPr>
          <p:cNvCxnSpPr>
            <a:cxnSpLocks/>
          </p:cNvCxnSpPr>
          <p:nvPr/>
        </p:nvCxnSpPr>
        <p:spPr>
          <a:xfrm>
            <a:off x="-8222710" y="33619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Rectangle 553">
            <a:extLst>
              <a:ext uri="{FF2B5EF4-FFF2-40B4-BE49-F238E27FC236}">
                <a16:creationId xmlns:a16="http://schemas.microsoft.com/office/drawing/2014/main" id="{113517C5-3FD1-5C52-10A1-F1A47D866A4B}"/>
              </a:ext>
            </a:extLst>
          </p:cNvPr>
          <p:cNvSpPr/>
          <p:nvPr/>
        </p:nvSpPr>
        <p:spPr>
          <a:xfrm rot="10800000">
            <a:off x="-7956445" y="3190302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5" name="テキスト プレースホルダー 2">
            <a:extLst>
              <a:ext uri="{FF2B5EF4-FFF2-40B4-BE49-F238E27FC236}">
                <a16:creationId xmlns:a16="http://schemas.microsoft.com/office/drawing/2014/main" id="{75AEE69C-02A3-98F5-FB94-548B5D4F0285}"/>
              </a:ext>
            </a:extLst>
          </p:cNvPr>
          <p:cNvSpPr txBox="1">
            <a:spLocks/>
          </p:cNvSpPr>
          <p:nvPr/>
        </p:nvSpPr>
        <p:spPr>
          <a:xfrm>
            <a:off x="-9246568" y="267127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556" name="テキスト プレースホルダー 2">
            <a:extLst>
              <a:ext uri="{FF2B5EF4-FFF2-40B4-BE49-F238E27FC236}">
                <a16:creationId xmlns:a16="http://schemas.microsoft.com/office/drawing/2014/main" id="{98B6B632-F29C-11A9-78DE-0AC864C5FCC1}"/>
              </a:ext>
            </a:extLst>
          </p:cNvPr>
          <p:cNvSpPr txBox="1">
            <a:spLocks/>
          </p:cNvSpPr>
          <p:nvPr/>
        </p:nvSpPr>
        <p:spPr>
          <a:xfrm>
            <a:off x="-8049243" y="2652318"/>
            <a:ext cx="923686" cy="5487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EA7A7286-C444-61F7-61B9-EC295CE0B89C}"/>
              </a:ext>
            </a:extLst>
          </p:cNvPr>
          <p:cNvSpPr/>
          <p:nvPr/>
        </p:nvSpPr>
        <p:spPr>
          <a:xfrm>
            <a:off x="-9160518" y="3691065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8" name="Straight Arrow Connector 557">
            <a:extLst>
              <a:ext uri="{FF2B5EF4-FFF2-40B4-BE49-F238E27FC236}">
                <a16:creationId xmlns:a16="http://schemas.microsoft.com/office/drawing/2014/main" id="{44F0CE8F-066C-771B-6683-D6DEAB748252}"/>
              </a:ext>
            </a:extLst>
          </p:cNvPr>
          <p:cNvCxnSpPr>
            <a:cxnSpLocks/>
          </p:cNvCxnSpPr>
          <p:nvPr/>
        </p:nvCxnSpPr>
        <p:spPr>
          <a:xfrm flipV="1">
            <a:off x="-9002025" y="3818796"/>
            <a:ext cx="248168" cy="31476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5F186A52-2669-5F3E-3E83-BE8F2B7CF936}"/>
              </a:ext>
            </a:extLst>
          </p:cNvPr>
          <p:cNvCxnSpPr>
            <a:cxnSpLocks/>
            <a:stCxn id="552" idx="7"/>
            <a:endCxn id="557" idx="7"/>
          </p:cNvCxnSpPr>
          <p:nvPr/>
        </p:nvCxnSpPr>
        <p:spPr>
          <a:xfrm flipH="1">
            <a:off x="-8666246" y="3327670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0" name="テキスト プレースホルダー 2">
            <a:extLst>
              <a:ext uri="{FF2B5EF4-FFF2-40B4-BE49-F238E27FC236}">
                <a16:creationId xmlns:a16="http://schemas.microsoft.com/office/drawing/2014/main" id="{1FE97B89-5449-E3EE-AFFA-536F3BF7072C}"/>
              </a:ext>
            </a:extLst>
          </p:cNvPr>
          <p:cNvSpPr txBox="1">
            <a:spLocks/>
          </p:cNvSpPr>
          <p:nvPr/>
        </p:nvSpPr>
        <p:spPr>
          <a:xfrm>
            <a:off x="-9514480" y="547729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61" name="テキスト プレースホルダー 2">
            <a:extLst>
              <a:ext uri="{FF2B5EF4-FFF2-40B4-BE49-F238E27FC236}">
                <a16:creationId xmlns:a16="http://schemas.microsoft.com/office/drawing/2014/main" id="{65317544-E2FC-AE60-10A1-88C2ADF301F5}"/>
              </a:ext>
            </a:extLst>
          </p:cNvPr>
          <p:cNvSpPr txBox="1">
            <a:spLocks/>
          </p:cNvSpPr>
          <p:nvPr/>
        </p:nvSpPr>
        <p:spPr>
          <a:xfrm>
            <a:off x="-9843428" y="3282796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897F5875-ECCE-AD6E-4C40-33D6C5A7C493}"/>
              </a:ext>
            </a:extLst>
          </p:cNvPr>
          <p:cNvCxnSpPr>
            <a:cxnSpLocks/>
          </p:cNvCxnSpPr>
          <p:nvPr/>
        </p:nvCxnSpPr>
        <p:spPr>
          <a:xfrm>
            <a:off x="-9780795" y="5031874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C097F198-5086-0004-E6FD-FC4AEB5D5BBC}"/>
              </a:ext>
            </a:extLst>
          </p:cNvPr>
          <p:cNvGrpSpPr/>
          <p:nvPr/>
        </p:nvGrpSpPr>
        <p:grpSpPr>
          <a:xfrm rot="5400000">
            <a:off x="-9361567" y="4025626"/>
            <a:ext cx="225168" cy="403636"/>
            <a:chOff x="5124498" y="3780453"/>
            <a:chExt cx="225168" cy="403636"/>
          </a:xfrm>
        </p:grpSpPr>
        <p:cxnSp>
          <p:nvCxnSpPr>
            <p:cNvPr id="564" name="Straight Connector 563">
              <a:extLst>
                <a:ext uri="{FF2B5EF4-FFF2-40B4-BE49-F238E27FC236}">
                  <a16:creationId xmlns:a16="http://schemas.microsoft.com/office/drawing/2014/main" id="{EF48D422-0247-CE9C-1CA7-AD4FA521D842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564">
              <a:extLst>
                <a:ext uri="{FF2B5EF4-FFF2-40B4-BE49-F238E27FC236}">
                  <a16:creationId xmlns:a16="http://schemas.microsoft.com/office/drawing/2014/main" id="{0437BBAC-A678-9743-41DC-789D39C804CC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565">
              <a:extLst>
                <a:ext uri="{FF2B5EF4-FFF2-40B4-BE49-F238E27FC236}">
                  <a16:creationId xmlns:a16="http://schemas.microsoft.com/office/drawing/2014/main" id="{45CCD781-090D-C63C-6B44-2478C023386C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566">
              <a:extLst>
                <a:ext uri="{FF2B5EF4-FFF2-40B4-BE49-F238E27FC236}">
                  <a16:creationId xmlns:a16="http://schemas.microsoft.com/office/drawing/2014/main" id="{3CEAB741-EDC0-456C-8B51-0D4E5355A50F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72FB2255-44EC-F5C2-3F7E-B67179750F7E}"/>
              </a:ext>
            </a:extLst>
          </p:cNvPr>
          <p:cNvCxnSpPr>
            <a:cxnSpLocks/>
          </p:cNvCxnSpPr>
          <p:nvPr/>
        </p:nvCxnSpPr>
        <p:spPr>
          <a:xfrm>
            <a:off x="-8271358" y="4611399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6091A5A1-A59B-4D08-B409-6E6903814BB1}"/>
              </a:ext>
            </a:extLst>
          </p:cNvPr>
          <p:cNvCxnSpPr>
            <a:cxnSpLocks/>
          </p:cNvCxnSpPr>
          <p:nvPr/>
        </p:nvCxnSpPr>
        <p:spPr>
          <a:xfrm>
            <a:off x="-8287133" y="3306240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6017C1B8-4A9D-CB97-514C-BEBFC5EA4056}"/>
              </a:ext>
            </a:extLst>
          </p:cNvPr>
          <p:cNvGrpSpPr/>
          <p:nvPr/>
        </p:nvGrpSpPr>
        <p:grpSpPr>
          <a:xfrm rot="16200000">
            <a:off x="-8678755" y="2512571"/>
            <a:ext cx="794196" cy="182451"/>
            <a:chOff x="5478663" y="1384702"/>
            <a:chExt cx="794196" cy="182451"/>
          </a:xfrm>
        </p:grpSpPr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933204CC-3FCA-141E-095C-F6CFCDEDBF61}"/>
                </a:ext>
              </a:extLst>
            </p:cNvPr>
            <p:cNvSpPr/>
            <p:nvPr/>
          </p:nvSpPr>
          <p:spPr>
            <a:xfrm>
              <a:off x="5478663" y="1386849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DA3D745B-57B6-1C9A-0077-3C5983D05A72}"/>
                </a:ext>
              </a:extLst>
            </p:cNvPr>
            <p:cNvSpPr/>
            <p:nvPr/>
          </p:nvSpPr>
          <p:spPr>
            <a:xfrm>
              <a:off x="5785609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3" name="Oval 572">
              <a:extLst>
                <a:ext uri="{FF2B5EF4-FFF2-40B4-BE49-F238E27FC236}">
                  <a16:creationId xmlns:a16="http://schemas.microsoft.com/office/drawing/2014/main" id="{5E2B1BE5-7AAC-0FB5-61C7-CC588BAD6B85}"/>
                </a:ext>
              </a:extLst>
            </p:cNvPr>
            <p:cNvSpPr/>
            <p:nvPr/>
          </p:nvSpPr>
          <p:spPr>
            <a:xfrm>
              <a:off x="6092555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4" name="Rectangle 573">
            <a:extLst>
              <a:ext uri="{FF2B5EF4-FFF2-40B4-BE49-F238E27FC236}">
                <a16:creationId xmlns:a16="http://schemas.microsoft.com/office/drawing/2014/main" id="{114A9523-ECA7-CA87-2D45-800CBF57F094}"/>
              </a:ext>
            </a:extLst>
          </p:cNvPr>
          <p:cNvSpPr/>
          <p:nvPr/>
        </p:nvSpPr>
        <p:spPr>
          <a:xfrm rot="10800000" flipV="1">
            <a:off x="-9174232" y="182705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5" name="Straight Connector 574">
            <a:extLst>
              <a:ext uri="{FF2B5EF4-FFF2-40B4-BE49-F238E27FC236}">
                <a16:creationId xmlns:a16="http://schemas.microsoft.com/office/drawing/2014/main" id="{D1CCD02B-5D16-C936-BE79-585ABEB1E1E0}"/>
              </a:ext>
            </a:extLst>
          </p:cNvPr>
          <p:cNvCxnSpPr>
            <a:cxnSpLocks/>
          </p:cNvCxnSpPr>
          <p:nvPr/>
        </p:nvCxnSpPr>
        <p:spPr>
          <a:xfrm flipV="1">
            <a:off x="-8541685" y="33000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Oval 575">
            <a:extLst>
              <a:ext uri="{FF2B5EF4-FFF2-40B4-BE49-F238E27FC236}">
                <a16:creationId xmlns:a16="http://schemas.microsoft.com/office/drawing/2014/main" id="{F663C385-5E7F-ED08-3ADE-EE01FD2DBF89}"/>
              </a:ext>
            </a:extLst>
          </p:cNvPr>
          <p:cNvSpPr/>
          <p:nvPr/>
        </p:nvSpPr>
        <p:spPr>
          <a:xfrm flipV="1">
            <a:off x="-8298697" y="283609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CF9C5DA0-BD3F-0A04-E399-4838F2420C02}"/>
              </a:ext>
            </a:extLst>
          </p:cNvPr>
          <p:cNvCxnSpPr>
            <a:cxnSpLocks/>
          </p:cNvCxnSpPr>
          <p:nvPr/>
        </p:nvCxnSpPr>
        <p:spPr>
          <a:xfrm flipV="1">
            <a:off x="-8228873" y="32884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Rectangle 577">
            <a:extLst>
              <a:ext uri="{FF2B5EF4-FFF2-40B4-BE49-F238E27FC236}">
                <a16:creationId xmlns:a16="http://schemas.microsoft.com/office/drawing/2014/main" id="{5CA2CD41-85D9-C46A-0EFC-F30DC2C2CCCD}"/>
              </a:ext>
            </a:extLst>
          </p:cNvPr>
          <p:cNvSpPr/>
          <p:nvPr/>
        </p:nvSpPr>
        <p:spPr>
          <a:xfrm rot="10800000" flipV="1">
            <a:off x="-7962608" y="187621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3A14BDB4-94A0-EE74-1C97-8FB04690DDCD}"/>
              </a:ext>
            </a:extLst>
          </p:cNvPr>
          <p:cNvCxnSpPr>
            <a:cxnSpLocks/>
          </p:cNvCxnSpPr>
          <p:nvPr/>
        </p:nvCxnSpPr>
        <p:spPr>
          <a:xfrm flipV="1">
            <a:off x="-7323136" y="330467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0" name="Rectangle 579">
            <a:extLst>
              <a:ext uri="{FF2B5EF4-FFF2-40B4-BE49-F238E27FC236}">
                <a16:creationId xmlns:a16="http://schemas.microsoft.com/office/drawing/2014/main" id="{BF983ACC-52A7-75E8-B561-403CC48FF858}"/>
              </a:ext>
            </a:extLst>
          </p:cNvPr>
          <p:cNvSpPr/>
          <p:nvPr/>
        </p:nvSpPr>
        <p:spPr>
          <a:xfrm rot="16200000" flipV="1">
            <a:off x="-8570373" y="926969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3D8100D0-ED7D-3758-4221-B8277B228256}"/>
              </a:ext>
            </a:extLst>
          </p:cNvPr>
          <p:cNvCxnSpPr>
            <a:cxnSpLocks/>
          </p:cNvCxnSpPr>
          <p:nvPr/>
        </p:nvCxnSpPr>
        <p:spPr>
          <a:xfrm flipV="1">
            <a:off x="-9781806" y="2015664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2" name="テキスト プレースホルダー 2">
            <a:extLst>
              <a:ext uri="{FF2B5EF4-FFF2-40B4-BE49-F238E27FC236}">
                <a16:creationId xmlns:a16="http://schemas.microsoft.com/office/drawing/2014/main" id="{05E46913-A502-76B6-A1B6-CBDBC3C84648}"/>
              </a:ext>
            </a:extLst>
          </p:cNvPr>
          <p:cNvSpPr txBox="1">
            <a:spLocks/>
          </p:cNvSpPr>
          <p:nvPr/>
        </p:nvSpPr>
        <p:spPr>
          <a:xfrm>
            <a:off x="-9252731" y="470733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83" name="テキスト プレースホルダー 2">
            <a:extLst>
              <a:ext uri="{FF2B5EF4-FFF2-40B4-BE49-F238E27FC236}">
                <a16:creationId xmlns:a16="http://schemas.microsoft.com/office/drawing/2014/main" id="{2403AA32-A7C7-4828-28E1-B9E0228F12F1}"/>
              </a:ext>
            </a:extLst>
          </p:cNvPr>
          <p:cNvSpPr txBox="1">
            <a:spLocks/>
          </p:cNvSpPr>
          <p:nvPr/>
        </p:nvSpPr>
        <p:spPr>
          <a:xfrm>
            <a:off x="-8055406" y="48968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84" name="Oval 583">
            <a:extLst>
              <a:ext uri="{FF2B5EF4-FFF2-40B4-BE49-F238E27FC236}">
                <a16:creationId xmlns:a16="http://schemas.microsoft.com/office/drawing/2014/main" id="{5AC4D40E-0246-C3AC-4FB4-A6E1EBFC03A6}"/>
              </a:ext>
            </a:extLst>
          </p:cNvPr>
          <p:cNvSpPr/>
          <p:nvPr/>
        </p:nvSpPr>
        <p:spPr>
          <a:xfrm flipV="1">
            <a:off x="-8541685" y="-725278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5" name="Straight Arrow Connector 584">
            <a:extLst>
              <a:ext uri="{FF2B5EF4-FFF2-40B4-BE49-F238E27FC236}">
                <a16:creationId xmlns:a16="http://schemas.microsoft.com/office/drawing/2014/main" id="{32728E3E-9CE3-7F14-E0F7-0021B783CAFB}"/>
              </a:ext>
            </a:extLst>
          </p:cNvPr>
          <p:cNvCxnSpPr>
            <a:cxnSpLocks/>
          </p:cNvCxnSpPr>
          <p:nvPr/>
        </p:nvCxnSpPr>
        <p:spPr>
          <a:xfrm flipH="1">
            <a:off x="-8257472" y="-640938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3043B21C-84E6-D7E8-1E35-53247790B0BE}"/>
              </a:ext>
            </a:extLst>
          </p:cNvPr>
          <p:cNvCxnSpPr>
            <a:cxnSpLocks/>
          </p:cNvCxnSpPr>
          <p:nvPr/>
        </p:nvCxnSpPr>
        <p:spPr>
          <a:xfrm flipV="1">
            <a:off x="-8248580" y="-145631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127DB003-9BDE-2011-4D7D-1405B995B55A}"/>
              </a:ext>
            </a:extLst>
          </p:cNvPr>
          <p:cNvCxnSpPr>
            <a:cxnSpLocks/>
          </p:cNvCxnSpPr>
          <p:nvPr/>
        </p:nvCxnSpPr>
        <p:spPr>
          <a:xfrm flipV="1">
            <a:off x="-8367326" y="-1062272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12FFA997-4A17-E8FC-0B78-4AADCF2C60BA}"/>
              </a:ext>
            </a:extLst>
          </p:cNvPr>
          <p:cNvCxnSpPr/>
          <p:nvPr/>
        </p:nvCxnSpPr>
        <p:spPr>
          <a:xfrm flipV="1">
            <a:off x="-8257472" y="-106227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83702F29-56AF-1756-F9CB-2740FE6DDAC8}"/>
              </a:ext>
            </a:extLst>
          </p:cNvPr>
          <p:cNvCxnSpPr>
            <a:cxnSpLocks/>
          </p:cNvCxnSpPr>
          <p:nvPr/>
        </p:nvCxnSpPr>
        <p:spPr>
          <a:xfrm flipV="1">
            <a:off x="-8309605" y="-1099780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A13DFA24-8299-C73E-7142-207A9C570374}"/>
              </a:ext>
            </a:extLst>
          </p:cNvPr>
          <p:cNvCxnSpPr>
            <a:cxnSpLocks/>
          </p:cNvCxnSpPr>
          <p:nvPr/>
        </p:nvCxnSpPr>
        <p:spPr>
          <a:xfrm flipV="1">
            <a:off x="-8285094" y="-113728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1" name="テキスト プレースホルダー 2">
            <a:extLst>
              <a:ext uri="{FF2B5EF4-FFF2-40B4-BE49-F238E27FC236}">
                <a16:creationId xmlns:a16="http://schemas.microsoft.com/office/drawing/2014/main" id="{3C71BF8F-3E6D-93C3-BDEF-71A08C719238}"/>
              </a:ext>
            </a:extLst>
          </p:cNvPr>
          <p:cNvSpPr txBox="1">
            <a:spLocks/>
          </p:cNvSpPr>
          <p:nvPr/>
        </p:nvSpPr>
        <p:spPr>
          <a:xfrm>
            <a:off x="-8134386" y="94729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821FDA03-C4F1-6E6E-EA7C-67092A827005}"/>
              </a:ext>
            </a:extLst>
          </p:cNvPr>
          <p:cNvSpPr/>
          <p:nvPr/>
        </p:nvSpPr>
        <p:spPr>
          <a:xfrm rot="10800000" flipV="1">
            <a:off x="-9143884" y="1854691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B8EBC8A6-342B-DC2F-26F2-BACBD1255D31}"/>
              </a:ext>
            </a:extLst>
          </p:cNvPr>
          <p:cNvCxnSpPr>
            <a:cxnSpLocks/>
          </p:cNvCxnSpPr>
          <p:nvPr/>
        </p:nvCxnSpPr>
        <p:spPr>
          <a:xfrm flipV="1">
            <a:off x="-8511337" y="2001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" name="Oval 593">
            <a:extLst>
              <a:ext uri="{FF2B5EF4-FFF2-40B4-BE49-F238E27FC236}">
                <a16:creationId xmlns:a16="http://schemas.microsoft.com/office/drawing/2014/main" id="{96CE69C9-D097-6C98-DD68-A0A65AF4617B}"/>
              </a:ext>
            </a:extLst>
          </p:cNvPr>
          <p:cNvSpPr/>
          <p:nvPr/>
        </p:nvSpPr>
        <p:spPr>
          <a:xfrm flipV="1">
            <a:off x="-8293749" y="1955595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5E50ECF1-E3B2-71CD-5421-FD8BDD6524F3}"/>
              </a:ext>
            </a:extLst>
          </p:cNvPr>
          <p:cNvCxnSpPr>
            <a:cxnSpLocks/>
          </p:cNvCxnSpPr>
          <p:nvPr/>
        </p:nvCxnSpPr>
        <p:spPr>
          <a:xfrm flipV="1">
            <a:off x="-8198525" y="200082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6" name="Rectangle 595">
            <a:extLst>
              <a:ext uri="{FF2B5EF4-FFF2-40B4-BE49-F238E27FC236}">
                <a16:creationId xmlns:a16="http://schemas.microsoft.com/office/drawing/2014/main" id="{3D547786-FCC1-C145-6337-C6B3CA30C1D7}"/>
              </a:ext>
            </a:extLst>
          </p:cNvPr>
          <p:cNvSpPr/>
          <p:nvPr/>
        </p:nvSpPr>
        <p:spPr>
          <a:xfrm rot="10800000" flipV="1">
            <a:off x="-7932260" y="1859607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7" name="テキスト プレースホルダー 2">
            <a:extLst>
              <a:ext uri="{FF2B5EF4-FFF2-40B4-BE49-F238E27FC236}">
                <a16:creationId xmlns:a16="http://schemas.microsoft.com/office/drawing/2014/main" id="{6BB4860B-99E2-A833-8130-1DF41A8C7813}"/>
              </a:ext>
            </a:extLst>
          </p:cNvPr>
          <p:cNvSpPr txBox="1">
            <a:spLocks/>
          </p:cNvSpPr>
          <p:nvPr/>
        </p:nvSpPr>
        <p:spPr>
          <a:xfrm>
            <a:off x="-9222383" y="214271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98" name="テキスト プレースホルダー 2">
            <a:extLst>
              <a:ext uri="{FF2B5EF4-FFF2-40B4-BE49-F238E27FC236}">
                <a16:creationId xmlns:a16="http://schemas.microsoft.com/office/drawing/2014/main" id="{4DC64E35-5B2A-2C60-A6CE-605C5DFB3C20}"/>
              </a:ext>
            </a:extLst>
          </p:cNvPr>
          <p:cNvSpPr txBox="1">
            <a:spLocks/>
          </p:cNvSpPr>
          <p:nvPr/>
        </p:nvSpPr>
        <p:spPr>
          <a:xfrm>
            <a:off x="-8025058" y="216167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99" name="Oval 598">
            <a:extLst>
              <a:ext uri="{FF2B5EF4-FFF2-40B4-BE49-F238E27FC236}">
                <a16:creationId xmlns:a16="http://schemas.microsoft.com/office/drawing/2014/main" id="{649118DD-07D6-AFF4-379D-4673E02BA9A7}"/>
              </a:ext>
            </a:extLst>
          </p:cNvPr>
          <p:cNvSpPr/>
          <p:nvPr/>
        </p:nvSpPr>
        <p:spPr>
          <a:xfrm flipV="1">
            <a:off x="-9136333" y="1092589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0" name="Straight Arrow Connector 599">
            <a:extLst>
              <a:ext uri="{FF2B5EF4-FFF2-40B4-BE49-F238E27FC236}">
                <a16:creationId xmlns:a16="http://schemas.microsoft.com/office/drawing/2014/main" id="{E29AA0A9-2E65-94D6-3F01-2667951FE147}"/>
              </a:ext>
            </a:extLst>
          </p:cNvPr>
          <p:cNvCxnSpPr>
            <a:cxnSpLocks/>
          </p:cNvCxnSpPr>
          <p:nvPr/>
        </p:nvCxnSpPr>
        <p:spPr>
          <a:xfrm>
            <a:off x="-8977840" y="1229167"/>
            <a:ext cx="248168" cy="314767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F6B13A50-38D6-A372-3F15-B7171AC68F38}"/>
              </a:ext>
            </a:extLst>
          </p:cNvPr>
          <p:cNvCxnSpPr>
            <a:cxnSpLocks/>
            <a:stCxn id="594" idx="7"/>
            <a:endCxn id="599" idx="7"/>
          </p:cNvCxnSpPr>
          <p:nvPr/>
        </p:nvCxnSpPr>
        <p:spPr>
          <a:xfrm flipH="1" flipV="1">
            <a:off x="-8642061" y="1586861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2" name="テキスト プレースホルダー 2">
            <a:extLst>
              <a:ext uri="{FF2B5EF4-FFF2-40B4-BE49-F238E27FC236}">
                <a16:creationId xmlns:a16="http://schemas.microsoft.com/office/drawing/2014/main" id="{99F9C27F-3A33-6B75-CA0A-ED9219F86B1C}"/>
              </a:ext>
            </a:extLst>
          </p:cNvPr>
          <p:cNvSpPr txBox="1">
            <a:spLocks/>
          </p:cNvSpPr>
          <p:nvPr/>
        </p:nvSpPr>
        <p:spPr>
          <a:xfrm>
            <a:off x="-9490295" y="-663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03" name="テキスト プレースホルダー 2">
            <a:extLst>
              <a:ext uri="{FF2B5EF4-FFF2-40B4-BE49-F238E27FC236}">
                <a16:creationId xmlns:a16="http://schemas.microsoft.com/office/drawing/2014/main" id="{44459E11-21E7-79B2-B90A-D85B60DC8D6F}"/>
              </a:ext>
            </a:extLst>
          </p:cNvPr>
          <p:cNvSpPr txBox="1">
            <a:spLocks/>
          </p:cNvSpPr>
          <p:nvPr/>
        </p:nvSpPr>
        <p:spPr>
          <a:xfrm>
            <a:off x="-9832495" y="1292656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54936A8E-6A7F-FD40-F38B-27357960CE21}"/>
              </a:ext>
            </a:extLst>
          </p:cNvPr>
          <p:cNvCxnSpPr>
            <a:cxnSpLocks/>
          </p:cNvCxnSpPr>
          <p:nvPr/>
        </p:nvCxnSpPr>
        <p:spPr>
          <a:xfrm>
            <a:off x="-9805991" y="330856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4E8AB5AC-2D6B-62B1-54CC-C0DC8D4A145B}"/>
              </a:ext>
            </a:extLst>
          </p:cNvPr>
          <p:cNvGrpSpPr/>
          <p:nvPr/>
        </p:nvGrpSpPr>
        <p:grpSpPr>
          <a:xfrm rot="16200000" flipV="1">
            <a:off x="-9337382" y="933468"/>
            <a:ext cx="225168" cy="403636"/>
            <a:chOff x="5124498" y="3780453"/>
            <a:chExt cx="225168" cy="403636"/>
          </a:xfrm>
        </p:grpSpPr>
        <p:cxnSp>
          <p:nvCxnSpPr>
            <p:cNvPr id="606" name="Straight Connector 605">
              <a:extLst>
                <a:ext uri="{FF2B5EF4-FFF2-40B4-BE49-F238E27FC236}">
                  <a16:creationId xmlns:a16="http://schemas.microsoft.com/office/drawing/2014/main" id="{203DA7E9-44C9-0D8E-CFFD-44EE81139229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D22E24B6-463D-E22D-1F06-EE4E6B6D3B69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B8C1562A-0B16-C0DA-3144-B55DA014EB05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27110C87-20D5-9414-B6A3-ADE531D67B6F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8282236E-FC6E-9B08-A7C1-128C084D508D}"/>
              </a:ext>
            </a:extLst>
          </p:cNvPr>
          <p:cNvCxnSpPr>
            <a:cxnSpLocks/>
          </p:cNvCxnSpPr>
          <p:nvPr/>
        </p:nvCxnSpPr>
        <p:spPr>
          <a:xfrm flipV="1">
            <a:off x="-8247173" y="321520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235A89DB-207D-F4E2-BE0C-20696256A6A4}"/>
              </a:ext>
            </a:extLst>
          </p:cNvPr>
          <p:cNvCxnSpPr>
            <a:cxnSpLocks/>
          </p:cNvCxnSpPr>
          <p:nvPr/>
        </p:nvCxnSpPr>
        <p:spPr>
          <a:xfrm flipV="1">
            <a:off x="-8262948" y="1401465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2" name="Rectangle 611">
            <a:extLst>
              <a:ext uri="{FF2B5EF4-FFF2-40B4-BE49-F238E27FC236}">
                <a16:creationId xmlns:a16="http://schemas.microsoft.com/office/drawing/2014/main" id="{A78BFD4C-9672-3701-CEF6-C2BF9990A4D6}"/>
              </a:ext>
            </a:extLst>
          </p:cNvPr>
          <p:cNvSpPr/>
          <p:nvPr/>
        </p:nvSpPr>
        <p:spPr>
          <a:xfrm rot="16200000" flipH="1">
            <a:off x="-3115697" y="3473575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61246A30-A5AE-F172-BC04-C332B3B39687}"/>
              </a:ext>
            </a:extLst>
          </p:cNvPr>
          <p:cNvSpPr/>
          <p:nvPr/>
        </p:nvSpPr>
        <p:spPr>
          <a:xfrm rot="16200000" flipH="1">
            <a:off x="-3653687" y="3473575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9BDEEFD3-BAAE-877D-04FF-A0D7698ADBBA}"/>
              </a:ext>
            </a:extLst>
          </p:cNvPr>
          <p:cNvCxnSpPr>
            <a:cxnSpLocks/>
            <a:stCxn id="612" idx="3"/>
          </p:cNvCxnSpPr>
          <p:nvPr/>
        </p:nvCxnSpPr>
        <p:spPr>
          <a:xfrm flipH="1">
            <a:off x="-2795961" y="394972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C5243BFC-7A6B-FE73-0185-247CE2E8D794}"/>
              </a:ext>
            </a:extLst>
          </p:cNvPr>
          <p:cNvCxnSpPr/>
          <p:nvPr/>
        </p:nvCxnSpPr>
        <p:spPr>
          <a:xfrm flipH="1">
            <a:off x="-3328491" y="394972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9006E71E-0D7E-29AC-FFBC-368961B3A9D1}"/>
              </a:ext>
            </a:extLst>
          </p:cNvPr>
          <p:cNvCxnSpPr>
            <a:cxnSpLocks/>
          </p:cNvCxnSpPr>
          <p:nvPr/>
        </p:nvCxnSpPr>
        <p:spPr>
          <a:xfrm flipH="1">
            <a:off x="-3328491" y="4278342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CDB7E443-0939-2394-DC61-27E0D2A4BEAF}"/>
              </a:ext>
            </a:extLst>
          </p:cNvPr>
          <p:cNvCxnSpPr>
            <a:cxnSpLocks/>
          </p:cNvCxnSpPr>
          <p:nvPr/>
        </p:nvCxnSpPr>
        <p:spPr>
          <a:xfrm flipH="1">
            <a:off x="-3062226" y="427834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6F4C9B05-7AF6-1A3C-7D88-A6C977447807}"/>
              </a:ext>
            </a:extLst>
          </p:cNvPr>
          <p:cNvCxnSpPr>
            <a:cxnSpLocks/>
          </p:cNvCxnSpPr>
          <p:nvPr/>
        </p:nvCxnSpPr>
        <p:spPr>
          <a:xfrm flipH="1">
            <a:off x="-3300431" y="4606962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218D3F0D-373C-7E73-C0C2-DF3FAF7A9ED4}"/>
              </a:ext>
            </a:extLst>
          </p:cNvPr>
          <p:cNvCxnSpPr>
            <a:cxnSpLocks/>
          </p:cNvCxnSpPr>
          <p:nvPr/>
        </p:nvCxnSpPr>
        <p:spPr>
          <a:xfrm flipH="1">
            <a:off x="-3222710" y="4743354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3DDF865C-F604-9ED7-CD88-2278099BFBDA}"/>
              </a:ext>
            </a:extLst>
          </p:cNvPr>
          <p:cNvCxnSpPr>
            <a:cxnSpLocks/>
          </p:cNvCxnSpPr>
          <p:nvPr/>
        </p:nvCxnSpPr>
        <p:spPr>
          <a:xfrm flipH="1">
            <a:off x="-3177540" y="507197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FEBF307E-3BB8-7434-7B0F-855D512196A5}"/>
              </a:ext>
            </a:extLst>
          </p:cNvPr>
          <p:cNvCxnSpPr/>
          <p:nvPr/>
        </p:nvCxnSpPr>
        <p:spPr>
          <a:xfrm flipH="1">
            <a:off x="-3062226" y="474335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758E5AAF-C455-6278-6E31-21C3E382B4F6}"/>
              </a:ext>
            </a:extLst>
          </p:cNvPr>
          <p:cNvCxnSpPr>
            <a:cxnSpLocks/>
          </p:cNvCxnSpPr>
          <p:nvPr/>
        </p:nvCxnSpPr>
        <p:spPr>
          <a:xfrm flipH="1">
            <a:off x="-3128031" y="5109482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6F250478-008C-2B8E-0A8C-A88094FEAE53}"/>
              </a:ext>
            </a:extLst>
          </p:cNvPr>
          <p:cNvCxnSpPr>
            <a:cxnSpLocks/>
          </p:cNvCxnSpPr>
          <p:nvPr/>
        </p:nvCxnSpPr>
        <p:spPr>
          <a:xfrm flipH="1">
            <a:off x="-3093573" y="514699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ED660CE3-5227-7741-ADD9-E28BF72A5145}"/>
              </a:ext>
            </a:extLst>
          </p:cNvPr>
          <p:cNvCxnSpPr/>
          <p:nvPr/>
        </p:nvCxnSpPr>
        <p:spPr>
          <a:xfrm flipH="1">
            <a:off x="-2795961" y="298162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7D7872E1-E1C4-627A-A174-00A5D2CDE3AF}"/>
              </a:ext>
            </a:extLst>
          </p:cNvPr>
          <p:cNvCxnSpPr/>
          <p:nvPr/>
        </p:nvCxnSpPr>
        <p:spPr>
          <a:xfrm flipH="1">
            <a:off x="-3328491" y="298162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59317F5C-B266-E404-7885-DAF22066987E}"/>
              </a:ext>
            </a:extLst>
          </p:cNvPr>
          <p:cNvCxnSpPr>
            <a:cxnSpLocks/>
          </p:cNvCxnSpPr>
          <p:nvPr/>
        </p:nvCxnSpPr>
        <p:spPr>
          <a:xfrm flipH="1">
            <a:off x="-3328491" y="2993268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2D702D14-7D05-B5A1-DE67-DA8CE43E8426}"/>
              </a:ext>
            </a:extLst>
          </p:cNvPr>
          <p:cNvCxnSpPr>
            <a:cxnSpLocks/>
          </p:cNvCxnSpPr>
          <p:nvPr/>
        </p:nvCxnSpPr>
        <p:spPr>
          <a:xfrm flipH="1">
            <a:off x="-3062226" y="265300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08095E2-3190-2E43-4661-A21796FFA42C}"/>
              </a:ext>
            </a:extLst>
          </p:cNvPr>
          <p:cNvSpPr/>
          <p:nvPr/>
        </p:nvSpPr>
        <p:spPr>
          <a:xfrm rot="10800000" flipH="1">
            <a:off x="-3967963" y="2512860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DDFD5BCF-8634-5483-0E40-EAB46A438B8A}"/>
              </a:ext>
            </a:extLst>
          </p:cNvPr>
          <p:cNvCxnSpPr>
            <a:cxnSpLocks/>
          </p:cNvCxnSpPr>
          <p:nvPr/>
        </p:nvCxnSpPr>
        <p:spPr>
          <a:xfrm flipH="1">
            <a:off x="-3328491" y="266973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E6E888C2-484A-F88E-05C7-3F8E1CE8472A}"/>
              </a:ext>
            </a:extLst>
          </p:cNvPr>
          <p:cNvCxnSpPr>
            <a:cxnSpLocks/>
          </p:cNvCxnSpPr>
          <p:nvPr/>
        </p:nvCxnSpPr>
        <p:spPr>
          <a:xfrm flipH="1">
            <a:off x="-4234228" y="266988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9353032C-A337-48FC-E81A-E37FCB05BA8F}"/>
              </a:ext>
            </a:extLst>
          </p:cNvPr>
          <p:cNvSpPr/>
          <p:nvPr/>
        </p:nvSpPr>
        <p:spPr>
          <a:xfrm flipH="1">
            <a:off x="-4304050" y="2623182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2" name="Straight Connector 631">
            <a:extLst>
              <a:ext uri="{FF2B5EF4-FFF2-40B4-BE49-F238E27FC236}">
                <a16:creationId xmlns:a16="http://schemas.microsoft.com/office/drawing/2014/main" id="{4322A031-D98F-06FA-3AA9-05C64EC49EBF}"/>
              </a:ext>
            </a:extLst>
          </p:cNvPr>
          <p:cNvCxnSpPr>
            <a:cxnSpLocks/>
          </p:cNvCxnSpPr>
          <p:nvPr/>
        </p:nvCxnSpPr>
        <p:spPr>
          <a:xfrm flipH="1">
            <a:off x="-4547040" y="267104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Rectangle 632">
            <a:extLst>
              <a:ext uri="{FF2B5EF4-FFF2-40B4-BE49-F238E27FC236}">
                <a16:creationId xmlns:a16="http://schemas.microsoft.com/office/drawing/2014/main" id="{7BF44A03-0612-1BC1-2F0F-5E04238A9AC1}"/>
              </a:ext>
            </a:extLst>
          </p:cNvPr>
          <p:cNvSpPr/>
          <p:nvPr/>
        </p:nvSpPr>
        <p:spPr>
          <a:xfrm rot="10800000" flipH="1">
            <a:off x="-5186512" y="2496598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66BB547E-64A0-6A5E-2581-EE8DFF62EE55}"/>
              </a:ext>
            </a:extLst>
          </p:cNvPr>
          <p:cNvCxnSpPr>
            <a:cxnSpLocks/>
          </p:cNvCxnSpPr>
          <p:nvPr/>
        </p:nvCxnSpPr>
        <p:spPr>
          <a:xfrm flipH="1">
            <a:off x="-5452777" y="266062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Rectangle 634">
            <a:extLst>
              <a:ext uri="{FF2B5EF4-FFF2-40B4-BE49-F238E27FC236}">
                <a16:creationId xmlns:a16="http://schemas.microsoft.com/office/drawing/2014/main" id="{AB553B25-930F-2FB9-B916-5AD9E58875E6}"/>
              </a:ext>
            </a:extLst>
          </p:cNvPr>
          <p:cNvSpPr/>
          <p:nvPr/>
        </p:nvSpPr>
        <p:spPr>
          <a:xfrm rot="10800000" flipH="1">
            <a:off x="-6085324" y="2504210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884372A2-BC8D-99DF-99D9-2394881FDECB}"/>
              </a:ext>
            </a:extLst>
          </p:cNvPr>
          <p:cNvCxnSpPr>
            <a:cxnSpLocks/>
          </p:cNvCxnSpPr>
          <p:nvPr/>
        </p:nvCxnSpPr>
        <p:spPr>
          <a:xfrm flipH="1">
            <a:off x="-6650415" y="2660622"/>
            <a:ext cx="5737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テキスト プレースホルダー 2">
            <a:extLst>
              <a:ext uri="{FF2B5EF4-FFF2-40B4-BE49-F238E27FC236}">
                <a16:creationId xmlns:a16="http://schemas.microsoft.com/office/drawing/2014/main" id="{B592C2A3-3BBE-183E-C33F-2C1ADD8550DC}"/>
              </a:ext>
            </a:extLst>
          </p:cNvPr>
          <p:cNvSpPr txBox="1">
            <a:spLocks/>
          </p:cNvSpPr>
          <p:nvPr/>
        </p:nvSpPr>
        <p:spPr>
          <a:xfrm flipH="1">
            <a:off x="-4360844" y="445442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38" name="テキスト プレースホルダー 2">
            <a:extLst>
              <a:ext uri="{FF2B5EF4-FFF2-40B4-BE49-F238E27FC236}">
                <a16:creationId xmlns:a16="http://schemas.microsoft.com/office/drawing/2014/main" id="{85FE48C2-1419-92C3-A2B9-A03ACC35E12E}"/>
              </a:ext>
            </a:extLst>
          </p:cNvPr>
          <p:cNvSpPr txBox="1">
            <a:spLocks/>
          </p:cNvSpPr>
          <p:nvPr/>
        </p:nvSpPr>
        <p:spPr>
          <a:xfrm flipH="1">
            <a:off x="-4252177" y="3878477"/>
            <a:ext cx="101049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639" name="テキスト プレースホルダー 2">
            <a:extLst>
              <a:ext uri="{FF2B5EF4-FFF2-40B4-BE49-F238E27FC236}">
                <a16:creationId xmlns:a16="http://schemas.microsoft.com/office/drawing/2014/main" id="{EB25708E-0D5B-DA4D-8048-274C50CBBFDE}"/>
              </a:ext>
            </a:extLst>
          </p:cNvPr>
          <p:cNvSpPr txBox="1">
            <a:spLocks/>
          </p:cNvSpPr>
          <p:nvPr/>
        </p:nvSpPr>
        <p:spPr>
          <a:xfrm flipH="1">
            <a:off x="-2717198" y="3900233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0" name="テキスト プレースホルダー 2">
            <a:extLst>
              <a:ext uri="{FF2B5EF4-FFF2-40B4-BE49-F238E27FC236}">
                <a16:creationId xmlns:a16="http://schemas.microsoft.com/office/drawing/2014/main" id="{1C65DA6F-6C7B-A662-9DA1-86C2BC43427B}"/>
              </a:ext>
            </a:extLst>
          </p:cNvPr>
          <p:cNvSpPr txBox="1">
            <a:spLocks/>
          </p:cNvSpPr>
          <p:nvPr/>
        </p:nvSpPr>
        <p:spPr>
          <a:xfrm flipH="1">
            <a:off x="-4101095" y="1975368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1" name="テキスト プレースホルダー 2">
            <a:extLst>
              <a:ext uri="{FF2B5EF4-FFF2-40B4-BE49-F238E27FC236}">
                <a16:creationId xmlns:a16="http://schemas.microsoft.com/office/drawing/2014/main" id="{985E50A4-7B03-E230-9C57-3EABD660169D}"/>
              </a:ext>
            </a:extLst>
          </p:cNvPr>
          <p:cNvSpPr txBox="1">
            <a:spLocks/>
          </p:cNvSpPr>
          <p:nvPr/>
        </p:nvSpPr>
        <p:spPr>
          <a:xfrm flipH="1">
            <a:off x="-5354441" y="1980263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2" name="テキスト プレースホルダー 2">
            <a:extLst>
              <a:ext uri="{FF2B5EF4-FFF2-40B4-BE49-F238E27FC236}">
                <a16:creationId xmlns:a16="http://schemas.microsoft.com/office/drawing/2014/main" id="{158C18E6-3CB1-462F-08E7-18A888A0FE5E}"/>
              </a:ext>
            </a:extLst>
          </p:cNvPr>
          <p:cNvSpPr txBox="1">
            <a:spLocks/>
          </p:cNvSpPr>
          <p:nvPr/>
        </p:nvSpPr>
        <p:spPr>
          <a:xfrm flipH="1">
            <a:off x="-6369196" y="1980263"/>
            <a:ext cx="1030654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90D4B1CC-59B2-4E82-AE79-831CC3CEB817}"/>
              </a:ext>
            </a:extLst>
          </p:cNvPr>
          <p:cNvSpPr/>
          <p:nvPr/>
        </p:nvSpPr>
        <p:spPr>
          <a:xfrm flipH="1">
            <a:off x="-4547039" y="3146510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4" name="Straight Arrow Connector 643">
            <a:extLst>
              <a:ext uri="{FF2B5EF4-FFF2-40B4-BE49-F238E27FC236}">
                <a16:creationId xmlns:a16="http://schemas.microsoft.com/office/drawing/2014/main" id="{5FD99CB1-21FE-8729-E906-F2CBFD48E7B1}"/>
              </a:ext>
            </a:extLst>
          </p:cNvPr>
          <p:cNvCxnSpPr>
            <a:cxnSpLocks/>
          </p:cNvCxnSpPr>
          <p:nvPr/>
        </p:nvCxnSpPr>
        <p:spPr>
          <a:xfrm flipV="1">
            <a:off x="-4257501" y="3230850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EC4E7A9D-F9C5-D18C-D34F-B12B092E9011}"/>
              </a:ext>
            </a:extLst>
          </p:cNvPr>
          <p:cNvCxnSpPr>
            <a:cxnSpLocks/>
          </p:cNvCxnSpPr>
          <p:nvPr/>
        </p:nvCxnSpPr>
        <p:spPr>
          <a:xfrm flipH="1">
            <a:off x="-4261068" y="271612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645">
            <a:extLst>
              <a:ext uri="{FF2B5EF4-FFF2-40B4-BE49-F238E27FC236}">
                <a16:creationId xmlns:a16="http://schemas.microsoft.com/office/drawing/2014/main" id="{6D0C4D62-993B-E3C5-DDA7-0ECC46174015}"/>
              </a:ext>
            </a:extLst>
          </p:cNvPr>
          <p:cNvCxnSpPr>
            <a:cxnSpLocks/>
          </p:cNvCxnSpPr>
          <p:nvPr/>
        </p:nvCxnSpPr>
        <p:spPr>
          <a:xfrm flipH="1">
            <a:off x="-4377749" y="4062580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646">
            <a:extLst>
              <a:ext uri="{FF2B5EF4-FFF2-40B4-BE49-F238E27FC236}">
                <a16:creationId xmlns:a16="http://schemas.microsoft.com/office/drawing/2014/main" id="{F69ECFCB-7AA1-3521-595B-3D96AB40C781}"/>
              </a:ext>
            </a:extLst>
          </p:cNvPr>
          <p:cNvCxnSpPr/>
          <p:nvPr/>
        </p:nvCxnSpPr>
        <p:spPr>
          <a:xfrm flipH="1">
            <a:off x="-4262435" y="373396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421745D3-0B15-2E7C-1660-A53ECF83F1CD}"/>
              </a:ext>
            </a:extLst>
          </p:cNvPr>
          <p:cNvCxnSpPr>
            <a:cxnSpLocks/>
          </p:cNvCxnSpPr>
          <p:nvPr/>
        </p:nvCxnSpPr>
        <p:spPr>
          <a:xfrm flipH="1">
            <a:off x="-4328240" y="410008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648">
            <a:extLst>
              <a:ext uri="{FF2B5EF4-FFF2-40B4-BE49-F238E27FC236}">
                <a16:creationId xmlns:a16="http://schemas.microsoft.com/office/drawing/2014/main" id="{FA46EE7C-9CA2-D691-54BF-EA8DB76F05F2}"/>
              </a:ext>
            </a:extLst>
          </p:cNvPr>
          <p:cNvCxnSpPr>
            <a:cxnSpLocks/>
          </p:cNvCxnSpPr>
          <p:nvPr/>
        </p:nvCxnSpPr>
        <p:spPr>
          <a:xfrm flipH="1">
            <a:off x="-4293782" y="4137596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649">
            <a:extLst>
              <a:ext uri="{FF2B5EF4-FFF2-40B4-BE49-F238E27FC236}">
                <a16:creationId xmlns:a16="http://schemas.microsoft.com/office/drawing/2014/main" id="{5F0C5E8D-3274-D523-9D2D-BCEA935BE667}"/>
              </a:ext>
            </a:extLst>
          </p:cNvPr>
          <p:cNvCxnSpPr>
            <a:cxnSpLocks/>
          </p:cNvCxnSpPr>
          <p:nvPr/>
        </p:nvCxnSpPr>
        <p:spPr>
          <a:xfrm>
            <a:off x="-7302277" y="3349130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650">
            <a:extLst>
              <a:ext uri="{FF2B5EF4-FFF2-40B4-BE49-F238E27FC236}">
                <a16:creationId xmlns:a16="http://schemas.microsoft.com/office/drawing/2014/main" id="{978C9CCD-8771-DCBD-8D67-339C67655458}"/>
              </a:ext>
            </a:extLst>
          </p:cNvPr>
          <p:cNvCxnSpPr>
            <a:cxnSpLocks/>
          </p:cNvCxnSpPr>
          <p:nvPr/>
        </p:nvCxnSpPr>
        <p:spPr>
          <a:xfrm>
            <a:off x="-7277081" y="5033938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651">
            <a:extLst>
              <a:ext uri="{FF2B5EF4-FFF2-40B4-BE49-F238E27FC236}">
                <a16:creationId xmlns:a16="http://schemas.microsoft.com/office/drawing/2014/main" id="{5CCAD553-476E-8178-A5E1-4092F9684803}"/>
              </a:ext>
            </a:extLst>
          </p:cNvPr>
          <p:cNvCxnSpPr>
            <a:cxnSpLocks/>
          </p:cNvCxnSpPr>
          <p:nvPr/>
        </p:nvCxnSpPr>
        <p:spPr>
          <a:xfrm flipV="1">
            <a:off x="-7278092" y="2017728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B6E7C956-85FE-CC46-D861-56E377B4E479}"/>
              </a:ext>
            </a:extLst>
          </p:cNvPr>
          <p:cNvCxnSpPr>
            <a:cxnSpLocks/>
          </p:cNvCxnSpPr>
          <p:nvPr/>
        </p:nvCxnSpPr>
        <p:spPr>
          <a:xfrm>
            <a:off x="-7302277" y="332920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274FB27D-FE3D-5B43-2E21-8E2A858B97C5}"/>
              </a:ext>
            </a:extLst>
          </p:cNvPr>
          <p:cNvCxnSpPr>
            <a:cxnSpLocks/>
          </p:cNvCxnSpPr>
          <p:nvPr/>
        </p:nvCxnSpPr>
        <p:spPr>
          <a:xfrm>
            <a:off x="-6668105" y="350046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3" name="テキスト プレースホルダー 2">
            <a:extLst>
              <a:ext uri="{FF2B5EF4-FFF2-40B4-BE49-F238E27FC236}">
                <a16:creationId xmlns:a16="http://schemas.microsoft.com/office/drawing/2014/main" id="{8AF9668F-EE5A-1A99-92B4-6185FC8E7E11}"/>
              </a:ext>
            </a:extLst>
          </p:cNvPr>
          <p:cNvSpPr txBox="1">
            <a:spLocks/>
          </p:cNvSpPr>
          <p:nvPr/>
        </p:nvSpPr>
        <p:spPr>
          <a:xfrm>
            <a:off x="-11895263" y="3271006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794" name="テキスト プレースホルダー 2">
            <a:extLst>
              <a:ext uri="{FF2B5EF4-FFF2-40B4-BE49-F238E27FC236}">
                <a16:creationId xmlns:a16="http://schemas.microsoft.com/office/drawing/2014/main" id="{D42C6943-71D3-EE3B-4C10-76D152F53BAC}"/>
              </a:ext>
            </a:extLst>
          </p:cNvPr>
          <p:cNvSpPr txBox="1">
            <a:spLocks/>
          </p:cNvSpPr>
          <p:nvPr/>
        </p:nvSpPr>
        <p:spPr>
          <a:xfrm>
            <a:off x="-5421576" y="3211371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4BE8F4-24E2-3DC6-07C2-31F6EC6175A5}"/>
              </a:ext>
            </a:extLst>
          </p:cNvPr>
          <p:cNvGrpSpPr/>
          <p:nvPr/>
        </p:nvGrpSpPr>
        <p:grpSpPr>
          <a:xfrm>
            <a:off x="635135" y="913678"/>
            <a:ext cx="6490316" cy="2390581"/>
            <a:chOff x="635135" y="913678"/>
            <a:chExt cx="6490316" cy="2390581"/>
          </a:xfrm>
        </p:grpSpPr>
        <p:grpSp>
          <p:nvGrpSpPr>
            <p:cNvPr id="909" name="Group 908">
              <a:extLst>
                <a:ext uri="{FF2B5EF4-FFF2-40B4-BE49-F238E27FC236}">
                  <a16:creationId xmlns:a16="http://schemas.microsoft.com/office/drawing/2014/main" id="{C7035998-0E4A-2DFE-6DFC-D21D44D1E5C6}"/>
                </a:ext>
              </a:extLst>
            </p:cNvPr>
            <p:cNvGrpSpPr/>
            <p:nvPr/>
          </p:nvGrpSpPr>
          <p:grpSpPr>
            <a:xfrm>
              <a:off x="635135" y="1595182"/>
              <a:ext cx="2447948" cy="1233452"/>
              <a:chOff x="-640017" y="6252944"/>
              <a:chExt cx="2447948" cy="1233452"/>
            </a:xfrm>
          </p:grpSpPr>
          <p:sp>
            <p:nvSpPr>
              <p:cNvPr id="787" name="Rectangle 786">
                <a:extLst>
                  <a:ext uri="{FF2B5EF4-FFF2-40B4-BE49-F238E27FC236}">
                    <a16:creationId xmlns:a16="http://schemas.microsoft.com/office/drawing/2014/main" id="{7F5E3C52-3357-136B-C31E-FA612682D347}"/>
                  </a:ext>
                </a:extLst>
              </p:cNvPr>
              <p:cNvSpPr/>
              <p:nvPr/>
            </p:nvSpPr>
            <p:spPr>
              <a:xfrm>
                <a:off x="-640016" y="6252944"/>
                <a:ext cx="2447947" cy="1233452"/>
              </a:xfrm>
              <a:prstGeom prst="rect">
                <a:avLst/>
              </a:prstGeom>
              <a:solidFill>
                <a:srgbClr val="72706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788" name="Rectangle 787">
                <a:extLst>
                  <a:ext uri="{FF2B5EF4-FFF2-40B4-BE49-F238E27FC236}">
                    <a16:creationId xmlns:a16="http://schemas.microsoft.com/office/drawing/2014/main" id="{873DF6F8-6BAE-A9C6-33AF-C7B8D75AF69E}"/>
                  </a:ext>
                </a:extLst>
              </p:cNvPr>
              <p:cNvSpPr/>
              <p:nvPr/>
            </p:nvSpPr>
            <p:spPr>
              <a:xfrm>
                <a:off x="-640017" y="6851607"/>
                <a:ext cx="2447947" cy="3612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grpSp>
            <p:nvGrpSpPr>
              <p:cNvPr id="908" name="Group 907">
                <a:extLst>
                  <a:ext uri="{FF2B5EF4-FFF2-40B4-BE49-F238E27FC236}">
                    <a16:creationId xmlns:a16="http://schemas.microsoft.com/office/drawing/2014/main" id="{4DFF2F6A-F10A-1F56-46C0-0DA77D839A28}"/>
                  </a:ext>
                </a:extLst>
              </p:cNvPr>
              <p:cNvGrpSpPr/>
              <p:nvPr/>
            </p:nvGrpSpPr>
            <p:grpSpPr>
              <a:xfrm>
                <a:off x="-468301" y="6417870"/>
                <a:ext cx="2104517" cy="903600"/>
                <a:chOff x="-464224" y="6412550"/>
                <a:chExt cx="2104517" cy="903600"/>
              </a:xfrm>
            </p:grpSpPr>
            <p:grpSp>
              <p:nvGrpSpPr>
                <p:cNvPr id="878" name="Group 877">
                  <a:extLst>
                    <a:ext uri="{FF2B5EF4-FFF2-40B4-BE49-F238E27FC236}">
                      <a16:creationId xmlns:a16="http://schemas.microsoft.com/office/drawing/2014/main" id="{87AC2A1C-A13C-A38A-0B3F-000C14A5CCC1}"/>
                    </a:ext>
                  </a:extLst>
                </p:cNvPr>
                <p:cNvGrpSpPr/>
                <p:nvPr/>
              </p:nvGrpSpPr>
              <p:grpSpPr>
                <a:xfrm>
                  <a:off x="-464224" y="6412550"/>
                  <a:ext cx="910800" cy="903600"/>
                  <a:chOff x="4781761" y="3434449"/>
                  <a:chExt cx="1320364" cy="1319180"/>
                </a:xfrm>
              </p:grpSpPr>
              <p:sp>
                <p:nvSpPr>
                  <p:cNvPr id="851" name="Rectangle 850">
                    <a:extLst>
                      <a:ext uri="{FF2B5EF4-FFF2-40B4-BE49-F238E27FC236}">
                        <a16:creationId xmlns:a16="http://schemas.microsoft.com/office/drawing/2014/main" id="{9ECA2E64-6FC1-76C2-6462-11468A8E659B}"/>
                      </a:ext>
                    </a:extLst>
                  </p:cNvPr>
                  <p:cNvSpPr/>
                  <p:nvPr/>
                </p:nvSpPr>
                <p:spPr>
                  <a:xfrm>
                    <a:off x="4781762" y="3434450"/>
                    <a:ext cx="1318530" cy="131917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52" name="Rectangle 851">
                    <a:extLst>
                      <a:ext uri="{FF2B5EF4-FFF2-40B4-BE49-F238E27FC236}">
                        <a16:creationId xmlns:a16="http://schemas.microsoft.com/office/drawing/2014/main" id="{D9126761-9F63-CD71-CD53-9C2FE3B42BF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419682" y="2796528"/>
                    <a:ext cx="42690" cy="1318531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53" name="Rectangle 852">
                    <a:extLst>
                      <a:ext uri="{FF2B5EF4-FFF2-40B4-BE49-F238E27FC236}">
                        <a16:creationId xmlns:a16="http://schemas.microsoft.com/office/drawing/2014/main" id="{CFF7A384-E66C-0453-1B74-5B210495F29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421515" y="4073016"/>
                    <a:ext cx="42690" cy="1318531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54" name="Rectangle 853">
                    <a:extLst>
                      <a:ext uri="{FF2B5EF4-FFF2-40B4-BE49-F238E27FC236}">
                        <a16:creationId xmlns:a16="http://schemas.microsoft.com/office/drawing/2014/main" id="{F50D6175-38C1-4E41-0174-DD4CD8B4399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3077921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55" name="フローチャート: 和接合 16">
                    <a:extLst>
                      <a:ext uri="{FF2B5EF4-FFF2-40B4-BE49-F238E27FC236}">
                        <a16:creationId xmlns:a16="http://schemas.microsoft.com/office/drawing/2014/main" id="{3D6FC346-3FDF-D0F4-5A1B-9AEBF3B7C24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3665101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56" name="Rectangle 855">
                    <a:extLst>
                      <a:ext uri="{FF2B5EF4-FFF2-40B4-BE49-F238E27FC236}">
                        <a16:creationId xmlns:a16="http://schemas.microsoft.com/office/drawing/2014/main" id="{9FE44AC1-7EDE-295C-5B3F-2CB98E3D1C3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2919101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857" name="Group 856">
                    <a:extLst>
                      <a:ext uri="{FF2B5EF4-FFF2-40B4-BE49-F238E27FC236}">
                        <a16:creationId xmlns:a16="http://schemas.microsoft.com/office/drawing/2014/main" id="{F388BEFD-C4E7-6F38-EFED-25853BE303A0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3507419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858" name="楕円 300">
                      <a:extLst>
                        <a:ext uri="{FF2B5EF4-FFF2-40B4-BE49-F238E27FC236}">
                          <a16:creationId xmlns:a16="http://schemas.microsoft.com/office/drawing/2014/main" id="{1643F4DA-B767-677A-8F32-5984DD9AFE53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59" name="楕円 301">
                      <a:extLst>
                        <a:ext uri="{FF2B5EF4-FFF2-40B4-BE49-F238E27FC236}">
                          <a16:creationId xmlns:a16="http://schemas.microsoft.com/office/drawing/2014/main" id="{E5EE501E-90FE-A921-E6FD-B470B9E90939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860" name="Rectangle 859">
                    <a:extLst>
                      <a:ext uri="{FF2B5EF4-FFF2-40B4-BE49-F238E27FC236}">
                        <a16:creationId xmlns:a16="http://schemas.microsoft.com/office/drawing/2014/main" id="{C576B5F9-F3D8-E4B8-309D-F26BC47F53D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3396323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61" name="フローチャート: 和接合 16">
                    <a:extLst>
                      <a:ext uri="{FF2B5EF4-FFF2-40B4-BE49-F238E27FC236}">
                        <a16:creationId xmlns:a16="http://schemas.microsoft.com/office/drawing/2014/main" id="{4C80E5E1-E4AA-5BA0-1CF3-43BD55E9027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3983503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62" name="Rectangle 861">
                    <a:extLst>
                      <a:ext uri="{FF2B5EF4-FFF2-40B4-BE49-F238E27FC236}">
                        <a16:creationId xmlns:a16="http://schemas.microsoft.com/office/drawing/2014/main" id="{A625542F-9BE1-ED79-8124-0EC88FE9190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3237503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863" name="Group 862">
                    <a:extLst>
                      <a:ext uri="{FF2B5EF4-FFF2-40B4-BE49-F238E27FC236}">
                        <a16:creationId xmlns:a16="http://schemas.microsoft.com/office/drawing/2014/main" id="{3A761EB8-0251-655E-A98B-C87690810886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3825821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864" name="楕円 300">
                      <a:extLst>
                        <a:ext uri="{FF2B5EF4-FFF2-40B4-BE49-F238E27FC236}">
                          <a16:creationId xmlns:a16="http://schemas.microsoft.com/office/drawing/2014/main" id="{626AF9F3-B939-9FBE-5421-2D3080E1669F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65" name="楕円 301">
                      <a:extLst>
                        <a:ext uri="{FF2B5EF4-FFF2-40B4-BE49-F238E27FC236}">
                          <a16:creationId xmlns:a16="http://schemas.microsoft.com/office/drawing/2014/main" id="{DEDD59BB-D0CD-F39F-6B35-831E989F9A71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866" name="Rectangle 865">
                    <a:extLst>
                      <a:ext uri="{FF2B5EF4-FFF2-40B4-BE49-F238E27FC236}">
                        <a16:creationId xmlns:a16="http://schemas.microsoft.com/office/drawing/2014/main" id="{D4578FD5-D8BA-B9BF-5118-82DABA116B8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3714725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67" name="フローチャート: 和接合 16">
                    <a:extLst>
                      <a:ext uri="{FF2B5EF4-FFF2-40B4-BE49-F238E27FC236}">
                        <a16:creationId xmlns:a16="http://schemas.microsoft.com/office/drawing/2014/main" id="{B48D7110-D5DF-8DE3-9782-D90BE56D94A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4301905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68" name="Rectangle 867">
                    <a:extLst>
                      <a:ext uri="{FF2B5EF4-FFF2-40B4-BE49-F238E27FC236}">
                        <a16:creationId xmlns:a16="http://schemas.microsoft.com/office/drawing/2014/main" id="{5674324A-F615-EEB7-ADD9-58FAC712324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3555905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869" name="Group 868">
                    <a:extLst>
                      <a:ext uri="{FF2B5EF4-FFF2-40B4-BE49-F238E27FC236}">
                        <a16:creationId xmlns:a16="http://schemas.microsoft.com/office/drawing/2014/main" id="{1BC1F527-2A8B-BA0D-799A-FE96B095FBE8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4144223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870" name="楕円 300">
                      <a:extLst>
                        <a:ext uri="{FF2B5EF4-FFF2-40B4-BE49-F238E27FC236}">
                          <a16:creationId xmlns:a16="http://schemas.microsoft.com/office/drawing/2014/main" id="{6AF603D3-AC96-7D6E-46D8-1BE5D44B25E6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71" name="楕円 301">
                      <a:extLst>
                        <a:ext uri="{FF2B5EF4-FFF2-40B4-BE49-F238E27FC236}">
                          <a16:creationId xmlns:a16="http://schemas.microsoft.com/office/drawing/2014/main" id="{D89F131F-8AB5-12A5-E247-499739D135A7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872" name="Rectangle 871">
                    <a:extLst>
                      <a:ext uri="{FF2B5EF4-FFF2-40B4-BE49-F238E27FC236}">
                        <a16:creationId xmlns:a16="http://schemas.microsoft.com/office/drawing/2014/main" id="{B5FA387F-4CFB-2946-88BD-A8376CFE842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4033129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73" name="フローチャート: 和接合 16">
                    <a:extLst>
                      <a:ext uri="{FF2B5EF4-FFF2-40B4-BE49-F238E27FC236}">
                        <a16:creationId xmlns:a16="http://schemas.microsoft.com/office/drawing/2014/main" id="{730E57B8-F3D3-B001-8B7F-02B487C6B24D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4620309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74" name="Rectangle 873">
                    <a:extLst>
                      <a:ext uri="{FF2B5EF4-FFF2-40B4-BE49-F238E27FC236}">
                        <a16:creationId xmlns:a16="http://schemas.microsoft.com/office/drawing/2014/main" id="{A7DEBF1D-DEE9-C719-37B4-9DB7683ACA5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3874307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875" name="Group 874">
                    <a:extLst>
                      <a:ext uri="{FF2B5EF4-FFF2-40B4-BE49-F238E27FC236}">
                        <a16:creationId xmlns:a16="http://schemas.microsoft.com/office/drawing/2014/main" id="{8C4861FD-B0F3-9318-8ECF-D5ABAAF89529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4462625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876" name="楕円 300">
                      <a:extLst>
                        <a:ext uri="{FF2B5EF4-FFF2-40B4-BE49-F238E27FC236}">
                          <a16:creationId xmlns:a16="http://schemas.microsoft.com/office/drawing/2014/main" id="{A860B7F8-66B5-3749-14DD-CDB4AB877980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77" name="楕円 301">
                      <a:extLst>
                        <a:ext uri="{FF2B5EF4-FFF2-40B4-BE49-F238E27FC236}">
                          <a16:creationId xmlns:a16="http://schemas.microsoft.com/office/drawing/2014/main" id="{48CBAA27-7727-89B3-52C2-F443DE2EDE6C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  <p:grpSp>
              <p:nvGrpSpPr>
                <p:cNvPr id="880" name="Group 879">
                  <a:extLst>
                    <a:ext uri="{FF2B5EF4-FFF2-40B4-BE49-F238E27FC236}">
                      <a16:creationId xmlns:a16="http://schemas.microsoft.com/office/drawing/2014/main" id="{03B2FDF8-F98D-7A8B-67DC-18BEC22A6819}"/>
                    </a:ext>
                  </a:extLst>
                </p:cNvPr>
                <p:cNvGrpSpPr/>
                <p:nvPr/>
              </p:nvGrpSpPr>
              <p:grpSpPr>
                <a:xfrm>
                  <a:off x="729493" y="6412550"/>
                  <a:ext cx="910800" cy="903600"/>
                  <a:chOff x="4781761" y="3434449"/>
                  <a:chExt cx="1320364" cy="1319180"/>
                </a:xfrm>
              </p:grpSpPr>
              <p:sp>
                <p:nvSpPr>
                  <p:cNvPr id="881" name="Rectangle 880">
                    <a:extLst>
                      <a:ext uri="{FF2B5EF4-FFF2-40B4-BE49-F238E27FC236}">
                        <a16:creationId xmlns:a16="http://schemas.microsoft.com/office/drawing/2014/main" id="{EA27DCF2-2D8F-49BA-A7F3-581C599CF290}"/>
                      </a:ext>
                    </a:extLst>
                  </p:cNvPr>
                  <p:cNvSpPr/>
                  <p:nvPr/>
                </p:nvSpPr>
                <p:spPr>
                  <a:xfrm>
                    <a:off x="4781762" y="3434450"/>
                    <a:ext cx="1318530" cy="131917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82" name="Rectangle 881">
                    <a:extLst>
                      <a:ext uri="{FF2B5EF4-FFF2-40B4-BE49-F238E27FC236}">
                        <a16:creationId xmlns:a16="http://schemas.microsoft.com/office/drawing/2014/main" id="{C3942430-0899-29C3-D112-878CC3BDB76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419682" y="2796528"/>
                    <a:ext cx="42690" cy="1318531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83" name="Rectangle 882">
                    <a:extLst>
                      <a:ext uri="{FF2B5EF4-FFF2-40B4-BE49-F238E27FC236}">
                        <a16:creationId xmlns:a16="http://schemas.microsoft.com/office/drawing/2014/main" id="{D1641AC8-8CA6-FDBE-427A-7E683AB6117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421515" y="4073016"/>
                    <a:ext cx="42690" cy="1318531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84" name="Rectangle 883">
                    <a:extLst>
                      <a:ext uri="{FF2B5EF4-FFF2-40B4-BE49-F238E27FC236}">
                        <a16:creationId xmlns:a16="http://schemas.microsoft.com/office/drawing/2014/main" id="{8879E914-E34A-57C7-F49A-8C9A36B4B1E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3077921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85" name="フローチャート: 和接合 16">
                    <a:extLst>
                      <a:ext uri="{FF2B5EF4-FFF2-40B4-BE49-F238E27FC236}">
                        <a16:creationId xmlns:a16="http://schemas.microsoft.com/office/drawing/2014/main" id="{FC61F6B8-4E8A-5CF7-1390-DDB5C96C1A7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3665101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86" name="Rectangle 885">
                    <a:extLst>
                      <a:ext uri="{FF2B5EF4-FFF2-40B4-BE49-F238E27FC236}">
                        <a16:creationId xmlns:a16="http://schemas.microsoft.com/office/drawing/2014/main" id="{296502E6-97DA-608D-5F2E-487DA416573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2919101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887" name="Group 886">
                    <a:extLst>
                      <a:ext uri="{FF2B5EF4-FFF2-40B4-BE49-F238E27FC236}">
                        <a16:creationId xmlns:a16="http://schemas.microsoft.com/office/drawing/2014/main" id="{B0DE00D5-A841-BC8F-BCAF-CF3102F89B0A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3507419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906" name="楕円 300">
                      <a:extLst>
                        <a:ext uri="{FF2B5EF4-FFF2-40B4-BE49-F238E27FC236}">
                          <a16:creationId xmlns:a16="http://schemas.microsoft.com/office/drawing/2014/main" id="{7C434F68-6840-5FAE-9E3F-33149E010258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907" name="楕円 301">
                      <a:extLst>
                        <a:ext uri="{FF2B5EF4-FFF2-40B4-BE49-F238E27FC236}">
                          <a16:creationId xmlns:a16="http://schemas.microsoft.com/office/drawing/2014/main" id="{48056D42-0F45-11CD-C422-341AC49933B4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888" name="Rectangle 887">
                    <a:extLst>
                      <a:ext uri="{FF2B5EF4-FFF2-40B4-BE49-F238E27FC236}">
                        <a16:creationId xmlns:a16="http://schemas.microsoft.com/office/drawing/2014/main" id="{8AF52DCF-8CE1-CFCD-0ECA-DD0BB1D6308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3396323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89" name="フローチャート: 和接合 16">
                    <a:extLst>
                      <a:ext uri="{FF2B5EF4-FFF2-40B4-BE49-F238E27FC236}">
                        <a16:creationId xmlns:a16="http://schemas.microsoft.com/office/drawing/2014/main" id="{D1C7E6C0-1F33-FAB9-A702-D15A29DACEA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3983503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90" name="Rectangle 889">
                    <a:extLst>
                      <a:ext uri="{FF2B5EF4-FFF2-40B4-BE49-F238E27FC236}">
                        <a16:creationId xmlns:a16="http://schemas.microsoft.com/office/drawing/2014/main" id="{77EF93B0-2FF1-7E5C-68A3-498DB72BAAF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3237503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891" name="Group 890">
                    <a:extLst>
                      <a:ext uri="{FF2B5EF4-FFF2-40B4-BE49-F238E27FC236}">
                        <a16:creationId xmlns:a16="http://schemas.microsoft.com/office/drawing/2014/main" id="{CF1E37E7-5590-6385-C4E4-02ECEC79978F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3825821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904" name="楕円 300">
                      <a:extLst>
                        <a:ext uri="{FF2B5EF4-FFF2-40B4-BE49-F238E27FC236}">
                          <a16:creationId xmlns:a16="http://schemas.microsoft.com/office/drawing/2014/main" id="{418BC54E-C7DC-999E-5F0A-EE483BDCA48B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905" name="楕円 301">
                      <a:extLst>
                        <a:ext uri="{FF2B5EF4-FFF2-40B4-BE49-F238E27FC236}">
                          <a16:creationId xmlns:a16="http://schemas.microsoft.com/office/drawing/2014/main" id="{7642E0B7-3BA0-9620-7009-064C35AD6760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892" name="Rectangle 891">
                    <a:extLst>
                      <a:ext uri="{FF2B5EF4-FFF2-40B4-BE49-F238E27FC236}">
                        <a16:creationId xmlns:a16="http://schemas.microsoft.com/office/drawing/2014/main" id="{272444D7-9F2E-9DAD-1BB6-27C93C5A08F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3714725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93" name="フローチャート: 和接合 16">
                    <a:extLst>
                      <a:ext uri="{FF2B5EF4-FFF2-40B4-BE49-F238E27FC236}">
                        <a16:creationId xmlns:a16="http://schemas.microsoft.com/office/drawing/2014/main" id="{3A6F503E-2474-074F-ACCE-AE5DB27EAF23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4301905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94" name="Rectangle 893">
                    <a:extLst>
                      <a:ext uri="{FF2B5EF4-FFF2-40B4-BE49-F238E27FC236}">
                        <a16:creationId xmlns:a16="http://schemas.microsoft.com/office/drawing/2014/main" id="{FAE1A7E0-B64C-5AA3-3F25-BEB69E8093F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3555905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895" name="Group 894">
                    <a:extLst>
                      <a:ext uri="{FF2B5EF4-FFF2-40B4-BE49-F238E27FC236}">
                        <a16:creationId xmlns:a16="http://schemas.microsoft.com/office/drawing/2014/main" id="{40B5E098-F956-D3C4-B8A2-F1EEE102B139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4144223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902" name="楕円 300">
                      <a:extLst>
                        <a:ext uri="{FF2B5EF4-FFF2-40B4-BE49-F238E27FC236}">
                          <a16:creationId xmlns:a16="http://schemas.microsoft.com/office/drawing/2014/main" id="{405698E2-EA16-7348-F83D-F47CBD7A1CB2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903" name="楕円 301">
                      <a:extLst>
                        <a:ext uri="{FF2B5EF4-FFF2-40B4-BE49-F238E27FC236}">
                          <a16:creationId xmlns:a16="http://schemas.microsoft.com/office/drawing/2014/main" id="{5A33470C-BA4D-8F08-CBF4-CD8ACE3746BA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896" name="Rectangle 895">
                    <a:extLst>
                      <a:ext uri="{FF2B5EF4-FFF2-40B4-BE49-F238E27FC236}">
                        <a16:creationId xmlns:a16="http://schemas.microsoft.com/office/drawing/2014/main" id="{A0015903-2301-5CC9-E7AE-E5B5043C446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4033129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97" name="フローチャート: 和接合 16">
                    <a:extLst>
                      <a:ext uri="{FF2B5EF4-FFF2-40B4-BE49-F238E27FC236}">
                        <a16:creationId xmlns:a16="http://schemas.microsoft.com/office/drawing/2014/main" id="{01522FD0-73C3-4396-96DA-050798AEDE8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4620309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98" name="Rectangle 897">
                    <a:extLst>
                      <a:ext uri="{FF2B5EF4-FFF2-40B4-BE49-F238E27FC236}">
                        <a16:creationId xmlns:a16="http://schemas.microsoft.com/office/drawing/2014/main" id="{234C66B2-B51B-660B-B687-544F34F87C2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3874307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899" name="Group 898">
                    <a:extLst>
                      <a:ext uri="{FF2B5EF4-FFF2-40B4-BE49-F238E27FC236}">
                        <a16:creationId xmlns:a16="http://schemas.microsoft.com/office/drawing/2014/main" id="{0C579FFB-E58F-192D-FDEF-0C7AEC959D14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4462625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900" name="楕円 300">
                      <a:extLst>
                        <a:ext uri="{FF2B5EF4-FFF2-40B4-BE49-F238E27FC236}">
                          <a16:creationId xmlns:a16="http://schemas.microsoft.com/office/drawing/2014/main" id="{EF7991F8-06B3-425C-7C7B-519B6AEA5A95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901" name="楕円 301">
                      <a:extLst>
                        <a:ext uri="{FF2B5EF4-FFF2-40B4-BE49-F238E27FC236}">
                          <a16:creationId xmlns:a16="http://schemas.microsoft.com/office/drawing/2014/main" id="{A12A09CA-6633-8230-308C-67EC231ED275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</p:grpSp>
        </p:grpSp>
        <p:cxnSp>
          <p:nvCxnSpPr>
            <p:cNvPr id="387" name="Straight Arrow Connector 386">
              <a:extLst>
                <a:ext uri="{FF2B5EF4-FFF2-40B4-BE49-F238E27FC236}">
                  <a16:creationId xmlns:a16="http://schemas.microsoft.com/office/drawing/2014/main" id="{FD1286FA-327D-88BB-EB8F-91FA7798BE31}"/>
                </a:ext>
              </a:extLst>
            </p:cNvPr>
            <p:cNvCxnSpPr>
              <a:cxnSpLocks/>
            </p:cNvCxnSpPr>
            <p:nvPr/>
          </p:nvCxnSpPr>
          <p:spPr>
            <a:xfrm>
              <a:off x="4061460" y="1685850"/>
              <a:ext cx="0" cy="1205511"/>
            </a:xfrm>
            <a:prstGeom prst="straightConnector1">
              <a:avLst/>
            </a:prstGeom>
            <a:ln w="38100">
              <a:solidFill>
                <a:srgbClr val="1F4E7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4" name="Group 913">
              <a:extLst>
                <a:ext uri="{FF2B5EF4-FFF2-40B4-BE49-F238E27FC236}">
                  <a16:creationId xmlns:a16="http://schemas.microsoft.com/office/drawing/2014/main" id="{71583940-E589-9CE8-F6C9-0AB25B4E2D21}"/>
                </a:ext>
              </a:extLst>
            </p:cNvPr>
            <p:cNvGrpSpPr/>
            <p:nvPr/>
          </p:nvGrpSpPr>
          <p:grpSpPr>
            <a:xfrm>
              <a:off x="4304402" y="1365316"/>
              <a:ext cx="2821049" cy="1584047"/>
              <a:chOff x="4304402" y="1365316"/>
              <a:chExt cx="2821049" cy="1584047"/>
            </a:xfrm>
          </p:grpSpPr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FB897D9F-25B1-D813-48B6-91EC2E1CE1DE}"/>
                  </a:ext>
                </a:extLst>
              </p:cNvPr>
              <p:cNvSpPr/>
              <p:nvPr/>
            </p:nvSpPr>
            <p:spPr>
              <a:xfrm>
                <a:off x="4307196" y="2609621"/>
                <a:ext cx="2818254" cy="33974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solidFill>
                    <a:schemeClr val="tx1"/>
                  </a:solidFill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4" name="Rectangle 373">
                <a:extLst>
                  <a:ext uri="{FF2B5EF4-FFF2-40B4-BE49-F238E27FC236}">
                    <a16:creationId xmlns:a16="http://schemas.microsoft.com/office/drawing/2014/main" id="{439CC80B-2C00-8932-13EE-464A186325AB}"/>
                  </a:ext>
                </a:extLst>
              </p:cNvPr>
              <p:cNvSpPr/>
              <p:nvPr/>
            </p:nvSpPr>
            <p:spPr>
              <a:xfrm rot="5400000">
                <a:off x="5552314" y="936934"/>
                <a:ext cx="328015" cy="2818255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44A16EDB-579D-93EE-659A-C8E1B80B3700}"/>
                  </a:ext>
                </a:extLst>
              </p:cNvPr>
              <p:cNvSpPr/>
              <p:nvPr/>
            </p:nvSpPr>
            <p:spPr>
              <a:xfrm rot="5400000">
                <a:off x="5663954" y="1149210"/>
                <a:ext cx="104736" cy="281825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C1EC05D4-AEA2-44D5-0255-C8BEA98B1DE5}"/>
                  </a:ext>
                </a:extLst>
              </p:cNvPr>
              <p:cNvSpPr/>
              <p:nvPr/>
            </p:nvSpPr>
            <p:spPr>
              <a:xfrm rot="5400000">
                <a:off x="5552315" y="529233"/>
                <a:ext cx="328015" cy="2818257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600D59D6-41D6-AC66-C36B-790F0F31DA6E}"/>
                  </a:ext>
                </a:extLst>
              </p:cNvPr>
              <p:cNvSpPr/>
              <p:nvPr/>
            </p:nvSpPr>
            <p:spPr>
              <a:xfrm rot="5400000">
                <a:off x="5549523" y="120195"/>
                <a:ext cx="328015" cy="2818257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378" name="Picture 377">
                <a:extLst>
                  <a:ext uri="{FF2B5EF4-FFF2-40B4-BE49-F238E27FC236}">
                    <a16:creationId xmlns:a16="http://schemas.microsoft.com/office/drawing/2014/main" id="{AEE91126-47EF-3CE2-DE1A-7E5743D5B5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35637" y="1943522"/>
                <a:ext cx="95238" cy="414286"/>
              </a:xfrm>
              <a:prstGeom prst="rect">
                <a:avLst/>
              </a:prstGeom>
              <a:effectLst>
                <a:glow rad="101600">
                  <a:schemeClr val="bg1">
                    <a:alpha val="60000"/>
                  </a:schemeClr>
                </a:glow>
              </a:effectLst>
            </p:spPr>
          </p:pic>
          <p:pic>
            <p:nvPicPr>
              <p:cNvPr id="379" name="Picture 378">
                <a:extLst>
                  <a:ext uri="{FF2B5EF4-FFF2-40B4-BE49-F238E27FC236}">
                    <a16:creationId xmlns:a16="http://schemas.microsoft.com/office/drawing/2014/main" id="{93E2E957-DB87-A71F-2F8E-785F830BFE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38637" y="1510907"/>
                <a:ext cx="95238" cy="414286"/>
              </a:xfrm>
              <a:prstGeom prst="rect">
                <a:avLst/>
              </a:prstGeom>
              <a:effectLst>
                <a:glow rad="101600">
                  <a:schemeClr val="bg1">
                    <a:alpha val="60000"/>
                  </a:schemeClr>
                </a:glow>
              </a:effectLst>
            </p:spPr>
          </p:pic>
          <p:cxnSp>
            <p:nvCxnSpPr>
              <p:cNvPr id="386" name="Straight Connector 385">
                <a:extLst>
                  <a:ext uri="{FF2B5EF4-FFF2-40B4-BE49-F238E27FC236}">
                    <a16:creationId xmlns:a16="http://schemas.microsoft.com/office/drawing/2014/main" id="{68C48AA9-5D0C-D505-B3EF-95B5D161A7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3988" y="1624565"/>
                <a:ext cx="0" cy="533036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  <a:effectLst>
                <a:glow rad="63500">
                  <a:schemeClr val="bg1"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0F99FD83-9DAD-828F-8AC8-FC8FEC1F1F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3988" y="2196275"/>
                <a:ext cx="0" cy="530994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  <a:effectLst>
                <a:glow rad="63500">
                  <a:schemeClr val="bg1"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90" name="Picture 389">
                <a:extLst>
                  <a:ext uri="{FF2B5EF4-FFF2-40B4-BE49-F238E27FC236}">
                    <a16:creationId xmlns:a16="http://schemas.microsoft.com/office/drawing/2014/main" id="{3AAED45D-3D12-54FC-37E5-F15FD0FAEB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35637" y="2376137"/>
                <a:ext cx="95238" cy="414286"/>
              </a:xfrm>
              <a:prstGeom prst="rect">
                <a:avLst/>
              </a:prstGeom>
              <a:effectLst>
                <a:glow rad="101600">
                  <a:schemeClr val="bg1">
                    <a:alpha val="60000"/>
                  </a:schemeClr>
                </a:glow>
              </a:effectLst>
            </p:spPr>
          </p:pic>
        </p:grpSp>
        <p:sp>
          <p:nvSpPr>
            <p:cNvPr id="391" name="テキスト プレースホルダー 2">
              <a:extLst>
                <a:ext uri="{FF2B5EF4-FFF2-40B4-BE49-F238E27FC236}">
                  <a16:creationId xmlns:a16="http://schemas.microsoft.com/office/drawing/2014/main" id="{4D9B0CF0-F849-4CB0-3AAB-653FA5720F87}"/>
                </a:ext>
              </a:extLst>
            </p:cNvPr>
            <p:cNvSpPr txBox="1">
              <a:spLocks/>
            </p:cNvSpPr>
            <p:nvPr/>
          </p:nvSpPr>
          <p:spPr>
            <a:xfrm rot="5400000">
              <a:off x="3089705" y="1974444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High </a:t>
              </a:r>
              <a:r>
                <a:rPr kumimoji="1" lang="en-US" altLang="ja-JP" sz="1600" b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1600" b="1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TH</a:t>
              </a:r>
              <a:endParaRPr kumimoji="1" lang="en-US" altLang="ja-JP" sz="1600" b="1" u="sng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396" name="テキスト プレースホルダー 2">
              <a:extLst>
                <a:ext uri="{FF2B5EF4-FFF2-40B4-BE49-F238E27FC236}">
                  <a16:creationId xmlns:a16="http://schemas.microsoft.com/office/drawing/2014/main" id="{37179D3C-4F74-B31B-12A0-4657E6C285B5}"/>
                </a:ext>
              </a:extLst>
            </p:cNvPr>
            <p:cNvSpPr txBox="1">
              <a:spLocks/>
            </p:cNvSpPr>
            <p:nvPr/>
          </p:nvSpPr>
          <p:spPr>
            <a:xfrm>
              <a:off x="3351671" y="1413865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2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inside</a:t>
              </a:r>
              <a:endParaRPr kumimoji="1" lang="en-US" altLang="ja-JP" sz="1200" b="1" u="sng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397" name="テキスト プレースホルダー 2">
              <a:extLst>
                <a:ext uri="{FF2B5EF4-FFF2-40B4-BE49-F238E27FC236}">
                  <a16:creationId xmlns:a16="http://schemas.microsoft.com/office/drawing/2014/main" id="{186E93E4-6C4E-7711-BE7E-15A88910DE01}"/>
                </a:ext>
              </a:extLst>
            </p:cNvPr>
            <p:cNvSpPr txBox="1">
              <a:spLocks/>
            </p:cNvSpPr>
            <p:nvPr/>
          </p:nvSpPr>
          <p:spPr>
            <a:xfrm>
              <a:off x="3323021" y="2943809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2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ambient</a:t>
              </a:r>
              <a:endParaRPr kumimoji="1" lang="en-US" altLang="ja-JP" sz="1200" b="1" u="sng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pic>
          <p:nvPicPr>
            <p:cNvPr id="406" name="Picture 405">
              <a:extLst>
                <a:ext uri="{FF2B5EF4-FFF2-40B4-BE49-F238E27FC236}">
                  <a16:creationId xmlns:a16="http://schemas.microsoft.com/office/drawing/2014/main" id="{95F69D11-FF83-06FE-997A-28AD12C02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-13959" t="-15406" r="13959" b="15406"/>
            <a:stretch/>
          </p:blipFill>
          <p:spPr>
            <a:xfrm rot="14400000">
              <a:off x="2864003" y="912211"/>
              <a:ext cx="683609" cy="686543"/>
            </a:xfrm>
            <a:prstGeom prst="ellipse">
              <a:avLst/>
            </a:prstGeom>
            <a:ln w="50800" cap="rnd">
              <a:solidFill>
                <a:srgbClr val="C8C6BD"/>
              </a:solidFill>
              <a:prstDash val="solid"/>
            </a:ln>
            <a:effectLst/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extrusionClr>
                <a:srgbClr val="000000"/>
              </a:extrusionClr>
            </a:sp3d>
          </p:spPr>
        </p:pic>
        <p:sp>
          <p:nvSpPr>
            <p:cNvPr id="910" name="Rectangle 909">
              <a:extLst>
                <a:ext uri="{FF2B5EF4-FFF2-40B4-BE49-F238E27FC236}">
                  <a16:creationId xmlns:a16="http://schemas.microsoft.com/office/drawing/2014/main" id="{354D6C23-E529-9EA6-4771-7F0EEF890F3A}"/>
                </a:ext>
              </a:extLst>
            </p:cNvPr>
            <p:cNvSpPr/>
            <p:nvPr/>
          </p:nvSpPr>
          <p:spPr>
            <a:xfrm>
              <a:off x="1877036" y="2215952"/>
              <a:ext cx="1141661" cy="535307"/>
            </a:xfrm>
            <a:prstGeom prst="rect">
              <a:avLst/>
            </a:prstGeom>
            <a:noFill/>
            <a:effectLst>
              <a:glow rad="1397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083EF29-D634-61BE-3DAE-C06C6906E04D}"/>
              </a:ext>
            </a:extLst>
          </p:cNvPr>
          <p:cNvGrpSpPr/>
          <p:nvPr/>
        </p:nvGrpSpPr>
        <p:grpSpPr>
          <a:xfrm>
            <a:off x="641093" y="4270593"/>
            <a:ext cx="6484358" cy="2289513"/>
            <a:chOff x="641093" y="4844426"/>
            <a:chExt cx="6484358" cy="2289513"/>
          </a:xfrm>
        </p:grpSpPr>
        <p:grpSp>
          <p:nvGrpSpPr>
            <p:cNvPr id="492" name="Group 491">
              <a:extLst>
                <a:ext uri="{FF2B5EF4-FFF2-40B4-BE49-F238E27FC236}">
                  <a16:creationId xmlns:a16="http://schemas.microsoft.com/office/drawing/2014/main" id="{33E0461A-B330-E788-A1DE-7DAB2E4EF50C}"/>
                </a:ext>
              </a:extLst>
            </p:cNvPr>
            <p:cNvGrpSpPr/>
            <p:nvPr/>
          </p:nvGrpSpPr>
          <p:grpSpPr>
            <a:xfrm>
              <a:off x="641093" y="5540038"/>
              <a:ext cx="2447948" cy="1233452"/>
              <a:chOff x="3747245" y="5034265"/>
              <a:chExt cx="3097925" cy="1560957"/>
            </a:xfrm>
          </p:grpSpPr>
          <p:sp>
            <p:nvSpPr>
              <p:cNvPr id="656" name="Rectangle 655">
                <a:extLst>
                  <a:ext uri="{FF2B5EF4-FFF2-40B4-BE49-F238E27FC236}">
                    <a16:creationId xmlns:a16="http://schemas.microsoft.com/office/drawing/2014/main" id="{A85CB7E5-A0FE-269C-6476-DD1F35B7AF6A}"/>
                  </a:ext>
                </a:extLst>
              </p:cNvPr>
              <p:cNvSpPr/>
              <p:nvPr/>
            </p:nvSpPr>
            <p:spPr>
              <a:xfrm>
                <a:off x="3747246" y="5034265"/>
                <a:ext cx="3097924" cy="1560957"/>
              </a:xfrm>
              <a:prstGeom prst="rect">
                <a:avLst/>
              </a:prstGeom>
              <a:solidFill>
                <a:srgbClr val="72706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657" name="Rectangle 656">
                <a:extLst>
                  <a:ext uri="{FF2B5EF4-FFF2-40B4-BE49-F238E27FC236}">
                    <a16:creationId xmlns:a16="http://schemas.microsoft.com/office/drawing/2014/main" id="{184D523B-CDCD-06E7-76F3-672E87B5BFAC}"/>
                  </a:ext>
                </a:extLst>
              </p:cNvPr>
              <p:cNvSpPr/>
              <p:nvPr/>
            </p:nvSpPr>
            <p:spPr>
              <a:xfrm>
                <a:off x="3747245" y="5791884"/>
                <a:ext cx="3097924" cy="4571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grpSp>
            <p:nvGrpSpPr>
              <p:cNvPr id="658" name="Group 657">
                <a:extLst>
                  <a:ext uri="{FF2B5EF4-FFF2-40B4-BE49-F238E27FC236}">
                    <a16:creationId xmlns:a16="http://schemas.microsoft.com/office/drawing/2014/main" id="{1FA765AF-DCE8-F183-1F45-FD56D7C36C49}"/>
                  </a:ext>
                </a:extLst>
              </p:cNvPr>
              <p:cNvGrpSpPr/>
              <p:nvPr/>
            </p:nvGrpSpPr>
            <p:grpSpPr>
              <a:xfrm flipH="1">
                <a:off x="3969715" y="5239449"/>
                <a:ext cx="1151411" cy="1142317"/>
                <a:chOff x="6978166" y="2617955"/>
                <a:chExt cx="1320364" cy="1319180"/>
              </a:xfrm>
            </p:grpSpPr>
            <p:sp>
              <p:nvSpPr>
                <p:cNvPr id="691" name="Rectangle 690">
                  <a:extLst>
                    <a:ext uri="{FF2B5EF4-FFF2-40B4-BE49-F238E27FC236}">
                      <a16:creationId xmlns:a16="http://schemas.microsoft.com/office/drawing/2014/main" id="{7AF8C85E-9953-55F7-5F69-F812BDB233F5}"/>
                    </a:ext>
                  </a:extLst>
                </p:cNvPr>
                <p:cNvSpPr/>
                <p:nvPr/>
              </p:nvSpPr>
              <p:spPr>
                <a:xfrm>
                  <a:off x="6978167" y="2617956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2" name="Rectangle 691">
                  <a:extLst>
                    <a:ext uri="{FF2B5EF4-FFF2-40B4-BE49-F238E27FC236}">
                      <a16:creationId xmlns:a16="http://schemas.microsoft.com/office/drawing/2014/main" id="{F3CBAEE3-8F36-1AFF-A30F-B2114ECD54D4}"/>
                    </a:ext>
                  </a:extLst>
                </p:cNvPr>
                <p:cNvSpPr/>
                <p:nvPr/>
              </p:nvSpPr>
              <p:spPr>
                <a:xfrm rot="5400000">
                  <a:off x="7616087" y="1980034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3" name="Rectangle 692">
                  <a:extLst>
                    <a:ext uri="{FF2B5EF4-FFF2-40B4-BE49-F238E27FC236}">
                      <a16:creationId xmlns:a16="http://schemas.microsoft.com/office/drawing/2014/main" id="{C96568EE-F448-B1DA-3B5A-045786F98D94}"/>
                    </a:ext>
                  </a:extLst>
                </p:cNvPr>
                <p:cNvSpPr/>
                <p:nvPr/>
              </p:nvSpPr>
              <p:spPr>
                <a:xfrm rot="5400000">
                  <a:off x="7617920" y="3256522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694" name="Group 693">
                  <a:extLst>
                    <a:ext uri="{FF2B5EF4-FFF2-40B4-BE49-F238E27FC236}">
                      <a16:creationId xmlns:a16="http://schemas.microsoft.com/office/drawing/2014/main" id="{ADFA302A-A65F-4DD5-6A73-CA1A282BFB21}"/>
                    </a:ext>
                  </a:extLst>
                </p:cNvPr>
                <p:cNvGrpSpPr/>
                <p:nvPr/>
              </p:nvGrpSpPr>
              <p:grpSpPr>
                <a:xfrm rot="16200000">
                  <a:off x="6621649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784" name="Rectangle 783">
                    <a:extLst>
                      <a:ext uri="{FF2B5EF4-FFF2-40B4-BE49-F238E27FC236}">
                        <a16:creationId xmlns:a16="http://schemas.microsoft.com/office/drawing/2014/main" id="{93711310-B8EE-7E30-0A0C-EEC5ABFD22F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5" name="フローチャート: 和接合 16">
                    <a:extLst>
                      <a:ext uri="{FF2B5EF4-FFF2-40B4-BE49-F238E27FC236}">
                        <a16:creationId xmlns:a16="http://schemas.microsoft.com/office/drawing/2014/main" id="{6EF5F6AC-997C-E142-02A4-EC16F8ED128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695" name="Rectangle 694">
                  <a:extLst>
                    <a:ext uri="{FF2B5EF4-FFF2-40B4-BE49-F238E27FC236}">
                      <a16:creationId xmlns:a16="http://schemas.microsoft.com/office/drawing/2014/main" id="{12E2E873-B561-C939-10DB-73260BD8B024}"/>
                    </a:ext>
                  </a:extLst>
                </p:cNvPr>
                <p:cNvSpPr/>
                <p:nvPr/>
              </p:nvSpPr>
              <p:spPr>
                <a:xfrm>
                  <a:off x="7020829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696" name="Group 695">
                  <a:extLst>
                    <a:ext uri="{FF2B5EF4-FFF2-40B4-BE49-F238E27FC236}">
                      <a16:creationId xmlns:a16="http://schemas.microsoft.com/office/drawing/2014/main" id="{32D71508-6A66-5BF1-C377-F1AF924C511E}"/>
                    </a:ext>
                  </a:extLst>
                </p:cNvPr>
                <p:cNvGrpSpPr/>
                <p:nvPr/>
              </p:nvGrpSpPr>
              <p:grpSpPr>
                <a:xfrm rot="16200000">
                  <a:off x="7051430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782" name="楕円 300">
                    <a:extLst>
                      <a:ext uri="{FF2B5EF4-FFF2-40B4-BE49-F238E27FC236}">
                        <a16:creationId xmlns:a16="http://schemas.microsoft.com/office/drawing/2014/main" id="{523F744C-6581-0283-32DB-6EDD870EC61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3" name="楕円 301">
                    <a:extLst>
                      <a:ext uri="{FF2B5EF4-FFF2-40B4-BE49-F238E27FC236}">
                        <a16:creationId xmlns:a16="http://schemas.microsoft.com/office/drawing/2014/main" id="{5E811475-0016-EC48-C608-2409D581296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697" name="Group 696">
                  <a:extLst>
                    <a:ext uri="{FF2B5EF4-FFF2-40B4-BE49-F238E27FC236}">
                      <a16:creationId xmlns:a16="http://schemas.microsoft.com/office/drawing/2014/main" id="{B517EDE2-B522-5C21-93AB-4E30D1AF05D2}"/>
                    </a:ext>
                  </a:extLst>
                </p:cNvPr>
                <p:cNvGrpSpPr/>
                <p:nvPr/>
              </p:nvGrpSpPr>
              <p:grpSpPr>
                <a:xfrm rot="16200000">
                  <a:off x="6940051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780" name="Rectangle 779">
                    <a:extLst>
                      <a:ext uri="{FF2B5EF4-FFF2-40B4-BE49-F238E27FC236}">
                        <a16:creationId xmlns:a16="http://schemas.microsoft.com/office/drawing/2014/main" id="{3B725114-B45B-E2FF-3127-350B42D4B18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81" name="フローチャート: 和接合 16">
                    <a:extLst>
                      <a:ext uri="{FF2B5EF4-FFF2-40B4-BE49-F238E27FC236}">
                        <a16:creationId xmlns:a16="http://schemas.microsoft.com/office/drawing/2014/main" id="{0890395C-967D-A089-CD75-BB9B430B762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698" name="Rectangle 697">
                  <a:extLst>
                    <a:ext uri="{FF2B5EF4-FFF2-40B4-BE49-F238E27FC236}">
                      <a16:creationId xmlns:a16="http://schemas.microsoft.com/office/drawing/2014/main" id="{89A82E1C-B9D4-15EA-89F6-467D1E6AD316}"/>
                    </a:ext>
                  </a:extLst>
                </p:cNvPr>
                <p:cNvSpPr/>
                <p:nvPr/>
              </p:nvSpPr>
              <p:spPr>
                <a:xfrm>
                  <a:off x="7339231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699" name="Group 698">
                  <a:extLst>
                    <a:ext uri="{FF2B5EF4-FFF2-40B4-BE49-F238E27FC236}">
                      <a16:creationId xmlns:a16="http://schemas.microsoft.com/office/drawing/2014/main" id="{1284E835-E3B7-105A-89C0-2773D3646476}"/>
                    </a:ext>
                  </a:extLst>
                </p:cNvPr>
                <p:cNvGrpSpPr/>
                <p:nvPr/>
              </p:nvGrpSpPr>
              <p:grpSpPr>
                <a:xfrm rot="16200000">
                  <a:off x="7369832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778" name="楕円 300">
                    <a:extLst>
                      <a:ext uri="{FF2B5EF4-FFF2-40B4-BE49-F238E27FC236}">
                        <a16:creationId xmlns:a16="http://schemas.microsoft.com/office/drawing/2014/main" id="{0D790D7A-3CE4-D8C5-00AE-C21F5A91C57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楕円 301">
                    <a:extLst>
                      <a:ext uri="{FF2B5EF4-FFF2-40B4-BE49-F238E27FC236}">
                        <a16:creationId xmlns:a16="http://schemas.microsoft.com/office/drawing/2014/main" id="{70F5548A-09B8-910B-0034-23BBB60C8593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700" name="Group 699">
                  <a:extLst>
                    <a:ext uri="{FF2B5EF4-FFF2-40B4-BE49-F238E27FC236}">
                      <a16:creationId xmlns:a16="http://schemas.microsoft.com/office/drawing/2014/main" id="{C3A0F970-3438-D005-0659-804606F3C3E5}"/>
                    </a:ext>
                  </a:extLst>
                </p:cNvPr>
                <p:cNvGrpSpPr/>
                <p:nvPr/>
              </p:nvGrpSpPr>
              <p:grpSpPr>
                <a:xfrm rot="16200000">
                  <a:off x="7258453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3F3C5044-5D71-60E4-79A4-A02EB7681B2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7" name="フローチャート: 和接合 16">
                    <a:extLst>
                      <a:ext uri="{FF2B5EF4-FFF2-40B4-BE49-F238E27FC236}">
                        <a16:creationId xmlns:a16="http://schemas.microsoft.com/office/drawing/2014/main" id="{1B51B972-4D83-045F-4212-48791B24139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01" name="Rectangle 700">
                  <a:extLst>
                    <a:ext uri="{FF2B5EF4-FFF2-40B4-BE49-F238E27FC236}">
                      <a16:creationId xmlns:a16="http://schemas.microsoft.com/office/drawing/2014/main" id="{EAE9E341-9153-7B84-DF97-F504D6201DAA}"/>
                    </a:ext>
                  </a:extLst>
                </p:cNvPr>
                <p:cNvSpPr/>
                <p:nvPr/>
              </p:nvSpPr>
              <p:spPr>
                <a:xfrm>
                  <a:off x="7657633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02" name="Group 701">
                  <a:extLst>
                    <a:ext uri="{FF2B5EF4-FFF2-40B4-BE49-F238E27FC236}">
                      <a16:creationId xmlns:a16="http://schemas.microsoft.com/office/drawing/2014/main" id="{8BDF3AFA-438F-F44D-716A-52960F67F082}"/>
                    </a:ext>
                  </a:extLst>
                </p:cNvPr>
                <p:cNvGrpSpPr/>
                <p:nvPr/>
              </p:nvGrpSpPr>
              <p:grpSpPr>
                <a:xfrm rot="16200000">
                  <a:off x="7688234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774" name="楕円 300">
                    <a:extLst>
                      <a:ext uri="{FF2B5EF4-FFF2-40B4-BE49-F238E27FC236}">
                        <a16:creationId xmlns:a16="http://schemas.microsoft.com/office/drawing/2014/main" id="{F6FA1A22-3E2C-D13D-D824-B560E86AA6F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5" name="楕円 301">
                    <a:extLst>
                      <a:ext uri="{FF2B5EF4-FFF2-40B4-BE49-F238E27FC236}">
                        <a16:creationId xmlns:a16="http://schemas.microsoft.com/office/drawing/2014/main" id="{473A4065-5045-49DA-B36E-8CB1E1BE59D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703" name="Group 702">
                  <a:extLst>
                    <a:ext uri="{FF2B5EF4-FFF2-40B4-BE49-F238E27FC236}">
                      <a16:creationId xmlns:a16="http://schemas.microsoft.com/office/drawing/2014/main" id="{4D7A5AA6-C7C0-69DD-A98A-3D06D301E28C}"/>
                    </a:ext>
                  </a:extLst>
                </p:cNvPr>
                <p:cNvGrpSpPr/>
                <p:nvPr/>
              </p:nvGrpSpPr>
              <p:grpSpPr>
                <a:xfrm rot="16200000">
                  <a:off x="7576857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772" name="Rectangle 771">
                    <a:extLst>
                      <a:ext uri="{FF2B5EF4-FFF2-40B4-BE49-F238E27FC236}">
                        <a16:creationId xmlns:a16="http://schemas.microsoft.com/office/drawing/2014/main" id="{61F56319-6279-1A0A-75C1-87D8322E89A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3" name="フローチャート: 和接合 16">
                    <a:extLst>
                      <a:ext uri="{FF2B5EF4-FFF2-40B4-BE49-F238E27FC236}">
                        <a16:creationId xmlns:a16="http://schemas.microsoft.com/office/drawing/2014/main" id="{43266DC5-6819-F468-A68D-190653C7F92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68" name="Rectangle 767">
                  <a:extLst>
                    <a:ext uri="{FF2B5EF4-FFF2-40B4-BE49-F238E27FC236}">
                      <a16:creationId xmlns:a16="http://schemas.microsoft.com/office/drawing/2014/main" id="{DBD5EF74-7823-55E3-6AAD-FF35F5B643D9}"/>
                    </a:ext>
                  </a:extLst>
                </p:cNvPr>
                <p:cNvSpPr/>
                <p:nvPr/>
              </p:nvSpPr>
              <p:spPr>
                <a:xfrm>
                  <a:off x="7976035" y="2660182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69" name="Group 768">
                  <a:extLst>
                    <a:ext uri="{FF2B5EF4-FFF2-40B4-BE49-F238E27FC236}">
                      <a16:creationId xmlns:a16="http://schemas.microsoft.com/office/drawing/2014/main" id="{74795E35-B8F8-4D0E-DEDE-519226D4BFFD}"/>
                    </a:ext>
                  </a:extLst>
                </p:cNvPr>
                <p:cNvGrpSpPr/>
                <p:nvPr/>
              </p:nvGrpSpPr>
              <p:grpSpPr>
                <a:xfrm rot="16200000">
                  <a:off x="8006636" y="324849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770" name="楕円 300">
                    <a:extLst>
                      <a:ext uri="{FF2B5EF4-FFF2-40B4-BE49-F238E27FC236}">
                        <a16:creationId xmlns:a16="http://schemas.microsoft.com/office/drawing/2014/main" id="{9F5DA725-53A5-DC00-E769-075EA1ECC60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1" name="楕円 301">
                    <a:extLst>
                      <a:ext uri="{FF2B5EF4-FFF2-40B4-BE49-F238E27FC236}">
                        <a16:creationId xmlns:a16="http://schemas.microsoft.com/office/drawing/2014/main" id="{E040B2FA-BF4B-DBEA-D56D-22D8B5EBE0E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659" name="Group 658">
                <a:extLst>
                  <a:ext uri="{FF2B5EF4-FFF2-40B4-BE49-F238E27FC236}">
                    <a16:creationId xmlns:a16="http://schemas.microsoft.com/office/drawing/2014/main" id="{2B0AA9EE-02C8-C40A-3E9C-C85B6FED3D97}"/>
                  </a:ext>
                </a:extLst>
              </p:cNvPr>
              <p:cNvGrpSpPr/>
              <p:nvPr/>
            </p:nvGrpSpPr>
            <p:grpSpPr>
              <a:xfrm>
                <a:off x="5480428" y="5239449"/>
                <a:ext cx="1142274" cy="1150592"/>
                <a:chOff x="6978166" y="2617955"/>
                <a:chExt cx="1320364" cy="1319180"/>
              </a:xfrm>
            </p:grpSpPr>
            <p:sp>
              <p:nvSpPr>
                <p:cNvPr id="660" name="Rectangle 659">
                  <a:extLst>
                    <a:ext uri="{FF2B5EF4-FFF2-40B4-BE49-F238E27FC236}">
                      <a16:creationId xmlns:a16="http://schemas.microsoft.com/office/drawing/2014/main" id="{3A28BA18-6710-2CD7-542C-86E38CE6F2CA}"/>
                    </a:ext>
                  </a:extLst>
                </p:cNvPr>
                <p:cNvSpPr/>
                <p:nvPr/>
              </p:nvSpPr>
              <p:spPr>
                <a:xfrm>
                  <a:off x="6978167" y="2617956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Rectangle 660">
                  <a:extLst>
                    <a:ext uri="{FF2B5EF4-FFF2-40B4-BE49-F238E27FC236}">
                      <a16:creationId xmlns:a16="http://schemas.microsoft.com/office/drawing/2014/main" id="{5A378183-C709-8C90-52E0-AB435EB40830}"/>
                    </a:ext>
                  </a:extLst>
                </p:cNvPr>
                <p:cNvSpPr/>
                <p:nvPr/>
              </p:nvSpPr>
              <p:spPr>
                <a:xfrm rot="5400000">
                  <a:off x="7616087" y="1980034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Rectangle 661">
                  <a:extLst>
                    <a:ext uri="{FF2B5EF4-FFF2-40B4-BE49-F238E27FC236}">
                      <a16:creationId xmlns:a16="http://schemas.microsoft.com/office/drawing/2014/main" id="{F0875792-1CA5-CAB1-B082-D8370FAC63DF}"/>
                    </a:ext>
                  </a:extLst>
                </p:cNvPr>
                <p:cNvSpPr/>
                <p:nvPr/>
              </p:nvSpPr>
              <p:spPr>
                <a:xfrm rot="5400000">
                  <a:off x="7617920" y="3256522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663" name="Group 662">
                  <a:extLst>
                    <a:ext uri="{FF2B5EF4-FFF2-40B4-BE49-F238E27FC236}">
                      <a16:creationId xmlns:a16="http://schemas.microsoft.com/office/drawing/2014/main" id="{35535C81-56CE-0C51-F33D-C5930BA74703}"/>
                    </a:ext>
                  </a:extLst>
                </p:cNvPr>
                <p:cNvGrpSpPr/>
                <p:nvPr/>
              </p:nvGrpSpPr>
              <p:grpSpPr>
                <a:xfrm rot="16200000">
                  <a:off x="6621649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689" name="Rectangle 688">
                    <a:extLst>
                      <a:ext uri="{FF2B5EF4-FFF2-40B4-BE49-F238E27FC236}">
                        <a16:creationId xmlns:a16="http://schemas.microsoft.com/office/drawing/2014/main" id="{23198D7F-3734-8A12-01DD-74A864C35B5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90" name="フローチャート: 和接合 16">
                    <a:extLst>
                      <a:ext uri="{FF2B5EF4-FFF2-40B4-BE49-F238E27FC236}">
                        <a16:creationId xmlns:a16="http://schemas.microsoft.com/office/drawing/2014/main" id="{E590488A-4790-569C-F6F6-2CF2EB938BC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664" name="Rectangle 663">
                  <a:extLst>
                    <a:ext uri="{FF2B5EF4-FFF2-40B4-BE49-F238E27FC236}">
                      <a16:creationId xmlns:a16="http://schemas.microsoft.com/office/drawing/2014/main" id="{8E9BAD78-EB8C-8A40-A41D-678B04BBF11A}"/>
                    </a:ext>
                  </a:extLst>
                </p:cNvPr>
                <p:cNvSpPr/>
                <p:nvPr/>
              </p:nvSpPr>
              <p:spPr>
                <a:xfrm>
                  <a:off x="7020829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665" name="Group 664">
                  <a:extLst>
                    <a:ext uri="{FF2B5EF4-FFF2-40B4-BE49-F238E27FC236}">
                      <a16:creationId xmlns:a16="http://schemas.microsoft.com/office/drawing/2014/main" id="{F9EA697A-875C-AFBF-BD4A-5D938F711DB7}"/>
                    </a:ext>
                  </a:extLst>
                </p:cNvPr>
                <p:cNvGrpSpPr/>
                <p:nvPr/>
              </p:nvGrpSpPr>
              <p:grpSpPr>
                <a:xfrm rot="16200000">
                  <a:off x="7051430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687" name="楕円 300">
                    <a:extLst>
                      <a:ext uri="{FF2B5EF4-FFF2-40B4-BE49-F238E27FC236}">
                        <a16:creationId xmlns:a16="http://schemas.microsoft.com/office/drawing/2014/main" id="{47AC0D49-C0A8-2E62-15DA-9E7F5B652B7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8" name="楕円 301">
                    <a:extLst>
                      <a:ext uri="{FF2B5EF4-FFF2-40B4-BE49-F238E27FC236}">
                        <a16:creationId xmlns:a16="http://schemas.microsoft.com/office/drawing/2014/main" id="{7E234F37-1CF1-0527-B6CE-4C449F411EA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666" name="Group 665">
                  <a:extLst>
                    <a:ext uri="{FF2B5EF4-FFF2-40B4-BE49-F238E27FC236}">
                      <a16:creationId xmlns:a16="http://schemas.microsoft.com/office/drawing/2014/main" id="{28D0E18A-BC48-2E4F-9F00-EC2C422AA122}"/>
                    </a:ext>
                  </a:extLst>
                </p:cNvPr>
                <p:cNvGrpSpPr/>
                <p:nvPr/>
              </p:nvGrpSpPr>
              <p:grpSpPr>
                <a:xfrm rot="16200000">
                  <a:off x="6940051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685" name="Rectangle 684">
                    <a:extLst>
                      <a:ext uri="{FF2B5EF4-FFF2-40B4-BE49-F238E27FC236}">
                        <a16:creationId xmlns:a16="http://schemas.microsoft.com/office/drawing/2014/main" id="{018BD6C8-E20C-ED0B-24D0-2FB7BEE1B8A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6" name="フローチャート: 和接合 16">
                    <a:extLst>
                      <a:ext uri="{FF2B5EF4-FFF2-40B4-BE49-F238E27FC236}">
                        <a16:creationId xmlns:a16="http://schemas.microsoft.com/office/drawing/2014/main" id="{4C8FD926-80C7-5016-079E-4E20C6ADBE6D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667" name="Rectangle 666">
                  <a:extLst>
                    <a:ext uri="{FF2B5EF4-FFF2-40B4-BE49-F238E27FC236}">
                      <a16:creationId xmlns:a16="http://schemas.microsoft.com/office/drawing/2014/main" id="{4552D383-E913-9445-6E87-9D091627E78D}"/>
                    </a:ext>
                  </a:extLst>
                </p:cNvPr>
                <p:cNvSpPr/>
                <p:nvPr/>
              </p:nvSpPr>
              <p:spPr>
                <a:xfrm>
                  <a:off x="7339231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668" name="Group 667">
                  <a:extLst>
                    <a:ext uri="{FF2B5EF4-FFF2-40B4-BE49-F238E27FC236}">
                      <a16:creationId xmlns:a16="http://schemas.microsoft.com/office/drawing/2014/main" id="{5D94086E-66F8-8B8E-8B7E-DFF28E625FCD}"/>
                    </a:ext>
                  </a:extLst>
                </p:cNvPr>
                <p:cNvGrpSpPr/>
                <p:nvPr/>
              </p:nvGrpSpPr>
              <p:grpSpPr>
                <a:xfrm rot="16200000">
                  <a:off x="7369832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683" name="楕円 300">
                    <a:extLst>
                      <a:ext uri="{FF2B5EF4-FFF2-40B4-BE49-F238E27FC236}">
                        <a16:creationId xmlns:a16="http://schemas.microsoft.com/office/drawing/2014/main" id="{E2F69F02-A435-7E16-D93A-9B5313A9423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4" name="楕円 301">
                    <a:extLst>
                      <a:ext uri="{FF2B5EF4-FFF2-40B4-BE49-F238E27FC236}">
                        <a16:creationId xmlns:a16="http://schemas.microsoft.com/office/drawing/2014/main" id="{FAFE1723-49FB-8D20-3891-B8307712F38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669" name="Group 668">
                  <a:extLst>
                    <a:ext uri="{FF2B5EF4-FFF2-40B4-BE49-F238E27FC236}">
                      <a16:creationId xmlns:a16="http://schemas.microsoft.com/office/drawing/2014/main" id="{D20B3F1D-1132-1745-B2C8-0B6BE5B06FA5}"/>
                    </a:ext>
                  </a:extLst>
                </p:cNvPr>
                <p:cNvGrpSpPr/>
                <p:nvPr/>
              </p:nvGrpSpPr>
              <p:grpSpPr>
                <a:xfrm rot="16200000">
                  <a:off x="7258453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681" name="Rectangle 680">
                    <a:extLst>
                      <a:ext uri="{FF2B5EF4-FFF2-40B4-BE49-F238E27FC236}">
                        <a16:creationId xmlns:a16="http://schemas.microsoft.com/office/drawing/2014/main" id="{A7EF4A3D-F19F-A4B9-52EF-F0D2ACDF834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2" name="フローチャート: 和接合 16">
                    <a:extLst>
                      <a:ext uri="{FF2B5EF4-FFF2-40B4-BE49-F238E27FC236}">
                        <a16:creationId xmlns:a16="http://schemas.microsoft.com/office/drawing/2014/main" id="{E0C16ECF-7F3A-340E-8C7D-C79B505462D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670" name="Rectangle 669">
                  <a:extLst>
                    <a:ext uri="{FF2B5EF4-FFF2-40B4-BE49-F238E27FC236}">
                      <a16:creationId xmlns:a16="http://schemas.microsoft.com/office/drawing/2014/main" id="{E54B5B39-855E-0DC6-9F18-7BDEA7E55D57}"/>
                    </a:ext>
                  </a:extLst>
                </p:cNvPr>
                <p:cNvSpPr/>
                <p:nvPr/>
              </p:nvSpPr>
              <p:spPr>
                <a:xfrm>
                  <a:off x="7657633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671" name="Group 670">
                  <a:extLst>
                    <a:ext uri="{FF2B5EF4-FFF2-40B4-BE49-F238E27FC236}">
                      <a16:creationId xmlns:a16="http://schemas.microsoft.com/office/drawing/2014/main" id="{D91B1B6E-9E7B-EECA-C23A-68B1261B807D}"/>
                    </a:ext>
                  </a:extLst>
                </p:cNvPr>
                <p:cNvGrpSpPr/>
                <p:nvPr/>
              </p:nvGrpSpPr>
              <p:grpSpPr>
                <a:xfrm rot="16200000">
                  <a:off x="7688234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679" name="楕円 300">
                    <a:extLst>
                      <a:ext uri="{FF2B5EF4-FFF2-40B4-BE49-F238E27FC236}">
                        <a16:creationId xmlns:a16="http://schemas.microsoft.com/office/drawing/2014/main" id="{28B7D140-CC42-2C9B-D525-5D93EE73FC6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80" name="楕円 301">
                    <a:extLst>
                      <a:ext uri="{FF2B5EF4-FFF2-40B4-BE49-F238E27FC236}">
                        <a16:creationId xmlns:a16="http://schemas.microsoft.com/office/drawing/2014/main" id="{E72EC095-5AE4-D897-A86B-0481A2B8BEB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672" name="Group 671">
                  <a:extLst>
                    <a:ext uri="{FF2B5EF4-FFF2-40B4-BE49-F238E27FC236}">
                      <a16:creationId xmlns:a16="http://schemas.microsoft.com/office/drawing/2014/main" id="{F0750E37-52BC-E12D-BB11-D40307FCCB4A}"/>
                    </a:ext>
                  </a:extLst>
                </p:cNvPr>
                <p:cNvGrpSpPr/>
                <p:nvPr/>
              </p:nvGrpSpPr>
              <p:grpSpPr>
                <a:xfrm rot="16200000">
                  <a:off x="7576857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677" name="Rectangle 676">
                    <a:extLst>
                      <a:ext uri="{FF2B5EF4-FFF2-40B4-BE49-F238E27FC236}">
                        <a16:creationId xmlns:a16="http://schemas.microsoft.com/office/drawing/2014/main" id="{A0845CEF-C3E5-32B5-3AE8-8BC4F8CA627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8" name="フローチャート: 和接合 16">
                    <a:extLst>
                      <a:ext uri="{FF2B5EF4-FFF2-40B4-BE49-F238E27FC236}">
                        <a16:creationId xmlns:a16="http://schemas.microsoft.com/office/drawing/2014/main" id="{682B6A24-1F8B-CAEC-5359-7C20B182997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673" name="Rectangle 672">
                  <a:extLst>
                    <a:ext uri="{FF2B5EF4-FFF2-40B4-BE49-F238E27FC236}">
                      <a16:creationId xmlns:a16="http://schemas.microsoft.com/office/drawing/2014/main" id="{E5BC7468-FBFD-FC85-68CA-9E48E4247049}"/>
                    </a:ext>
                  </a:extLst>
                </p:cNvPr>
                <p:cNvSpPr/>
                <p:nvPr/>
              </p:nvSpPr>
              <p:spPr>
                <a:xfrm>
                  <a:off x="7976035" y="2660182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674" name="Group 673">
                  <a:extLst>
                    <a:ext uri="{FF2B5EF4-FFF2-40B4-BE49-F238E27FC236}">
                      <a16:creationId xmlns:a16="http://schemas.microsoft.com/office/drawing/2014/main" id="{2259A9FF-B72A-3EDA-FBF5-BDE83F47EB2A}"/>
                    </a:ext>
                  </a:extLst>
                </p:cNvPr>
                <p:cNvGrpSpPr/>
                <p:nvPr/>
              </p:nvGrpSpPr>
              <p:grpSpPr>
                <a:xfrm rot="16200000">
                  <a:off x="8006636" y="324849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675" name="楕円 300">
                    <a:extLst>
                      <a:ext uri="{FF2B5EF4-FFF2-40B4-BE49-F238E27FC236}">
                        <a16:creationId xmlns:a16="http://schemas.microsoft.com/office/drawing/2014/main" id="{4DE40D36-2F82-A6B6-FCAE-904880CEE34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6" name="楕円 301">
                    <a:extLst>
                      <a:ext uri="{FF2B5EF4-FFF2-40B4-BE49-F238E27FC236}">
                        <a16:creationId xmlns:a16="http://schemas.microsoft.com/office/drawing/2014/main" id="{ACDBB96B-A665-8870-C974-510C096753BD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grpSp>
          <p:nvGrpSpPr>
            <p:cNvPr id="913" name="Group 912">
              <a:extLst>
                <a:ext uri="{FF2B5EF4-FFF2-40B4-BE49-F238E27FC236}">
                  <a16:creationId xmlns:a16="http://schemas.microsoft.com/office/drawing/2014/main" id="{87C70C0B-82A7-FEB8-505E-E9F23FE14771}"/>
                </a:ext>
              </a:extLst>
            </p:cNvPr>
            <p:cNvGrpSpPr/>
            <p:nvPr/>
          </p:nvGrpSpPr>
          <p:grpSpPr>
            <a:xfrm>
              <a:off x="4307195" y="5756027"/>
              <a:ext cx="2818256" cy="1008713"/>
              <a:chOff x="4257840" y="4866885"/>
              <a:chExt cx="2818256" cy="1008713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3B12B799-4B43-232F-37F0-27B045A4808E}"/>
                  </a:ext>
                </a:extLst>
              </p:cNvPr>
              <p:cNvSpPr/>
              <p:nvPr/>
            </p:nvSpPr>
            <p:spPr>
              <a:xfrm>
                <a:off x="4257842" y="5535856"/>
                <a:ext cx="2818254" cy="33974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solidFill>
                    <a:schemeClr val="tx1"/>
                  </a:solidFill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53D9EFC4-410D-5EFC-D32C-4BAC40757E47}"/>
                  </a:ext>
                </a:extLst>
              </p:cNvPr>
              <p:cNvSpPr/>
              <p:nvPr/>
            </p:nvSpPr>
            <p:spPr>
              <a:xfrm rot="10800000">
                <a:off x="5253937" y="4869500"/>
                <a:ext cx="328015" cy="564488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342D76A1-F22F-93D7-59F8-C28C1A880206}"/>
                  </a:ext>
                </a:extLst>
              </p:cNvPr>
              <p:cNvSpPr/>
              <p:nvPr/>
            </p:nvSpPr>
            <p:spPr>
              <a:xfrm rot="10800000">
                <a:off x="4755889" y="4866885"/>
                <a:ext cx="328015" cy="56448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D0F449C6-5D83-BF7E-2E4D-90D9025B3B13}"/>
                  </a:ext>
                </a:extLst>
              </p:cNvPr>
              <p:cNvSpPr/>
              <p:nvPr/>
            </p:nvSpPr>
            <p:spPr>
              <a:xfrm rot="10800000">
                <a:off x="4257842" y="4868689"/>
                <a:ext cx="328014" cy="565298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07C3F81D-5F72-2E9C-252D-305ADDC67C22}"/>
                  </a:ext>
                </a:extLst>
              </p:cNvPr>
              <p:cNvSpPr/>
              <p:nvPr/>
            </p:nvSpPr>
            <p:spPr>
              <a:xfrm rot="5400000">
                <a:off x="5614600" y="4075445"/>
                <a:ext cx="104736" cy="281825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5A37D1E5-D604-4F7F-1020-27C988C83110}"/>
                  </a:ext>
                </a:extLst>
              </p:cNvPr>
              <p:cNvSpPr/>
              <p:nvPr/>
            </p:nvSpPr>
            <p:spPr>
              <a:xfrm rot="10800000">
                <a:off x="6748080" y="4869500"/>
                <a:ext cx="328015" cy="56448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7324FC88-8FB1-7A16-B635-E66B42EC9A19}"/>
                  </a:ext>
                </a:extLst>
              </p:cNvPr>
              <p:cNvSpPr/>
              <p:nvPr/>
            </p:nvSpPr>
            <p:spPr>
              <a:xfrm rot="10800000">
                <a:off x="6250033" y="4869501"/>
                <a:ext cx="328015" cy="564488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6" name="Rectangle 365">
                <a:extLst>
                  <a:ext uri="{FF2B5EF4-FFF2-40B4-BE49-F238E27FC236}">
                    <a16:creationId xmlns:a16="http://schemas.microsoft.com/office/drawing/2014/main" id="{CD696650-CD43-04C1-7EB3-F02C12F6E914}"/>
                  </a:ext>
                </a:extLst>
              </p:cNvPr>
              <p:cNvSpPr/>
              <p:nvPr/>
            </p:nvSpPr>
            <p:spPr>
              <a:xfrm rot="10800000">
                <a:off x="5740403" y="4867861"/>
                <a:ext cx="328014" cy="56529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id="{36365B1E-904D-E36C-EE15-7D3AD0F6A0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5683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27F5A0BE-F365-2447-045F-988544388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897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E23A3391-C8DE-CDD7-40CC-77D8A8BD0F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4112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0584A8C4-5642-F42A-DD12-766EB32485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8326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92B9F8EC-337D-39AA-DFEA-460888B61A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2541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8D7BCA6A-AF49-2DBF-71B5-1FBA75C52B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6754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80" name="Picture 379">
                <a:extLst>
                  <a:ext uri="{FF2B5EF4-FFF2-40B4-BE49-F238E27FC236}">
                    <a16:creationId xmlns:a16="http://schemas.microsoft.com/office/drawing/2014/main" id="{138B5CB5-35E1-BCAD-3A4F-934CBB54BE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374250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381" name="Picture 380">
                <a:extLst>
                  <a:ext uri="{FF2B5EF4-FFF2-40B4-BE49-F238E27FC236}">
                    <a16:creationId xmlns:a16="http://schemas.microsoft.com/office/drawing/2014/main" id="{C6FE16F9-D1F7-8DDD-57EC-870990D028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55541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382" name="Picture 381">
                <a:extLst>
                  <a:ext uri="{FF2B5EF4-FFF2-40B4-BE49-F238E27FC236}">
                    <a16:creationId xmlns:a16="http://schemas.microsoft.com/office/drawing/2014/main" id="{9A90412B-2C72-829C-3557-AD964C2CA9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376030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383" name="Picture 382">
                <a:extLst>
                  <a:ext uri="{FF2B5EF4-FFF2-40B4-BE49-F238E27FC236}">
                    <a16:creationId xmlns:a16="http://schemas.microsoft.com/office/drawing/2014/main" id="{C76A390D-AD97-E454-448C-51A02F49F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879093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384" name="Picture 383">
                <a:extLst>
                  <a:ext uri="{FF2B5EF4-FFF2-40B4-BE49-F238E27FC236}">
                    <a16:creationId xmlns:a16="http://schemas.microsoft.com/office/drawing/2014/main" id="{F67C73A9-649D-AB4E-43ED-A9941C6559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385430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385" name="Picture 384">
                <a:extLst>
                  <a:ext uri="{FF2B5EF4-FFF2-40B4-BE49-F238E27FC236}">
                    <a16:creationId xmlns:a16="http://schemas.microsoft.com/office/drawing/2014/main" id="{7AA120CC-11CC-3A60-9B9B-15FFCA1CCB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888493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</p:grpSp>
        <p:cxnSp>
          <p:nvCxnSpPr>
            <p:cNvPr id="388" name="Straight Arrow Connector 387">
              <a:extLst>
                <a:ext uri="{FF2B5EF4-FFF2-40B4-BE49-F238E27FC236}">
                  <a16:creationId xmlns:a16="http://schemas.microsoft.com/office/drawing/2014/main" id="{BC8D4561-DEC5-0085-5FCB-C7ACC8427D62}"/>
                </a:ext>
              </a:extLst>
            </p:cNvPr>
            <p:cNvCxnSpPr>
              <a:cxnSpLocks/>
            </p:cNvCxnSpPr>
            <p:nvPr/>
          </p:nvCxnSpPr>
          <p:spPr>
            <a:xfrm>
              <a:off x="3989246" y="5763190"/>
              <a:ext cx="0" cy="1001795"/>
            </a:xfrm>
            <a:prstGeom prst="straightConnector1">
              <a:avLst/>
            </a:prstGeom>
            <a:ln w="38100">
              <a:solidFill>
                <a:srgbClr val="1F4E7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2" name="テキスト プレースホルダー 2">
              <a:extLst>
                <a:ext uri="{FF2B5EF4-FFF2-40B4-BE49-F238E27FC236}">
                  <a16:creationId xmlns:a16="http://schemas.microsoft.com/office/drawing/2014/main" id="{C1D4313D-7469-2704-EA54-93E90B107918}"/>
                </a:ext>
              </a:extLst>
            </p:cNvPr>
            <p:cNvSpPr txBox="1">
              <a:spLocks/>
            </p:cNvSpPr>
            <p:nvPr/>
          </p:nvSpPr>
          <p:spPr>
            <a:xfrm rot="5400000">
              <a:off x="3040351" y="6122737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Low </a:t>
              </a:r>
              <a:r>
                <a:rPr kumimoji="1" lang="en-US" altLang="ja-JP" sz="1600" b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1600" b="1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TH</a:t>
              </a:r>
              <a:endParaRPr kumimoji="1" lang="en-US" altLang="ja-JP" sz="1600" b="1" u="sng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398" name="テキスト プレースホルダー 2">
              <a:extLst>
                <a:ext uri="{FF2B5EF4-FFF2-40B4-BE49-F238E27FC236}">
                  <a16:creationId xmlns:a16="http://schemas.microsoft.com/office/drawing/2014/main" id="{1C1CEC49-61BD-9F8A-A7DD-CFA01D83CBBA}"/>
                </a:ext>
              </a:extLst>
            </p:cNvPr>
            <p:cNvSpPr txBox="1">
              <a:spLocks/>
            </p:cNvSpPr>
            <p:nvPr/>
          </p:nvSpPr>
          <p:spPr>
            <a:xfrm>
              <a:off x="3285269" y="5494602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2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inside</a:t>
              </a:r>
              <a:endParaRPr kumimoji="1" lang="en-US" altLang="ja-JP" sz="1200" b="1" u="sng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399" name="テキスト プレースホルダー 2">
              <a:extLst>
                <a:ext uri="{FF2B5EF4-FFF2-40B4-BE49-F238E27FC236}">
                  <a16:creationId xmlns:a16="http://schemas.microsoft.com/office/drawing/2014/main" id="{A626333C-EAA9-6D89-8D77-33C5715B5928}"/>
                </a:ext>
              </a:extLst>
            </p:cNvPr>
            <p:cNvSpPr txBox="1">
              <a:spLocks/>
            </p:cNvSpPr>
            <p:nvPr/>
          </p:nvSpPr>
          <p:spPr>
            <a:xfrm>
              <a:off x="3256619" y="6773489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2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ambient</a:t>
              </a:r>
              <a:endParaRPr kumimoji="1" lang="en-US" altLang="ja-JP" sz="1200" b="1" u="sng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pic>
          <p:nvPicPr>
            <p:cNvPr id="408" name="Picture 407">
              <a:extLst>
                <a:ext uri="{FF2B5EF4-FFF2-40B4-BE49-F238E27FC236}">
                  <a16:creationId xmlns:a16="http://schemas.microsoft.com/office/drawing/2014/main" id="{4695D4CF-66A1-B7A2-7071-1D93860A2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-11448" t="-10593" r="26764" b="25909"/>
            <a:stretch/>
          </p:blipFill>
          <p:spPr>
            <a:xfrm rot="14400000">
              <a:off x="2852396" y="4845724"/>
              <a:ext cx="633267" cy="630672"/>
            </a:xfrm>
            <a:prstGeom prst="ellipse">
              <a:avLst/>
            </a:prstGeom>
            <a:ln w="50800" cap="rnd">
              <a:solidFill>
                <a:srgbClr val="C8C6BD"/>
              </a:solidFill>
              <a:prstDash val="solid"/>
            </a:ln>
            <a:effectLst/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extrusionClr>
                <a:srgbClr val="000000"/>
              </a:extrusionClr>
            </a:sp3d>
          </p:spPr>
        </p:pic>
        <p:sp>
          <p:nvSpPr>
            <p:cNvPr id="912" name="Rectangle 911">
              <a:extLst>
                <a:ext uri="{FF2B5EF4-FFF2-40B4-BE49-F238E27FC236}">
                  <a16:creationId xmlns:a16="http://schemas.microsoft.com/office/drawing/2014/main" id="{AAE846CA-A11F-A6D0-AF5E-E33D3D7F0D7E}"/>
                </a:ext>
              </a:extLst>
            </p:cNvPr>
            <p:cNvSpPr/>
            <p:nvPr/>
          </p:nvSpPr>
          <p:spPr>
            <a:xfrm>
              <a:off x="1877036" y="6177705"/>
              <a:ext cx="1141661" cy="535307"/>
            </a:xfrm>
            <a:prstGeom prst="rect">
              <a:avLst/>
            </a:prstGeom>
            <a:noFill/>
            <a:effectLst>
              <a:glow rad="1397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AB7DA25-D171-6070-F50F-FF58D4665A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4606" y="9714101"/>
            <a:ext cx="5769163" cy="3437180"/>
          </a:xfrm>
          <a:prstGeom prst="rect">
            <a:avLst/>
          </a:prstGeom>
        </p:spPr>
      </p:pic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2C500C40-51D6-95CC-E492-74DD1EF456B3}"/>
              </a:ext>
            </a:extLst>
          </p:cNvPr>
          <p:cNvSpPr txBox="1">
            <a:spLocks/>
          </p:cNvSpPr>
          <p:nvPr/>
        </p:nvSpPr>
        <p:spPr>
          <a:xfrm>
            <a:off x="7587702" y="5505091"/>
            <a:ext cx="208840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3200" baseline="-25000">
              <a:solidFill>
                <a:schemeClr val="bg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2" name="テキスト プレースホルダー 2">
            <a:extLst>
              <a:ext uri="{FF2B5EF4-FFF2-40B4-BE49-F238E27FC236}">
                <a16:creationId xmlns:a16="http://schemas.microsoft.com/office/drawing/2014/main" id="{F93E3018-5C41-B0D2-438B-8EF5B9760200}"/>
              </a:ext>
            </a:extLst>
          </p:cNvPr>
          <p:cNvSpPr txBox="1">
            <a:spLocks/>
          </p:cNvSpPr>
          <p:nvPr/>
        </p:nvSpPr>
        <p:spPr>
          <a:xfrm>
            <a:off x="2338880" y="6956034"/>
            <a:ext cx="2088400" cy="177905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3200" baseline="-25000">
              <a:solidFill>
                <a:schemeClr val="bg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BE4FE63F-C4F5-E3C9-B3A3-6065F953ADB7}"/>
              </a:ext>
            </a:extLst>
          </p:cNvPr>
          <p:cNvSpPr txBox="1">
            <a:spLocks/>
          </p:cNvSpPr>
          <p:nvPr/>
        </p:nvSpPr>
        <p:spPr>
          <a:xfrm>
            <a:off x="2151864" y="3696759"/>
            <a:ext cx="2088400" cy="177905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3200" baseline="-25000">
              <a:solidFill>
                <a:schemeClr val="bg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400EB59D-674B-FD8D-D89A-DEA3543664B2}"/>
              </a:ext>
            </a:extLst>
          </p:cNvPr>
          <p:cNvSpPr txBox="1">
            <a:spLocks/>
          </p:cNvSpPr>
          <p:nvPr/>
        </p:nvSpPr>
        <p:spPr>
          <a:xfrm>
            <a:off x="11522600" y="913678"/>
            <a:ext cx="2088400" cy="177905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3200" baseline="-25000">
              <a:solidFill>
                <a:schemeClr val="bg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7" name="テキスト プレースホルダー 2">
            <a:extLst>
              <a:ext uri="{FF2B5EF4-FFF2-40B4-BE49-F238E27FC236}">
                <a16:creationId xmlns:a16="http://schemas.microsoft.com/office/drawing/2014/main" id="{E0413C3E-C6EC-A953-6529-7F75B243BE86}"/>
              </a:ext>
            </a:extLst>
          </p:cNvPr>
          <p:cNvSpPr txBox="1">
            <a:spLocks/>
          </p:cNvSpPr>
          <p:nvPr/>
        </p:nvSpPr>
        <p:spPr>
          <a:xfrm>
            <a:off x="11675000" y="3126354"/>
            <a:ext cx="2088400" cy="177905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3200" baseline="-25000">
              <a:solidFill>
                <a:schemeClr val="bg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534266-D82A-9440-FBFB-81DBCD4CA787}"/>
              </a:ext>
            </a:extLst>
          </p:cNvPr>
          <p:cNvCxnSpPr>
            <a:cxnSpLocks/>
          </p:cNvCxnSpPr>
          <p:nvPr/>
        </p:nvCxnSpPr>
        <p:spPr>
          <a:xfrm>
            <a:off x="16267089" y="2627844"/>
            <a:ext cx="2251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129B86-8D44-F892-2856-BFC6FB30B94E}"/>
              </a:ext>
            </a:extLst>
          </p:cNvPr>
          <p:cNvCxnSpPr>
            <a:cxnSpLocks/>
          </p:cNvCxnSpPr>
          <p:nvPr/>
        </p:nvCxnSpPr>
        <p:spPr>
          <a:xfrm>
            <a:off x="16324810" y="2682019"/>
            <a:ext cx="1179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D95D69-D4EE-80AF-E277-8EF1795E7B78}"/>
              </a:ext>
            </a:extLst>
          </p:cNvPr>
          <p:cNvCxnSpPr>
            <a:cxnSpLocks/>
          </p:cNvCxnSpPr>
          <p:nvPr/>
        </p:nvCxnSpPr>
        <p:spPr>
          <a:xfrm>
            <a:off x="16349321" y="2733813"/>
            <a:ext cx="5896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4C7A540-A3DA-EF2A-E5BF-C69990390BF0}"/>
              </a:ext>
            </a:extLst>
          </p:cNvPr>
          <p:cNvGrpSpPr/>
          <p:nvPr/>
        </p:nvGrpSpPr>
        <p:grpSpPr>
          <a:xfrm>
            <a:off x="21569246" y="2641072"/>
            <a:ext cx="225168" cy="99807"/>
            <a:chOff x="10384525" y="2768984"/>
            <a:chExt cx="225168" cy="9980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E2B4673-D751-7C83-2FE9-DDAE780E9292}"/>
                </a:ext>
              </a:extLst>
            </p:cNvPr>
            <p:cNvCxnSpPr>
              <a:cxnSpLocks/>
            </p:cNvCxnSpPr>
            <p:nvPr/>
          </p:nvCxnSpPr>
          <p:spPr>
            <a:xfrm>
              <a:off x="10384525" y="2768984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D9CC7E4-60BF-DF95-B84A-84E484DA6000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016" y="2819377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CF86723-DF05-F1E3-065E-4873456689EC}"/>
                </a:ext>
              </a:extLst>
            </p:cNvPr>
            <p:cNvCxnSpPr>
              <a:cxnSpLocks/>
            </p:cNvCxnSpPr>
            <p:nvPr/>
          </p:nvCxnSpPr>
          <p:spPr>
            <a:xfrm>
              <a:off x="10465908" y="2868791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F0FBBE9-0B3B-F29B-D510-2393E6FE057E}"/>
              </a:ext>
            </a:extLst>
          </p:cNvPr>
          <p:cNvGrpSpPr/>
          <p:nvPr/>
        </p:nvGrpSpPr>
        <p:grpSpPr>
          <a:xfrm>
            <a:off x="24612926" y="2626008"/>
            <a:ext cx="225168" cy="99807"/>
            <a:chOff x="10384525" y="2768984"/>
            <a:chExt cx="225168" cy="9980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5C20BD1-79EB-6DAD-D545-6F5CE44BCBE6}"/>
                </a:ext>
              </a:extLst>
            </p:cNvPr>
            <p:cNvCxnSpPr>
              <a:cxnSpLocks/>
            </p:cNvCxnSpPr>
            <p:nvPr/>
          </p:nvCxnSpPr>
          <p:spPr>
            <a:xfrm>
              <a:off x="10384525" y="2768984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F6451B2-2F56-8A06-1ADB-BFD14FF6D4D1}"/>
                </a:ext>
              </a:extLst>
            </p:cNvPr>
            <p:cNvCxnSpPr>
              <a:cxnSpLocks/>
            </p:cNvCxnSpPr>
            <p:nvPr/>
          </p:nvCxnSpPr>
          <p:spPr>
            <a:xfrm>
              <a:off x="10439016" y="2819377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6C6C4F1-A2E1-19B2-F151-85EDC4EAC159}"/>
                </a:ext>
              </a:extLst>
            </p:cNvPr>
            <p:cNvCxnSpPr>
              <a:cxnSpLocks/>
            </p:cNvCxnSpPr>
            <p:nvPr/>
          </p:nvCxnSpPr>
          <p:spPr>
            <a:xfrm>
              <a:off x="10465908" y="2868791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53331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05E58-6D42-C105-6584-A41A79F5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9C6544B-32C3-0050-97DB-642EFADB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0"/>
          <a:stretch>
            <a:fillRect/>
          </a:stretch>
        </p:blipFill>
        <p:spPr>
          <a:xfrm>
            <a:off x="6865451" y="2598683"/>
            <a:ext cx="1714588" cy="124116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5A1E40C-C929-D216-348F-66769F5211ED}"/>
              </a:ext>
            </a:extLst>
          </p:cNvPr>
          <p:cNvGrpSpPr/>
          <p:nvPr/>
        </p:nvGrpSpPr>
        <p:grpSpPr>
          <a:xfrm>
            <a:off x="9413481" y="2772048"/>
            <a:ext cx="2082999" cy="2039631"/>
            <a:chOff x="4693246" y="2402296"/>
            <a:chExt cx="1780068" cy="17430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A20D77-FEB5-0890-CE05-174588C4CA75}"/>
                </a:ext>
              </a:extLst>
            </p:cNvPr>
            <p:cNvSpPr/>
            <p:nvPr/>
          </p:nvSpPr>
          <p:spPr>
            <a:xfrm>
              <a:off x="4693246" y="2402296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B8E9B62-A80E-20DC-BED0-4F2A367D106B}"/>
                </a:ext>
              </a:extLst>
            </p:cNvPr>
            <p:cNvSpPr/>
            <p:nvPr/>
          </p:nvSpPr>
          <p:spPr>
            <a:xfrm>
              <a:off x="4921120" y="2612583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53FEE83-DAC6-1DE0-7FDB-5D129AA47B5E}"/>
                </a:ext>
              </a:extLst>
            </p:cNvPr>
            <p:cNvSpPr/>
            <p:nvPr/>
          </p:nvSpPr>
          <p:spPr>
            <a:xfrm rot="5400000">
              <a:off x="5559040" y="1974661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CC47E0F-E46B-D03F-0DFC-93D774CE95D3}"/>
                </a:ext>
              </a:extLst>
            </p:cNvPr>
            <p:cNvSpPr/>
            <p:nvPr/>
          </p:nvSpPr>
          <p:spPr>
            <a:xfrm rot="5400000">
              <a:off x="5560873" y="3251149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4B4C7FF-2E54-C16A-7829-08452768842D}"/>
                </a:ext>
              </a:extLst>
            </p:cNvPr>
            <p:cNvSpPr/>
            <p:nvPr/>
          </p:nvSpPr>
          <p:spPr>
            <a:xfrm rot="5400000">
              <a:off x="5519768" y="2256054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フローチャート: 和接合 16">
              <a:extLst>
                <a:ext uri="{FF2B5EF4-FFF2-40B4-BE49-F238E27FC236}">
                  <a16:creationId xmlns:a16="http://schemas.microsoft.com/office/drawing/2014/main" id="{29724FA9-656F-AC39-3BA3-A56B6C0BD48C}"/>
                </a:ext>
              </a:extLst>
            </p:cNvPr>
            <p:cNvSpPr/>
            <p:nvPr/>
          </p:nvSpPr>
          <p:spPr bwMode="auto">
            <a:xfrm rot="10800000">
              <a:off x="5548568" y="2843234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D85C331-A9DB-3C66-80B4-0B59FA261AFD}"/>
                </a:ext>
              </a:extLst>
            </p:cNvPr>
            <p:cNvSpPr/>
            <p:nvPr/>
          </p:nvSpPr>
          <p:spPr>
            <a:xfrm rot="5400000">
              <a:off x="5520147" y="2097234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498E91E-8B2D-0009-63AC-8D1040CF6A98}"/>
                </a:ext>
              </a:extLst>
            </p:cNvPr>
            <p:cNvGrpSpPr/>
            <p:nvPr/>
          </p:nvGrpSpPr>
          <p:grpSpPr>
            <a:xfrm>
              <a:off x="5550747" y="2685552"/>
              <a:ext cx="57600" cy="58165"/>
              <a:chOff x="5550747" y="2678351"/>
              <a:chExt cx="57600" cy="58165"/>
            </a:xfrm>
          </p:grpSpPr>
          <p:sp>
            <p:nvSpPr>
              <p:cNvPr id="58" name="楕円 300">
                <a:extLst>
                  <a:ext uri="{FF2B5EF4-FFF2-40B4-BE49-F238E27FC236}">
                    <a16:creationId xmlns:a16="http://schemas.microsoft.com/office/drawing/2014/main" id="{49DFEFF6-C17A-F928-E093-648163DC5A9E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楕円 301">
                <a:extLst>
                  <a:ext uri="{FF2B5EF4-FFF2-40B4-BE49-F238E27FC236}">
                    <a16:creationId xmlns:a16="http://schemas.microsoft.com/office/drawing/2014/main" id="{76C91656-796B-A543-8E68-6BF4C4B9F91F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8753C23-A520-30D3-EEF5-7083925BFCA1}"/>
                </a:ext>
              </a:extLst>
            </p:cNvPr>
            <p:cNvSpPr/>
            <p:nvPr/>
          </p:nvSpPr>
          <p:spPr>
            <a:xfrm rot="5400000">
              <a:off x="5519768" y="2574456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フローチャート: 和接合 16">
              <a:extLst>
                <a:ext uri="{FF2B5EF4-FFF2-40B4-BE49-F238E27FC236}">
                  <a16:creationId xmlns:a16="http://schemas.microsoft.com/office/drawing/2014/main" id="{01C62FBD-508D-904E-57A2-20BF735420FE}"/>
                </a:ext>
              </a:extLst>
            </p:cNvPr>
            <p:cNvSpPr/>
            <p:nvPr/>
          </p:nvSpPr>
          <p:spPr bwMode="auto">
            <a:xfrm rot="10800000">
              <a:off x="5548568" y="3161636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4B4F61B-3895-7E80-0A5A-6163FDFCC6F3}"/>
                </a:ext>
              </a:extLst>
            </p:cNvPr>
            <p:cNvSpPr/>
            <p:nvPr/>
          </p:nvSpPr>
          <p:spPr>
            <a:xfrm rot="5400000">
              <a:off x="5520147" y="2415636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5E293E5-05F1-0FD9-BB68-64790AA90354}"/>
                </a:ext>
              </a:extLst>
            </p:cNvPr>
            <p:cNvGrpSpPr/>
            <p:nvPr/>
          </p:nvGrpSpPr>
          <p:grpSpPr>
            <a:xfrm>
              <a:off x="5550747" y="3003954"/>
              <a:ext cx="57600" cy="58165"/>
              <a:chOff x="5550747" y="2678351"/>
              <a:chExt cx="57600" cy="58165"/>
            </a:xfrm>
          </p:grpSpPr>
          <p:sp>
            <p:nvSpPr>
              <p:cNvPr id="56" name="楕円 300">
                <a:extLst>
                  <a:ext uri="{FF2B5EF4-FFF2-40B4-BE49-F238E27FC236}">
                    <a16:creationId xmlns:a16="http://schemas.microsoft.com/office/drawing/2014/main" id="{B6628487-82D4-8030-F822-87CE9703A57E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楕円 301">
                <a:extLst>
                  <a:ext uri="{FF2B5EF4-FFF2-40B4-BE49-F238E27FC236}">
                    <a16:creationId xmlns:a16="http://schemas.microsoft.com/office/drawing/2014/main" id="{B8DAAF6A-177D-47AD-C703-BB81FB1C68FD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2A1D44C-18FF-3F8F-0150-15DADCA60669}"/>
                </a:ext>
              </a:extLst>
            </p:cNvPr>
            <p:cNvSpPr/>
            <p:nvPr/>
          </p:nvSpPr>
          <p:spPr>
            <a:xfrm rot="5400000">
              <a:off x="5519768" y="2892858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フローチャート: 和接合 16">
              <a:extLst>
                <a:ext uri="{FF2B5EF4-FFF2-40B4-BE49-F238E27FC236}">
                  <a16:creationId xmlns:a16="http://schemas.microsoft.com/office/drawing/2014/main" id="{86AAA9BA-F7E1-8E8D-B84D-671FFE4B8782}"/>
                </a:ext>
              </a:extLst>
            </p:cNvPr>
            <p:cNvSpPr/>
            <p:nvPr/>
          </p:nvSpPr>
          <p:spPr bwMode="auto">
            <a:xfrm rot="10800000">
              <a:off x="5548568" y="3480038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EB67E56-A52A-12C6-309F-5AFAC5881369}"/>
                </a:ext>
              </a:extLst>
            </p:cNvPr>
            <p:cNvSpPr/>
            <p:nvPr/>
          </p:nvSpPr>
          <p:spPr>
            <a:xfrm rot="5400000">
              <a:off x="5520147" y="2734038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3868FF3-D848-E5C7-3B73-C17461C44638}"/>
                </a:ext>
              </a:extLst>
            </p:cNvPr>
            <p:cNvGrpSpPr/>
            <p:nvPr/>
          </p:nvGrpSpPr>
          <p:grpSpPr>
            <a:xfrm>
              <a:off x="5550747" y="3322356"/>
              <a:ext cx="57600" cy="58165"/>
              <a:chOff x="5550747" y="2678351"/>
              <a:chExt cx="57600" cy="58165"/>
            </a:xfrm>
          </p:grpSpPr>
          <p:sp>
            <p:nvSpPr>
              <p:cNvPr id="54" name="楕円 300">
                <a:extLst>
                  <a:ext uri="{FF2B5EF4-FFF2-40B4-BE49-F238E27FC236}">
                    <a16:creationId xmlns:a16="http://schemas.microsoft.com/office/drawing/2014/main" id="{4970196C-791C-DBC2-8240-472BBCBB6EAC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楕円 301">
                <a:extLst>
                  <a:ext uri="{FF2B5EF4-FFF2-40B4-BE49-F238E27FC236}">
                    <a16:creationId xmlns:a16="http://schemas.microsoft.com/office/drawing/2014/main" id="{55AAC90D-3C3F-1AD5-478E-4D19FC0CA711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1EE40E9-D210-06A0-F0C1-364FC58B7CDA}"/>
                </a:ext>
              </a:extLst>
            </p:cNvPr>
            <p:cNvSpPr/>
            <p:nvPr/>
          </p:nvSpPr>
          <p:spPr>
            <a:xfrm rot="5400000">
              <a:off x="5519768" y="3211262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フローチャート: 和接合 16">
              <a:extLst>
                <a:ext uri="{FF2B5EF4-FFF2-40B4-BE49-F238E27FC236}">
                  <a16:creationId xmlns:a16="http://schemas.microsoft.com/office/drawing/2014/main" id="{A012A053-1D1A-55C0-B144-D87C45EB8380}"/>
                </a:ext>
              </a:extLst>
            </p:cNvPr>
            <p:cNvSpPr/>
            <p:nvPr/>
          </p:nvSpPr>
          <p:spPr bwMode="auto">
            <a:xfrm rot="10800000">
              <a:off x="5548568" y="3798442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E010044-728D-A7EB-8D85-6304118B7978}"/>
                </a:ext>
              </a:extLst>
            </p:cNvPr>
            <p:cNvSpPr/>
            <p:nvPr/>
          </p:nvSpPr>
          <p:spPr>
            <a:xfrm rot="5400000">
              <a:off x="5520147" y="3052440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4C2E2DD-4A93-F24E-96CF-1048A8C31477}"/>
                </a:ext>
              </a:extLst>
            </p:cNvPr>
            <p:cNvGrpSpPr/>
            <p:nvPr/>
          </p:nvGrpSpPr>
          <p:grpSpPr>
            <a:xfrm>
              <a:off x="5550747" y="3640758"/>
              <a:ext cx="57600" cy="58165"/>
              <a:chOff x="5550747" y="2678351"/>
              <a:chExt cx="57600" cy="58165"/>
            </a:xfrm>
          </p:grpSpPr>
          <p:sp>
            <p:nvSpPr>
              <p:cNvPr id="52" name="楕円 300">
                <a:extLst>
                  <a:ext uri="{FF2B5EF4-FFF2-40B4-BE49-F238E27FC236}">
                    <a16:creationId xmlns:a16="http://schemas.microsoft.com/office/drawing/2014/main" id="{D81C986F-CA2A-CD6B-D542-EF040EB21862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楕円 301">
                <a:extLst>
                  <a:ext uri="{FF2B5EF4-FFF2-40B4-BE49-F238E27FC236}">
                    <a16:creationId xmlns:a16="http://schemas.microsoft.com/office/drawing/2014/main" id="{F5C3A90B-81D5-587F-4B09-30D835C28335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F1235DA-15E0-1AA1-BBC8-C4066BA4EBAE}"/>
              </a:ext>
            </a:extLst>
          </p:cNvPr>
          <p:cNvGrpSpPr/>
          <p:nvPr/>
        </p:nvGrpSpPr>
        <p:grpSpPr>
          <a:xfrm>
            <a:off x="9508102" y="7306119"/>
            <a:ext cx="2099208" cy="2055503"/>
            <a:chOff x="6750293" y="2407669"/>
            <a:chExt cx="1780068" cy="1743007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496FB59-02B7-1DB1-4C85-BF4215496E07}"/>
                </a:ext>
              </a:extLst>
            </p:cNvPr>
            <p:cNvSpPr/>
            <p:nvPr/>
          </p:nvSpPr>
          <p:spPr>
            <a:xfrm>
              <a:off x="6750293" y="2407669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9B0FC61-F05E-149A-4B4B-F3733967A6FD}"/>
                </a:ext>
              </a:extLst>
            </p:cNvPr>
            <p:cNvGrpSpPr/>
            <p:nvPr/>
          </p:nvGrpSpPr>
          <p:grpSpPr>
            <a:xfrm>
              <a:off x="6978166" y="2617955"/>
              <a:ext cx="1320364" cy="1319180"/>
              <a:chOff x="6978166" y="2617955"/>
              <a:chExt cx="1320364" cy="131918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51D1E58B-4218-3297-2870-A3C16A92D809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4C003BE4-B211-0BA2-39C4-3FC1F1145C2C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62466BD-C3E8-A551-AEAC-B54F2A14DA2F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87EDB5A5-3348-495E-B8FF-9E51A145F8C1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FE6AFA61-CEF2-9A85-15A7-9C219B885C4F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" name="フローチャート: 和接合 16">
                  <a:extLst>
                    <a:ext uri="{FF2B5EF4-FFF2-40B4-BE49-F238E27FC236}">
                      <a16:creationId xmlns:a16="http://schemas.microsoft.com/office/drawing/2014/main" id="{B04E0DAD-F066-F083-3DF7-A47CA57085D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74CFDF5-115E-87F1-7863-E04D34716C97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46C68A5C-2E83-B4EC-3EA5-2CB0DD589A80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57" name="楕円 300">
                  <a:extLst>
                    <a:ext uri="{FF2B5EF4-FFF2-40B4-BE49-F238E27FC236}">
                      <a16:creationId xmlns:a16="http://schemas.microsoft.com/office/drawing/2014/main" id="{9B97E693-E59A-A6E2-0560-04597FD18E6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" name="楕円 301">
                  <a:extLst>
                    <a:ext uri="{FF2B5EF4-FFF2-40B4-BE49-F238E27FC236}">
                      <a16:creationId xmlns:a16="http://schemas.microsoft.com/office/drawing/2014/main" id="{9B262365-8100-DABC-A69E-69352D6656B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EDE78D62-9020-3933-33F1-EFFE97E07925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97996A4E-7E29-EE13-3E86-21EA2020966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" name="フローチャート: 和接合 16">
                  <a:extLst>
                    <a:ext uri="{FF2B5EF4-FFF2-40B4-BE49-F238E27FC236}">
                      <a16:creationId xmlns:a16="http://schemas.microsoft.com/office/drawing/2014/main" id="{7BD07C0C-39D0-31C7-DBF3-C46C945D7AD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1CFA16A-6443-9C44-28F0-837886DBB022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6F2CAA29-B9DB-AA23-14E2-AEEAD9C8C8C6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53" name="楕円 300">
                  <a:extLst>
                    <a:ext uri="{FF2B5EF4-FFF2-40B4-BE49-F238E27FC236}">
                      <a16:creationId xmlns:a16="http://schemas.microsoft.com/office/drawing/2014/main" id="{67045148-CAC4-2ADE-52A9-A00D1084601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" name="楕円 301">
                  <a:extLst>
                    <a:ext uri="{FF2B5EF4-FFF2-40B4-BE49-F238E27FC236}">
                      <a16:creationId xmlns:a16="http://schemas.microsoft.com/office/drawing/2014/main" id="{2B0515BB-0FE9-B29D-C229-7DD79FF88CF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C13CE47A-6E78-5B86-7917-C1997DA189A0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B4FB4381-EA7A-881C-F8D3-3F7BBD16FA2A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" name="フローチャート: 和接合 16">
                  <a:extLst>
                    <a:ext uri="{FF2B5EF4-FFF2-40B4-BE49-F238E27FC236}">
                      <a16:creationId xmlns:a16="http://schemas.microsoft.com/office/drawing/2014/main" id="{BA16A8A8-E203-A0FA-A018-C3FF8DE9E0B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A62A983-5F78-25B6-D98C-0DB060CA5181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4B16D94C-F198-5494-E88B-9687A935FBD4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49" name="楕円 300">
                  <a:extLst>
                    <a:ext uri="{FF2B5EF4-FFF2-40B4-BE49-F238E27FC236}">
                      <a16:creationId xmlns:a16="http://schemas.microsoft.com/office/drawing/2014/main" id="{499166DF-D0FE-9FAC-ADE4-A871FE7C333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" name="楕円 301">
                  <a:extLst>
                    <a:ext uri="{FF2B5EF4-FFF2-40B4-BE49-F238E27FC236}">
                      <a16:creationId xmlns:a16="http://schemas.microsoft.com/office/drawing/2014/main" id="{F60BE822-E074-5386-98A9-763E72DA606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AD5C34A6-89C6-AD14-D532-0B70370C0656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325BBC61-1F5B-6E23-AEE7-5E668035F9C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" name="フローチャート: 和接合 16">
                  <a:extLst>
                    <a:ext uri="{FF2B5EF4-FFF2-40B4-BE49-F238E27FC236}">
                      <a16:creationId xmlns:a16="http://schemas.microsoft.com/office/drawing/2014/main" id="{1875BD25-768F-8C0C-1F5C-793E24DC4F8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7F20626B-4798-254F-ABED-9A008EA67037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44635ED3-3AF7-D98B-E147-1527EB3CB5C3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144" name="楕円 300">
                  <a:extLst>
                    <a:ext uri="{FF2B5EF4-FFF2-40B4-BE49-F238E27FC236}">
                      <a16:creationId xmlns:a16="http://schemas.microsoft.com/office/drawing/2014/main" id="{703CCAE1-5B97-87D5-865B-C8A0683276E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" name="楕円 301">
                  <a:extLst>
                    <a:ext uri="{FF2B5EF4-FFF2-40B4-BE49-F238E27FC236}">
                      <a16:creationId xmlns:a16="http://schemas.microsoft.com/office/drawing/2014/main" id="{383C98CF-5456-D88C-4A1A-24E15C52498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pic>
        <p:nvPicPr>
          <p:cNvPr id="161" name="Picture 160" descr="A video game console with a rectangular object&#10;&#10;AI-generated content may be incorrect.">
            <a:extLst>
              <a:ext uri="{FF2B5EF4-FFF2-40B4-BE49-F238E27FC236}">
                <a16:creationId xmlns:a16="http://schemas.microsoft.com/office/drawing/2014/main" id="{6F0D62AA-F265-14FA-0F4A-B9F3BC0F0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16" t="25283" r="22775" b="14334"/>
          <a:stretch>
            <a:fillRect/>
          </a:stretch>
        </p:blipFill>
        <p:spPr>
          <a:xfrm>
            <a:off x="6727311" y="7073021"/>
            <a:ext cx="1652277" cy="1287802"/>
          </a:xfrm>
          <a:prstGeom prst="rect">
            <a:avLst/>
          </a:prstGeom>
        </p:spPr>
      </p:pic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8743BF02-1FF9-38E2-2A7E-F4C5131FE38E}"/>
              </a:ext>
            </a:extLst>
          </p:cNvPr>
          <p:cNvCxnSpPr>
            <a:cxnSpLocks/>
          </p:cNvCxnSpPr>
          <p:nvPr/>
        </p:nvCxnSpPr>
        <p:spPr>
          <a:xfrm>
            <a:off x="8463771" y="2942320"/>
            <a:ext cx="0" cy="26807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07F645A5-9F1D-2DB5-8384-BF64B2CC58A2}"/>
              </a:ext>
            </a:extLst>
          </p:cNvPr>
          <p:cNvCxnSpPr>
            <a:cxnSpLocks/>
          </p:cNvCxnSpPr>
          <p:nvPr/>
        </p:nvCxnSpPr>
        <p:spPr>
          <a:xfrm flipH="1">
            <a:off x="6838127" y="2664091"/>
            <a:ext cx="953461" cy="49087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47097710-BDBE-B527-EAB0-7729FCE0A766}"/>
              </a:ext>
            </a:extLst>
          </p:cNvPr>
          <p:cNvCxnSpPr>
            <a:cxnSpLocks/>
          </p:cNvCxnSpPr>
          <p:nvPr/>
        </p:nvCxnSpPr>
        <p:spPr>
          <a:xfrm flipH="1" flipV="1">
            <a:off x="6879117" y="3462388"/>
            <a:ext cx="521092" cy="40908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EC5B7867-D22F-A064-BB48-65AC5972D4DE}"/>
              </a:ext>
            </a:extLst>
          </p:cNvPr>
          <p:cNvCxnSpPr>
            <a:cxnSpLocks/>
          </p:cNvCxnSpPr>
          <p:nvPr/>
        </p:nvCxnSpPr>
        <p:spPr>
          <a:xfrm flipH="1">
            <a:off x="8337041" y="7450170"/>
            <a:ext cx="23678" cy="22198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AE197568-2AD6-2A36-38B5-0CF3A56D359B}"/>
              </a:ext>
            </a:extLst>
          </p:cNvPr>
          <p:cNvCxnSpPr>
            <a:cxnSpLocks/>
          </p:cNvCxnSpPr>
          <p:nvPr/>
        </p:nvCxnSpPr>
        <p:spPr>
          <a:xfrm flipH="1">
            <a:off x="6706668" y="7098071"/>
            <a:ext cx="998908" cy="54750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8171A09-9935-7469-78F3-96B0B5637997}"/>
              </a:ext>
            </a:extLst>
          </p:cNvPr>
          <p:cNvCxnSpPr>
            <a:cxnSpLocks/>
          </p:cNvCxnSpPr>
          <p:nvPr/>
        </p:nvCxnSpPr>
        <p:spPr>
          <a:xfrm flipH="1" flipV="1">
            <a:off x="6741225" y="7955852"/>
            <a:ext cx="585429" cy="39315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: Rounded Corners 9">
            <a:extLst>
              <a:ext uri="{FF2B5EF4-FFF2-40B4-BE49-F238E27FC236}">
                <a16:creationId xmlns:a16="http://schemas.microsoft.com/office/drawing/2014/main" id="{790ABA31-27A6-9B92-7925-79497CDA8276}"/>
              </a:ext>
            </a:extLst>
          </p:cNvPr>
          <p:cNvSpPr/>
          <p:nvPr/>
        </p:nvSpPr>
        <p:spPr>
          <a:xfrm rot="19765958">
            <a:off x="6524247" y="6975860"/>
            <a:ext cx="1117787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</a:t>
            </a:r>
            <a:endParaRPr lang="en-PH" i="1" baseline="-2500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73" name="Rectangle: Rounded Corners 9">
            <a:extLst>
              <a:ext uri="{FF2B5EF4-FFF2-40B4-BE49-F238E27FC236}">
                <a16:creationId xmlns:a16="http://schemas.microsoft.com/office/drawing/2014/main" id="{EB38BBDA-16FD-8F0E-E340-1BF6290DEE76}"/>
              </a:ext>
            </a:extLst>
          </p:cNvPr>
          <p:cNvSpPr/>
          <p:nvPr/>
        </p:nvSpPr>
        <p:spPr>
          <a:xfrm>
            <a:off x="7706614" y="7272694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</a:t>
            </a:r>
            <a:endParaRPr lang="en-PH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74" name="Rectangle: Rounded Corners 9">
            <a:extLst>
              <a:ext uri="{FF2B5EF4-FFF2-40B4-BE49-F238E27FC236}">
                <a16:creationId xmlns:a16="http://schemas.microsoft.com/office/drawing/2014/main" id="{586655A3-7AF3-3025-1225-E06DED5E4FEA}"/>
              </a:ext>
            </a:extLst>
          </p:cNvPr>
          <p:cNvSpPr/>
          <p:nvPr/>
        </p:nvSpPr>
        <p:spPr>
          <a:xfrm rot="2140464">
            <a:off x="6491678" y="8065418"/>
            <a:ext cx="710768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</a:t>
            </a:r>
            <a:endParaRPr lang="en-PH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75" name="Arrow: Right 200">
            <a:extLst>
              <a:ext uri="{FF2B5EF4-FFF2-40B4-BE49-F238E27FC236}">
                <a16:creationId xmlns:a16="http://schemas.microsoft.com/office/drawing/2014/main" id="{83D6DF59-2A0F-39B8-C76B-86CFC8E2319B}"/>
              </a:ext>
            </a:extLst>
          </p:cNvPr>
          <p:cNvSpPr/>
          <p:nvPr/>
        </p:nvSpPr>
        <p:spPr>
          <a:xfrm>
            <a:off x="8593713" y="7805475"/>
            <a:ext cx="477197" cy="375668"/>
          </a:xfrm>
          <a:prstGeom prst="rightArrow">
            <a:avLst/>
          </a:prstGeom>
          <a:solidFill>
            <a:srgbClr val="C5591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Arrow: Right 227">
            <a:extLst>
              <a:ext uri="{FF2B5EF4-FFF2-40B4-BE49-F238E27FC236}">
                <a16:creationId xmlns:a16="http://schemas.microsoft.com/office/drawing/2014/main" id="{EBECE7AD-20D6-9699-326F-DEE1A9865366}"/>
              </a:ext>
            </a:extLst>
          </p:cNvPr>
          <p:cNvSpPr/>
          <p:nvPr/>
        </p:nvSpPr>
        <p:spPr>
          <a:xfrm>
            <a:off x="8609045" y="3509537"/>
            <a:ext cx="501313" cy="375668"/>
          </a:xfrm>
          <a:prstGeom prst="rightArrow">
            <a:avLst/>
          </a:prstGeom>
          <a:solidFill>
            <a:srgbClr val="C5591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A16BE2AC-D4A8-8544-A99B-0997738A08B7}"/>
              </a:ext>
            </a:extLst>
          </p:cNvPr>
          <p:cNvCxnSpPr/>
          <p:nvPr/>
        </p:nvCxnSpPr>
        <p:spPr>
          <a:xfrm>
            <a:off x="9239166" y="9059308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CB51834F-E2C0-9430-BBA7-F070C56D4FE8}"/>
              </a:ext>
            </a:extLst>
          </p:cNvPr>
          <p:cNvCxnSpPr/>
          <p:nvPr/>
        </p:nvCxnSpPr>
        <p:spPr>
          <a:xfrm>
            <a:off x="9239166" y="9106208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006C139E-FBF2-683C-75A3-C81165C0ABDA}"/>
              </a:ext>
            </a:extLst>
          </p:cNvPr>
          <p:cNvGrpSpPr/>
          <p:nvPr/>
        </p:nvGrpSpPr>
        <p:grpSpPr>
          <a:xfrm rot="5400000">
            <a:off x="9508624" y="9289182"/>
            <a:ext cx="545837" cy="61333"/>
            <a:chOff x="3708336" y="3708337"/>
            <a:chExt cx="545837" cy="61333"/>
          </a:xfrm>
        </p:grpSpPr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8FFA005E-1FF8-91BC-3008-B59C1FD19659}"/>
                </a:ext>
              </a:extLst>
            </p:cNvPr>
            <p:cNvCxnSpPr/>
            <p:nvPr/>
          </p:nvCxnSpPr>
          <p:spPr>
            <a:xfrm>
              <a:off x="3708336" y="3708337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05C791B3-EC42-ED1E-A7B5-D18D41A72E0F}"/>
                </a:ext>
              </a:extLst>
            </p:cNvPr>
            <p:cNvCxnSpPr/>
            <p:nvPr/>
          </p:nvCxnSpPr>
          <p:spPr>
            <a:xfrm>
              <a:off x="3708336" y="3769670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7" name="Rectangle: Rounded Corners 9">
            <a:extLst>
              <a:ext uri="{FF2B5EF4-FFF2-40B4-BE49-F238E27FC236}">
                <a16:creationId xmlns:a16="http://schemas.microsoft.com/office/drawing/2014/main" id="{FF775262-4EB9-5513-6424-99174AA76C1F}"/>
              </a:ext>
            </a:extLst>
          </p:cNvPr>
          <p:cNvSpPr/>
          <p:nvPr/>
        </p:nvSpPr>
        <p:spPr>
          <a:xfrm>
            <a:off x="8719598" y="9474646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1.00 mm</a:t>
            </a:r>
          </a:p>
        </p:txBody>
      </p:sp>
      <p:sp>
        <p:nvSpPr>
          <p:cNvPr id="188" name="Rectangle: Rounded Corners 9">
            <a:extLst>
              <a:ext uri="{FF2B5EF4-FFF2-40B4-BE49-F238E27FC236}">
                <a16:creationId xmlns:a16="http://schemas.microsoft.com/office/drawing/2014/main" id="{B25FA03D-E492-36DB-6CE7-761D6C45362E}"/>
              </a:ext>
            </a:extLst>
          </p:cNvPr>
          <p:cNvSpPr/>
          <p:nvPr/>
        </p:nvSpPr>
        <p:spPr>
          <a:xfrm>
            <a:off x="9621553" y="9474646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0.10 mm</a:t>
            </a:r>
          </a:p>
        </p:txBody>
      </p:sp>
      <p:sp>
        <p:nvSpPr>
          <p:cNvPr id="189" name="Rectangle: Rounded Corners 9">
            <a:extLst>
              <a:ext uri="{FF2B5EF4-FFF2-40B4-BE49-F238E27FC236}">
                <a16:creationId xmlns:a16="http://schemas.microsoft.com/office/drawing/2014/main" id="{7D4AD345-6A65-D07F-33EF-B11A0EECC983}"/>
              </a:ext>
            </a:extLst>
          </p:cNvPr>
          <p:cNvSpPr/>
          <p:nvPr/>
        </p:nvSpPr>
        <p:spPr>
          <a:xfrm>
            <a:off x="7840245" y="8813723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1.00 mm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EDD39D20-3253-9393-1A79-F624EA31CB9A}"/>
              </a:ext>
            </a:extLst>
          </p:cNvPr>
          <p:cNvSpPr/>
          <p:nvPr/>
        </p:nvSpPr>
        <p:spPr>
          <a:xfrm rot="5400000">
            <a:off x="8099801" y="4109093"/>
            <a:ext cx="155406" cy="14431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850F73C-5621-C3FA-BCB1-989528148284}"/>
              </a:ext>
            </a:extLst>
          </p:cNvPr>
          <p:cNvCxnSpPr/>
          <p:nvPr/>
        </p:nvCxnSpPr>
        <p:spPr>
          <a:xfrm>
            <a:off x="11227434" y="4511089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57BBDCFC-BD4F-4AD5-9AC9-A118617340F3}"/>
              </a:ext>
            </a:extLst>
          </p:cNvPr>
          <p:cNvCxnSpPr/>
          <p:nvPr/>
        </p:nvCxnSpPr>
        <p:spPr>
          <a:xfrm>
            <a:off x="11227434" y="4562262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80AE330E-9A00-40FC-4B5D-1E09CFBBFA7A}"/>
              </a:ext>
            </a:extLst>
          </p:cNvPr>
          <p:cNvGrpSpPr/>
          <p:nvPr/>
        </p:nvGrpSpPr>
        <p:grpSpPr>
          <a:xfrm>
            <a:off x="11167712" y="3942947"/>
            <a:ext cx="545837" cy="61333"/>
            <a:chOff x="3708336" y="3708337"/>
            <a:chExt cx="545837" cy="61333"/>
          </a:xfrm>
        </p:grpSpPr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DEDE3E35-8023-CC47-BDCF-0233DEA12D23}"/>
                </a:ext>
              </a:extLst>
            </p:cNvPr>
            <p:cNvCxnSpPr/>
            <p:nvPr/>
          </p:nvCxnSpPr>
          <p:spPr>
            <a:xfrm>
              <a:off x="3708336" y="3708337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4A7E60E4-E1F3-F677-434C-FC4BDED7CF2C}"/>
                </a:ext>
              </a:extLst>
            </p:cNvPr>
            <p:cNvCxnSpPr/>
            <p:nvPr/>
          </p:nvCxnSpPr>
          <p:spPr>
            <a:xfrm>
              <a:off x="3708336" y="3769670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CB46C5F3-A994-D75A-7064-D3C66F2FD373}"/>
              </a:ext>
            </a:extLst>
          </p:cNvPr>
          <p:cNvGrpSpPr/>
          <p:nvPr/>
        </p:nvGrpSpPr>
        <p:grpSpPr>
          <a:xfrm rot="5400000">
            <a:off x="9430380" y="4740830"/>
            <a:ext cx="545837" cy="61333"/>
            <a:chOff x="3708336" y="3708337"/>
            <a:chExt cx="545837" cy="61333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6F58D7F-68B1-68C7-81DA-DE9FFB29B42B}"/>
                </a:ext>
              </a:extLst>
            </p:cNvPr>
            <p:cNvCxnSpPr/>
            <p:nvPr/>
          </p:nvCxnSpPr>
          <p:spPr>
            <a:xfrm>
              <a:off x="3708336" y="3708337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4EA48296-47E4-548E-C767-C9BF9BAE37D1}"/>
                </a:ext>
              </a:extLst>
            </p:cNvPr>
            <p:cNvCxnSpPr/>
            <p:nvPr/>
          </p:nvCxnSpPr>
          <p:spPr>
            <a:xfrm>
              <a:off x="3708336" y="3769670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1" name="Rectangle: Rounded Corners 9">
            <a:extLst>
              <a:ext uri="{FF2B5EF4-FFF2-40B4-BE49-F238E27FC236}">
                <a16:creationId xmlns:a16="http://schemas.microsoft.com/office/drawing/2014/main" id="{BE7C8AE9-12E2-7974-33A7-F87122D14AB9}"/>
              </a:ext>
            </a:extLst>
          </p:cNvPr>
          <p:cNvSpPr/>
          <p:nvPr/>
        </p:nvSpPr>
        <p:spPr>
          <a:xfrm>
            <a:off x="11655341" y="3556057"/>
            <a:ext cx="105649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0.10 mm</a:t>
            </a:r>
          </a:p>
        </p:txBody>
      </p:sp>
      <p:sp>
        <p:nvSpPr>
          <p:cNvPr id="202" name="Rectangle: Rounded Corners 9">
            <a:extLst>
              <a:ext uri="{FF2B5EF4-FFF2-40B4-BE49-F238E27FC236}">
                <a16:creationId xmlns:a16="http://schemas.microsoft.com/office/drawing/2014/main" id="{387A64C3-5A8B-1139-F13A-123F3F5BFB3A}"/>
              </a:ext>
            </a:extLst>
          </p:cNvPr>
          <p:cNvSpPr/>
          <p:nvPr/>
        </p:nvSpPr>
        <p:spPr>
          <a:xfrm>
            <a:off x="11655341" y="4294331"/>
            <a:ext cx="105649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1.00 mm</a:t>
            </a:r>
          </a:p>
        </p:txBody>
      </p:sp>
      <p:sp>
        <p:nvSpPr>
          <p:cNvPr id="203" name="Rectangle: Rounded Corners 9">
            <a:extLst>
              <a:ext uri="{FF2B5EF4-FFF2-40B4-BE49-F238E27FC236}">
                <a16:creationId xmlns:a16="http://schemas.microsoft.com/office/drawing/2014/main" id="{97EE95FD-ECFB-C0D4-38E1-2F489E445EC9}"/>
              </a:ext>
            </a:extLst>
          </p:cNvPr>
          <p:cNvSpPr/>
          <p:nvPr/>
        </p:nvSpPr>
        <p:spPr>
          <a:xfrm>
            <a:off x="8709761" y="4938639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1.00 mm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5E797DA-E735-E3E3-7FFE-47336CAA1B13}"/>
              </a:ext>
            </a:extLst>
          </p:cNvPr>
          <p:cNvSpPr/>
          <p:nvPr/>
        </p:nvSpPr>
        <p:spPr>
          <a:xfrm>
            <a:off x="7906184" y="8564597"/>
            <a:ext cx="155406" cy="14431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テキスト プレースホルダー 2">
            <a:extLst>
              <a:ext uri="{FF2B5EF4-FFF2-40B4-BE49-F238E27FC236}">
                <a16:creationId xmlns:a16="http://schemas.microsoft.com/office/drawing/2014/main" id="{E5063A0D-FBED-2BF4-F906-9E0874A36CB0}"/>
              </a:ext>
            </a:extLst>
          </p:cNvPr>
          <p:cNvSpPr txBox="1">
            <a:spLocks/>
          </p:cNvSpPr>
          <p:nvPr/>
        </p:nvSpPr>
        <p:spPr>
          <a:xfrm>
            <a:off x="6476030" y="6628599"/>
            <a:ext cx="6124057" cy="352279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Flatwise-wound Transformer (proposed)</a:t>
            </a: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08" name="テキスト プレースホルダー 2">
            <a:extLst>
              <a:ext uri="{FF2B5EF4-FFF2-40B4-BE49-F238E27FC236}">
                <a16:creationId xmlns:a16="http://schemas.microsoft.com/office/drawing/2014/main" id="{5955B4B8-F7F5-41D6-D1F6-9175C2BA9354}"/>
              </a:ext>
            </a:extLst>
          </p:cNvPr>
          <p:cNvSpPr txBox="1">
            <a:spLocks/>
          </p:cNvSpPr>
          <p:nvPr/>
        </p:nvSpPr>
        <p:spPr>
          <a:xfrm>
            <a:off x="6476030" y="1872287"/>
            <a:ext cx="6100461" cy="46730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20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  <a:sym typeface="Wingdings" pitchFamily="2" charset="2"/>
              </a:rPr>
              <a:t>Edgewise-wound Transformer</a:t>
            </a: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09" name="Rectangle: Rounded Corners 9">
            <a:extLst>
              <a:ext uri="{FF2B5EF4-FFF2-40B4-BE49-F238E27FC236}">
                <a16:creationId xmlns:a16="http://schemas.microsoft.com/office/drawing/2014/main" id="{38CF054F-A9BF-1E56-F526-58AD6A5FC948}"/>
              </a:ext>
            </a:extLst>
          </p:cNvPr>
          <p:cNvSpPr/>
          <p:nvPr/>
        </p:nvSpPr>
        <p:spPr>
          <a:xfrm rot="19765958">
            <a:off x="5926305" y="7395128"/>
            <a:ext cx="354467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1" name="Rectangle: Rounded Corners 9">
            <a:extLst>
              <a:ext uri="{FF2B5EF4-FFF2-40B4-BE49-F238E27FC236}">
                <a16:creationId xmlns:a16="http://schemas.microsoft.com/office/drawing/2014/main" id="{DF766074-3DA2-0428-9665-4F3E1774E9D5}"/>
              </a:ext>
            </a:extLst>
          </p:cNvPr>
          <p:cNvSpPr/>
          <p:nvPr/>
        </p:nvSpPr>
        <p:spPr>
          <a:xfrm>
            <a:off x="6611367" y="4658069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wire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2" name="Rectangle: Rounded Corners 9">
            <a:extLst>
              <a:ext uri="{FF2B5EF4-FFF2-40B4-BE49-F238E27FC236}">
                <a16:creationId xmlns:a16="http://schemas.microsoft.com/office/drawing/2014/main" id="{16400F0D-0F02-C38F-36E5-15648447FCBD}"/>
              </a:ext>
            </a:extLst>
          </p:cNvPr>
          <p:cNvSpPr/>
          <p:nvPr/>
        </p:nvSpPr>
        <p:spPr>
          <a:xfrm>
            <a:off x="7748976" y="4955107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wire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3" name="Rectangle: Rounded Corners 9">
            <a:extLst>
              <a:ext uri="{FF2B5EF4-FFF2-40B4-BE49-F238E27FC236}">
                <a16:creationId xmlns:a16="http://schemas.microsoft.com/office/drawing/2014/main" id="{9F4FD3ED-69BE-3727-54E3-E2962EC870B5}"/>
              </a:ext>
            </a:extLst>
          </p:cNvPr>
          <p:cNvSpPr/>
          <p:nvPr/>
        </p:nvSpPr>
        <p:spPr>
          <a:xfrm>
            <a:off x="10149478" y="9784795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inter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4" name="Rectangle: Rounded Corners 9">
            <a:extLst>
              <a:ext uri="{FF2B5EF4-FFF2-40B4-BE49-F238E27FC236}">
                <a16:creationId xmlns:a16="http://schemas.microsoft.com/office/drawing/2014/main" id="{6679D34D-2F93-ED40-14D7-9E3018701EBF}"/>
              </a:ext>
            </a:extLst>
          </p:cNvPr>
          <p:cNvSpPr/>
          <p:nvPr/>
        </p:nvSpPr>
        <p:spPr>
          <a:xfrm>
            <a:off x="9269260" y="9792242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clear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5" name="Rectangle: Rounded Corners 9">
            <a:extLst>
              <a:ext uri="{FF2B5EF4-FFF2-40B4-BE49-F238E27FC236}">
                <a16:creationId xmlns:a16="http://schemas.microsoft.com/office/drawing/2014/main" id="{BA19B252-01A4-04FB-44BC-403B6752B4FC}"/>
              </a:ext>
            </a:extLst>
          </p:cNvPr>
          <p:cNvSpPr/>
          <p:nvPr/>
        </p:nvSpPr>
        <p:spPr>
          <a:xfrm>
            <a:off x="8403347" y="9099877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6" name="Rectangle: Rounded Corners 9">
            <a:extLst>
              <a:ext uri="{FF2B5EF4-FFF2-40B4-BE49-F238E27FC236}">
                <a16:creationId xmlns:a16="http://schemas.microsoft.com/office/drawing/2014/main" id="{26F6C7E4-6B45-2F86-8E96-4B8E30EA611F}"/>
              </a:ext>
            </a:extLst>
          </p:cNvPr>
          <p:cNvSpPr/>
          <p:nvPr/>
        </p:nvSpPr>
        <p:spPr>
          <a:xfrm>
            <a:off x="11746541" y="4577425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7" name="Rectangle: Rounded Corners 9">
            <a:extLst>
              <a:ext uri="{FF2B5EF4-FFF2-40B4-BE49-F238E27FC236}">
                <a16:creationId xmlns:a16="http://schemas.microsoft.com/office/drawing/2014/main" id="{3016C885-225B-FC26-667F-521CC7DC29C1}"/>
              </a:ext>
            </a:extLst>
          </p:cNvPr>
          <p:cNvSpPr/>
          <p:nvPr/>
        </p:nvSpPr>
        <p:spPr>
          <a:xfrm>
            <a:off x="11764029" y="3863857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inter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8" name="Rectangle: Rounded Corners 9">
            <a:extLst>
              <a:ext uri="{FF2B5EF4-FFF2-40B4-BE49-F238E27FC236}">
                <a16:creationId xmlns:a16="http://schemas.microsoft.com/office/drawing/2014/main" id="{0A9C3415-E2F5-2B94-62B0-90547BBBC450}"/>
              </a:ext>
            </a:extLst>
          </p:cNvPr>
          <p:cNvSpPr/>
          <p:nvPr/>
        </p:nvSpPr>
        <p:spPr>
          <a:xfrm>
            <a:off x="9262369" y="5244051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clear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9" name="Rectangle: Rounded Corners 9">
            <a:extLst>
              <a:ext uri="{FF2B5EF4-FFF2-40B4-BE49-F238E27FC236}">
                <a16:creationId xmlns:a16="http://schemas.microsoft.com/office/drawing/2014/main" id="{CF827F3A-F000-3940-72E5-17F02C94DEBA}"/>
              </a:ext>
            </a:extLst>
          </p:cNvPr>
          <p:cNvSpPr/>
          <p:nvPr/>
        </p:nvSpPr>
        <p:spPr>
          <a:xfrm>
            <a:off x="7061500" y="9064549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wire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0" name="Rectangle: Rounded Corners 9">
            <a:extLst>
              <a:ext uri="{FF2B5EF4-FFF2-40B4-BE49-F238E27FC236}">
                <a16:creationId xmlns:a16="http://schemas.microsoft.com/office/drawing/2014/main" id="{B359CEF7-2DF0-9AC3-A0F2-C17226B8D4D5}"/>
              </a:ext>
            </a:extLst>
          </p:cNvPr>
          <p:cNvSpPr/>
          <p:nvPr/>
        </p:nvSpPr>
        <p:spPr>
          <a:xfrm>
            <a:off x="7592425" y="8207155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wire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1" name="Rectangle: Rounded Corners 9">
            <a:extLst>
              <a:ext uri="{FF2B5EF4-FFF2-40B4-BE49-F238E27FC236}">
                <a16:creationId xmlns:a16="http://schemas.microsoft.com/office/drawing/2014/main" id="{5AF4A9C8-3DF5-97BD-E375-B6187DA62B45}"/>
              </a:ext>
            </a:extLst>
          </p:cNvPr>
          <p:cNvSpPr/>
          <p:nvPr/>
        </p:nvSpPr>
        <p:spPr>
          <a:xfrm>
            <a:off x="11503531" y="8197183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2" name="Rectangle: Rounded Corners 9">
            <a:extLst>
              <a:ext uri="{FF2B5EF4-FFF2-40B4-BE49-F238E27FC236}">
                <a16:creationId xmlns:a16="http://schemas.microsoft.com/office/drawing/2014/main" id="{2E1D9487-E22E-6750-226F-296C592D98A8}"/>
              </a:ext>
            </a:extLst>
          </p:cNvPr>
          <p:cNvSpPr/>
          <p:nvPr/>
        </p:nvSpPr>
        <p:spPr>
          <a:xfrm>
            <a:off x="10149478" y="6936022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1E8F8862-9519-6B9F-929A-0A1107C7B07E}"/>
              </a:ext>
            </a:extLst>
          </p:cNvPr>
          <p:cNvCxnSpPr>
            <a:cxnSpLocks/>
          </p:cNvCxnSpPr>
          <p:nvPr/>
        </p:nvCxnSpPr>
        <p:spPr>
          <a:xfrm rot="5400000">
            <a:off x="9502126" y="7294904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03DD1FB-710C-B78A-56A1-27E89E89B4B4}"/>
              </a:ext>
            </a:extLst>
          </p:cNvPr>
          <p:cNvCxnSpPr>
            <a:cxnSpLocks/>
          </p:cNvCxnSpPr>
          <p:nvPr/>
        </p:nvCxnSpPr>
        <p:spPr>
          <a:xfrm rot="5400000">
            <a:off x="11057343" y="7274287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Rectangle: Rounded Corners 9">
            <a:extLst>
              <a:ext uri="{FF2B5EF4-FFF2-40B4-BE49-F238E27FC236}">
                <a16:creationId xmlns:a16="http://schemas.microsoft.com/office/drawing/2014/main" id="{082A73DF-FFB9-50E8-8988-5C0D8B70CB0B}"/>
              </a:ext>
            </a:extLst>
          </p:cNvPr>
          <p:cNvSpPr/>
          <p:nvPr/>
        </p:nvSpPr>
        <p:spPr>
          <a:xfrm>
            <a:off x="10050924" y="2395033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487AC046-79D5-4881-96E2-5ADC77490656}"/>
              </a:ext>
            </a:extLst>
          </p:cNvPr>
          <p:cNvCxnSpPr>
            <a:cxnSpLocks/>
          </p:cNvCxnSpPr>
          <p:nvPr/>
        </p:nvCxnSpPr>
        <p:spPr>
          <a:xfrm rot="5400000">
            <a:off x="9407845" y="2753915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8FADEAA9-2A91-96CE-9210-5EA736AFCB77}"/>
              </a:ext>
            </a:extLst>
          </p:cNvPr>
          <p:cNvCxnSpPr>
            <a:cxnSpLocks/>
          </p:cNvCxnSpPr>
          <p:nvPr/>
        </p:nvCxnSpPr>
        <p:spPr>
          <a:xfrm rot="5400000">
            <a:off x="10954516" y="2733298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418C7C3A-45F8-BCF8-F6ED-1D6A00F5800A}"/>
              </a:ext>
            </a:extLst>
          </p:cNvPr>
          <p:cNvCxnSpPr/>
          <p:nvPr/>
        </p:nvCxnSpPr>
        <p:spPr>
          <a:xfrm>
            <a:off x="9118112" y="3018525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820C85D5-64BB-56A9-20F0-C2B9C24ED453}"/>
              </a:ext>
            </a:extLst>
          </p:cNvPr>
          <p:cNvCxnSpPr/>
          <p:nvPr/>
        </p:nvCxnSpPr>
        <p:spPr>
          <a:xfrm>
            <a:off x="9122730" y="4562668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Rectangle: Rounded Corners 9">
            <a:extLst>
              <a:ext uri="{FF2B5EF4-FFF2-40B4-BE49-F238E27FC236}">
                <a16:creationId xmlns:a16="http://schemas.microsoft.com/office/drawing/2014/main" id="{59153293-C2A7-EC61-CFBD-B5CF9EC39036}"/>
              </a:ext>
            </a:extLst>
          </p:cNvPr>
          <p:cNvSpPr/>
          <p:nvPr/>
        </p:nvSpPr>
        <p:spPr>
          <a:xfrm>
            <a:off x="8711938" y="3905132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31" name="Rectangle: Rounded Corners 9">
            <a:extLst>
              <a:ext uri="{FF2B5EF4-FFF2-40B4-BE49-F238E27FC236}">
                <a16:creationId xmlns:a16="http://schemas.microsoft.com/office/drawing/2014/main" id="{1E55CE7F-235D-3460-D0E8-3B045B68590E}"/>
              </a:ext>
            </a:extLst>
          </p:cNvPr>
          <p:cNvSpPr/>
          <p:nvPr/>
        </p:nvSpPr>
        <p:spPr>
          <a:xfrm rot="19765958">
            <a:off x="6685950" y="2480407"/>
            <a:ext cx="1054126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</a:t>
            </a:r>
            <a:endParaRPr lang="en-PH" i="1" baseline="-2500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32" name="Rectangle: Rounded Corners 9">
            <a:extLst>
              <a:ext uri="{FF2B5EF4-FFF2-40B4-BE49-F238E27FC236}">
                <a16:creationId xmlns:a16="http://schemas.microsoft.com/office/drawing/2014/main" id="{913FC309-3CCE-103F-B633-EE83F68C2B52}"/>
              </a:ext>
            </a:extLst>
          </p:cNvPr>
          <p:cNvSpPr/>
          <p:nvPr/>
        </p:nvSpPr>
        <p:spPr>
          <a:xfrm>
            <a:off x="7756253" y="2802669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</a:t>
            </a:r>
            <a:endParaRPr lang="en-PH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33" name="Rectangle: Rounded Corners 9">
            <a:extLst>
              <a:ext uri="{FF2B5EF4-FFF2-40B4-BE49-F238E27FC236}">
                <a16:creationId xmlns:a16="http://schemas.microsoft.com/office/drawing/2014/main" id="{8FDAD7EB-87BD-B839-C80D-25BC01AC31F5}"/>
              </a:ext>
            </a:extLst>
          </p:cNvPr>
          <p:cNvSpPr/>
          <p:nvPr/>
        </p:nvSpPr>
        <p:spPr>
          <a:xfrm rot="2140464">
            <a:off x="5989729" y="3489239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</a:t>
            </a:r>
            <a:endParaRPr lang="en-PH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5B31830B-26AB-8A44-2A35-48846692D400}"/>
              </a:ext>
            </a:extLst>
          </p:cNvPr>
          <p:cNvGrpSpPr/>
          <p:nvPr/>
        </p:nvGrpSpPr>
        <p:grpSpPr>
          <a:xfrm rot="5400000">
            <a:off x="10284787" y="9301560"/>
            <a:ext cx="545837" cy="61333"/>
            <a:chOff x="3708336" y="3708337"/>
            <a:chExt cx="545837" cy="61333"/>
          </a:xfrm>
        </p:grpSpPr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90CE4633-6391-C44A-984C-407EB1F6773F}"/>
                </a:ext>
              </a:extLst>
            </p:cNvPr>
            <p:cNvCxnSpPr/>
            <p:nvPr/>
          </p:nvCxnSpPr>
          <p:spPr>
            <a:xfrm>
              <a:off x="3708336" y="3708337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A54D19EE-BE1E-03AB-C2B5-2B06FD1B682F}"/>
                </a:ext>
              </a:extLst>
            </p:cNvPr>
            <p:cNvCxnSpPr/>
            <p:nvPr/>
          </p:nvCxnSpPr>
          <p:spPr>
            <a:xfrm>
              <a:off x="3708336" y="3769670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8" name="Picture 237" descr="A graph of a number of magnetizing signals&#10;&#10;AI-generated content may be incorrect.">
            <a:extLst>
              <a:ext uri="{FF2B5EF4-FFF2-40B4-BE49-F238E27FC236}">
                <a16:creationId xmlns:a16="http://schemas.microsoft.com/office/drawing/2014/main" id="{939AE391-015D-9466-AF33-483D4A05F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37085" y="6471121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547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1719E-37ED-DD79-FA01-122160D8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blue rectangular objec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42E0384F-213B-69AE-B286-0ACD05948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0" t="19241" r="74622" b="20824"/>
          <a:stretch>
            <a:fillRect/>
          </a:stretch>
        </p:blipFill>
        <p:spPr>
          <a:xfrm>
            <a:off x="-5347797" y="14693094"/>
            <a:ext cx="2662830" cy="7544327"/>
          </a:xfrm>
          <a:prstGeom prst="rect">
            <a:avLst/>
          </a:prstGeom>
        </p:spPr>
      </p:pic>
      <p:pic>
        <p:nvPicPr>
          <p:cNvPr id="276" name="Picture 275" descr="A green rectangular object with blue and green squares&#10;&#10;AI-generated content may be incorrect.">
            <a:extLst>
              <a:ext uri="{FF2B5EF4-FFF2-40B4-BE49-F238E27FC236}">
                <a16:creationId xmlns:a16="http://schemas.microsoft.com/office/drawing/2014/main" id="{5F24FD74-587D-CACB-4FB6-ECF0F105E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36" t="4714" r="17915" b="3752"/>
          <a:stretch>
            <a:fillRect/>
          </a:stretch>
        </p:blipFill>
        <p:spPr>
          <a:xfrm flipH="1">
            <a:off x="11980807" y="19685215"/>
            <a:ext cx="3409910" cy="2879053"/>
          </a:xfrm>
          <a:prstGeom prst="rect">
            <a:avLst/>
          </a:prstGeom>
        </p:spPr>
      </p:pic>
      <p:pic>
        <p:nvPicPr>
          <p:cNvPr id="278" name="Picture 277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A8E0F833-AB78-C9D5-CCA0-98D0BE66F0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7" t="4275" r="15025" b="4900"/>
          <a:stretch>
            <a:fillRect/>
          </a:stretch>
        </p:blipFill>
        <p:spPr>
          <a:xfrm flipH="1">
            <a:off x="5577786" y="19714946"/>
            <a:ext cx="3644909" cy="2817005"/>
          </a:xfrm>
          <a:prstGeom prst="rect">
            <a:avLst/>
          </a:prstGeom>
        </p:spPr>
      </p:pic>
      <p:pic>
        <p:nvPicPr>
          <p:cNvPr id="280" name="Picture 279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D9983284-ABB7-B36B-5EF5-1D73FD824D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7" t="4985" r="13918" b="4837"/>
          <a:stretch>
            <a:fillRect/>
          </a:stretch>
        </p:blipFill>
        <p:spPr>
          <a:xfrm flipH="1">
            <a:off x="-1587808" y="19752395"/>
            <a:ext cx="3806596" cy="2811873"/>
          </a:xfrm>
          <a:prstGeom prst="rect">
            <a:avLst/>
          </a:prstGeom>
        </p:spPr>
      </p:pic>
      <p:pic>
        <p:nvPicPr>
          <p:cNvPr id="274" name="Picture 273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807BB4C2-AB5A-25AF-6A20-67867758F0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3" t="4905" r="15039" b="4461"/>
          <a:stretch>
            <a:fillRect/>
          </a:stretch>
        </p:blipFill>
        <p:spPr>
          <a:xfrm flipH="1">
            <a:off x="5634328" y="13460359"/>
            <a:ext cx="3705211" cy="2860870"/>
          </a:xfrm>
          <a:prstGeom prst="rect">
            <a:avLst/>
          </a:prstGeom>
        </p:spPr>
      </p:pic>
      <p:pic>
        <p:nvPicPr>
          <p:cNvPr id="282" name="Picture 281" descr="A green and blue rectangle with black lines&#10;&#10;AI-generated content may be incorrect.">
            <a:extLst>
              <a:ext uri="{FF2B5EF4-FFF2-40B4-BE49-F238E27FC236}">
                <a16:creationId xmlns:a16="http://schemas.microsoft.com/office/drawing/2014/main" id="{2AFB1F84-3DF0-EE26-7293-66322820C5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05" t="29437" r="11664" b="33103"/>
          <a:stretch>
            <a:fillRect/>
          </a:stretch>
        </p:blipFill>
        <p:spPr>
          <a:xfrm>
            <a:off x="1102096" y="21870817"/>
            <a:ext cx="1371430" cy="1015661"/>
          </a:xfrm>
          <a:prstGeom prst="rect">
            <a:avLst/>
          </a:prstGeom>
        </p:spPr>
      </p:pic>
      <p:pic>
        <p:nvPicPr>
          <p:cNvPr id="272" name="Picture 271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293C9631-E84B-26C3-9B17-63599190FD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1" t="5026" r="16263" b="5026"/>
          <a:stretch>
            <a:fillRect/>
          </a:stretch>
        </p:blipFill>
        <p:spPr>
          <a:xfrm flipH="1">
            <a:off x="12220009" y="13514663"/>
            <a:ext cx="3569133" cy="2817004"/>
          </a:xfrm>
          <a:prstGeom prst="rect">
            <a:avLst/>
          </a:prstGeom>
        </p:spPr>
      </p:pic>
      <p:pic>
        <p:nvPicPr>
          <p:cNvPr id="268" name="Picture 267" descr="A blue box with black lines&#10;&#10;AI-generated content may be incorrect.">
            <a:extLst>
              <a:ext uri="{FF2B5EF4-FFF2-40B4-BE49-F238E27FC236}">
                <a16:creationId xmlns:a16="http://schemas.microsoft.com/office/drawing/2014/main" id="{BD7EA99C-1C54-BDD4-12FB-389D444C0D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5" t="5025" r="12916" b="5025"/>
          <a:stretch>
            <a:fillRect/>
          </a:stretch>
        </p:blipFill>
        <p:spPr>
          <a:xfrm flipH="1">
            <a:off x="-1643807" y="13616433"/>
            <a:ext cx="3678636" cy="2655213"/>
          </a:xfrm>
          <a:prstGeom prst="rect">
            <a:avLst/>
          </a:prstGeom>
        </p:spPr>
      </p:pic>
      <p:pic>
        <p:nvPicPr>
          <p:cNvPr id="59" name="Picture 58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9EDD66A9-3EEE-F547-6808-236E5A9EF1E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92" t="4638" r="20459" b="4985"/>
          <a:stretch>
            <a:fillRect/>
          </a:stretch>
        </p:blipFill>
        <p:spPr>
          <a:xfrm flipH="1">
            <a:off x="12127276" y="1734303"/>
            <a:ext cx="3521840" cy="2834123"/>
          </a:xfrm>
          <a:prstGeom prst="rect">
            <a:avLst/>
          </a:prstGeom>
        </p:spPr>
      </p:pic>
      <p:pic>
        <p:nvPicPr>
          <p:cNvPr id="65" name="Picture 64" descr="A blue rectangle with red and black lines&#10;&#10;AI-generated content may be incorrect.">
            <a:extLst>
              <a:ext uri="{FF2B5EF4-FFF2-40B4-BE49-F238E27FC236}">
                <a16:creationId xmlns:a16="http://schemas.microsoft.com/office/drawing/2014/main" id="{82AC8B91-499E-E885-69C9-B76B2342E4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22" t="20211" r="6970" b="20028"/>
          <a:stretch>
            <a:fillRect/>
          </a:stretch>
        </p:blipFill>
        <p:spPr>
          <a:xfrm>
            <a:off x="14189138" y="4211629"/>
            <a:ext cx="977553" cy="1218236"/>
          </a:xfrm>
          <a:prstGeom prst="rect">
            <a:avLst/>
          </a:prstGeom>
        </p:spPr>
      </p:pic>
      <p:pic>
        <p:nvPicPr>
          <p:cNvPr id="57" name="Picture 56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B0D0D3AD-2659-1A8C-A35E-D6074FFDC2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4" t="4276" r="19491" b="5228"/>
          <a:stretch>
            <a:fillRect/>
          </a:stretch>
        </p:blipFill>
        <p:spPr>
          <a:xfrm flipH="1">
            <a:off x="5765244" y="1676416"/>
            <a:ext cx="3617035" cy="2817003"/>
          </a:xfrm>
          <a:prstGeom prst="rect">
            <a:avLst/>
          </a:prstGeom>
        </p:spPr>
      </p:pic>
      <p:pic>
        <p:nvPicPr>
          <p:cNvPr id="55" name="Picture 54" descr="A blu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081E350B-145E-AC33-9574-CDFFBDDFCD4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0" t="4757" r="17380" b="5000"/>
          <a:stretch>
            <a:fillRect/>
          </a:stretch>
        </p:blipFill>
        <p:spPr>
          <a:xfrm flipH="1">
            <a:off x="-1626110" y="1734303"/>
            <a:ext cx="3731141" cy="2723156"/>
          </a:xfrm>
          <a:prstGeom prst="rect">
            <a:avLst/>
          </a:prstGeom>
        </p:spPr>
      </p:pic>
      <p:pic>
        <p:nvPicPr>
          <p:cNvPr id="34" name="Picture 33" descr="A blue rectangular object with green and yellow stripes&#10;&#10;AI-generated content may be incorrect.">
            <a:extLst>
              <a:ext uri="{FF2B5EF4-FFF2-40B4-BE49-F238E27FC236}">
                <a16:creationId xmlns:a16="http://schemas.microsoft.com/office/drawing/2014/main" id="{CDB02485-0A1D-2747-D0AA-D9B4FD69013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7" t="4804" r="13420" b="4802"/>
          <a:stretch>
            <a:fillRect/>
          </a:stretch>
        </p:blipFill>
        <p:spPr>
          <a:xfrm flipH="1">
            <a:off x="-1526309" y="7980718"/>
            <a:ext cx="3672697" cy="2694942"/>
          </a:xfrm>
          <a:prstGeom prst="rect">
            <a:avLst/>
          </a:prstGeom>
        </p:spPr>
      </p:pic>
      <p:pic>
        <p:nvPicPr>
          <p:cNvPr id="38" name="Picture 37" descr="A blue rectangular object with a yellow center&#10;&#10;AI-generated content may be incorrect.">
            <a:extLst>
              <a:ext uri="{FF2B5EF4-FFF2-40B4-BE49-F238E27FC236}">
                <a16:creationId xmlns:a16="http://schemas.microsoft.com/office/drawing/2014/main" id="{42237004-341E-018B-1FE8-0DB4DC84762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6" t="4115" r="15243" b="4798"/>
          <a:stretch>
            <a:fillRect/>
          </a:stretch>
        </p:blipFill>
        <p:spPr>
          <a:xfrm flipH="1">
            <a:off x="5548657" y="7760422"/>
            <a:ext cx="3656636" cy="2906320"/>
          </a:xfrm>
          <a:prstGeom prst="rect">
            <a:avLst/>
          </a:prstGeom>
        </p:spPr>
      </p:pic>
      <p:pic>
        <p:nvPicPr>
          <p:cNvPr id="51" name="Picture 50" descr="A blue and green rectangles&#10;&#10;AI-generated content may be incorrect.">
            <a:extLst>
              <a:ext uri="{FF2B5EF4-FFF2-40B4-BE49-F238E27FC236}">
                <a16:creationId xmlns:a16="http://schemas.microsoft.com/office/drawing/2014/main" id="{DBCCA7FA-9A11-EB99-9ECA-E108BB2337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7" t="12693" r="5134" b="12618"/>
          <a:stretch>
            <a:fillRect/>
          </a:stretch>
        </p:blipFill>
        <p:spPr>
          <a:xfrm>
            <a:off x="8449122" y="9999415"/>
            <a:ext cx="1114713" cy="1086359"/>
          </a:xfrm>
          <a:prstGeom prst="rect">
            <a:avLst/>
          </a:prstGeom>
        </p:spPr>
      </p:pic>
      <p:pic>
        <p:nvPicPr>
          <p:cNvPr id="3" name="Picture 2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3BB9E919-51E4-A899-5DCE-F36F880331C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3" t="5236" r="17866" b="4681"/>
          <a:stretch>
            <a:fillRect/>
          </a:stretch>
        </p:blipFill>
        <p:spPr>
          <a:xfrm flipH="1">
            <a:off x="12105758" y="7744454"/>
            <a:ext cx="3449542" cy="2860870"/>
          </a:xfrm>
          <a:prstGeom prst="rect">
            <a:avLst/>
          </a:prstGeom>
        </p:spPr>
      </p:pic>
      <p:pic>
        <p:nvPicPr>
          <p:cNvPr id="45" name="Picture 44" descr="A green and yellow squares&#10;&#10;AI-generated content may be incorrect.">
            <a:extLst>
              <a:ext uri="{FF2B5EF4-FFF2-40B4-BE49-F238E27FC236}">
                <a16:creationId xmlns:a16="http://schemas.microsoft.com/office/drawing/2014/main" id="{7A5CEE1D-14CF-C783-9913-612E60228D3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63" t="7068" r="11427" b="15154"/>
          <a:stretch>
            <a:fillRect/>
          </a:stretch>
        </p:blipFill>
        <p:spPr>
          <a:xfrm>
            <a:off x="14722390" y="9978946"/>
            <a:ext cx="916908" cy="1208729"/>
          </a:xfrm>
          <a:prstGeom prst="rect">
            <a:avLst/>
          </a:prstGeom>
        </p:spPr>
      </p:pic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53B101C-79FD-D312-2004-207E009106D9}"/>
              </a:ext>
            </a:extLst>
          </p:cNvPr>
          <p:cNvSpPr txBox="1">
            <a:spLocks/>
          </p:cNvSpPr>
          <p:nvPr/>
        </p:nvSpPr>
        <p:spPr>
          <a:xfrm>
            <a:off x="-780104" y="978910"/>
            <a:ext cx="9461115" cy="447422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3">
                <a:extLst>
                  <a:ext uri="{FF2B5EF4-FFF2-40B4-BE49-F238E27FC236}">
                    <a16:creationId xmlns:a16="http://schemas.microsoft.com/office/drawing/2014/main" id="{5D90A1FD-9D5B-FB5C-ACCE-F7C26CF0D6A6}"/>
                  </a:ext>
                </a:extLst>
              </p:cNvPr>
              <p:cNvSpPr/>
              <p:nvPr/>
            </p:nvSpPr>
            <p:spPr>
              <a:xfrm>
                <a:off x="-5834596" y="1220113"/>
                <a:ext cx="3913072" cy="149147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4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sz="4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C]</a:t>
                </a:r>
                <a:endParaRPr lang="en-JP" sz="48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ounded Rectangle 3">
                <a:extLst>
                  <a:ext uri="{FF2B5EF4-FFF2-40B4-BE49-F238E27FC236}">
                    <a16:creationId xmlns:a16="http://schemas.microsoft.com/office/drawing/2014/main" id="{5D90A1FD-9D5B-FB5C-ACCE-F7C26CF0D6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34596" y="1220113"/>
                <a:ext cx="3913072" cy="1491475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7A6CC38-B205-ADC4-F46B-9766A71FBC1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9" t="76256" r="86948" b="6623"/>
          <a:stretch>
            <a:fillRect/>
          </a:stretch>
        </p:blipFill>
        <p:spPr>
          <a:xfrm>
            <a:off x="-5017599" y="4413039"/>
            <a:ext cx="2604818" cy="29293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60AE1B-7E01-5187-AC6B-E0C5F4ADEA50}"/>
              </a:ext>
            </a:extLst>
          </p:cNvPr>
          <p:cNvSpPr txBox="1"/>
          <p:nvPr/>
        </p:nvSpPr>
        <p:spPr>
          <a:xfrm>
            <a:off x="7843527" y="388127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4FBF22-8B09-4800-8123-E53639CBD3A6}"/>
              </a:ext>
            </a:extLst>
          </p:cNvPr>
          <p:cNvGrpSpPr/>
          <p:nvPr/>
        </p:nvGrpSpPr>
        <p:grpSpPr>
          <a:xfrm>
            <a:off x="-2052151" y="840524"/>
            <a:ext cx="872174" cy="854016"/>
            <a:chOff x="6750293" y="2407669"/>
            <a:chExt cx="1780068" cy="174300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6EBB6D2-98C7-C622-FFE7-59C559B87D1F}"/>
                </a:ext>
              </a:extLst>
            </p:cNvPr>
            <p:cNvSpPr/>
            <p:nvPr/>
          </p:nvSpPr>
          <p:spPr>
            <a:xfrm>
              <a:off x="6750293" y="2407669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A3F72C1-644A-1B9F-E593-ECD9423FC948}"/>
                </a:ext>
              </a:extLst>
            </p:cNvPr>
            <p:cNvGrpSpPr/>
            <p:nvPr/>
          </p:nvGrpSpPr>
          <p:grpSpPr>
            <a:xfrm>
              <a:off x="6978166" y="2617955"/>
              <a:ext cx="1320364" cy="1319180"/>
              <a:chOff x="6978166" y="2617955"/>
              <a:chExt cx="1320364" cy="13191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1BFAC16-3089-5A5F-7776-8F00EED4A76D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FE173D2-72F2-CB9D-6C57-74A1264AE3C1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E4B46B8-572D-D49D-4678-D74F60562580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D6D97A2-044C-604B-4D3C-74805E413C00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EE578654-D601-D132-B22B-C1F0A2B4E6E9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" name="フローチャート: 和接合 16">
                  <a:extLst>
                    <a:ext uri="{FF2B5EF4-FFF2-40B4-BE49-F238E27FC236}">
                      <a16:creationId xmlns:a16="http://schemas.microsoft.com/office/drawing/2014/main" id="{02B06BAA-0261-0C88-D13F-84615FC137F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698C7C2-AEB0-B8C4-4655-825BB893DBE7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2D7BCBE6-975A-76CB-20C2-E1BCE56C65D8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88" name="楕円 300">
                  <a:extLst>
                    <a:ext uri="{FF2B5EF4-FFF2-40B4-BE49-F238E27FC236}">
                      <a16:creationId xmlns:a16="http://schemas.microsoft.com/office/drawing/2014/main" id="{EB030C72-BB43-0297-7422-093F54B16F6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" name="楕円 301">
                  <a:extLst>
                    <a:ext uri="{FF2B5EF4-FFF2-40B4-BE49-F238E27FC236}">
                      <a16:creationId xmlns:a16="http://schemas.microsoft.com/office/drawing/2014/main" id="{0233059A-C416-D57E-E9D0-DDF60EAD181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FFEFC41-082B-7B56-C75A-530CB47DF661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A61736A5-5CF7-EAA4-2FCB-C3C6A9EE22F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フローチャート: 和接合 16">
                  <a:extLst>
                    <a:ext uri="{FF2B5EF4-FFF2-40B4-BE49-F238E27FC236}">
                      <a16:creationId xmlns:a16="http://schemas.microsoft.com/office/drawing/2014/main" id="{3E086BD0-83B8-5284-8349-F7ADFF28531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FDFD36C-68A4-0F1F-ECA0-8051CFB7133D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46AD28CC-BE10-4C3E-0411-62B62FBB65F7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84" name="楕円 300">
                  <a:extLst>
                    <a:ext uri="{FF2B5EF4-FFF2-40B4-BE49-F238E27FC236}">
                      <a16:creationId xmlns:a16="http://schemas.microsoft.com/office/drawing/2014/main" id="{8BE8F676-D2D5-DC20-96A2-FE7EC8E6D5A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楕円 301">
                  <a:extLst>
                    <a:ext uri="{FF2B5EF4-FFF2-40B4-BE49-F238E27FC236}">
                      <a16:creationId xmlns:a16="http://schemas.microsoft.com/office/drawing/2014/main" id="{B10B6574-4A34-499B-CCA3-E6BBE89CEC9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E132B42-B28D-C9F0-AD92-1ABAA1A5BFA5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54A7117-F0C8-CF74-411F-03D71E1FBE6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" name="フローチャート: 和接合 16">
                  <a:extLst>
                    <a:ext uri="{FF2B5EF4-FFF2-40B4-BE49-F238E27FC236}">
                      <a16:creationId xmlns:a16="http://schemas.microsoft.com/office/drawing/2014/main" id="{38CAFF69-7C44-C486-334F-705B82A52B5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9080E8F-9FE2-571E-77F8-6DD693DD130D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1AF102A-A974-8B84-F5B3-3D72BD9BC42A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80" name="楕円 300">
                  <a:extLst>
                    <a:ext uri="{FF2B5EF4-FFF2-40B4-BE49-F238E27FC236}">
                      <a16:creationId xmlns:a16="http://schemas.microsoft.com/office/drawing/2014/main" id="{2EFB6CF0-8425-90CF-BDA7-BC2C224650B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" name="楕円 301">
                  <a:extLst>
                    <a:ext uri="{FF2B5EF4-FFF2-40B4-BE49-F238E27FC236}">
                      <a16:creationId xmlns:a16="http://schemas.microsoft.com/office/drawing/2014/main" id="{E2DB3A69-46FB-4E68-2B4A-0EDFA4A8597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C4FE6A9-B07D-15F0-966B-CD9E7F7C9605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0C7993B8-FA6F-585F-6D21-10C6FE5ECDC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" name="フローチャート: 和接合 16">
                  <a:extLst>
                    <a:ext uri="{FF2B5EF4-FFF2-40B4-BE49-F238E27FC236}">
                      <a16:creationId xmlns:a16="http://schemas.microsoft.com/office/drawing/2014/main" id="{A16F09AC-3D74-5744-33F2-C79195C02B7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E1CD3D2-E566-67F4-6BFC-B6533A9F09D0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38EE624-53BA-0A44-F18E-E181ADF120C3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32" name="楕円 300">
                  <a:extLst>
                    <a:ext uri="{FF2B5EF4-FFF2-40B4-BE49-F238E27FC236}">
                      <a16:creationId xmlns:a16="http://schemas.microsoft.com/office/drawing/2014/main" id="{13A3B36C-A803-EF4C-71BB-9AD9697A8A7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楕円 301">
                  <a:extLst>
                    <a:ext uri="{FF2B5EF4-FFF2-40B4-BE49-F238E27FC236}">
                      <a16:creationId xmlns:a16="http://schemas.microsoft.com/office/drawing/2014/main" id="{A123DD2B-0F6F-FB2F-D1AD-0F01BED71A3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BFB6B30-D9AE-BBD6-78BA-6ECB1B7AA9D0}"/>
              </a:ext>
            </a:extLst>
          </p:cNvPr>
          <p:cNvGrpSpPr/>
          <p:nvPr/>
        </p:nvGrpSpPr>
        <p:grpSpPr>
          <a:xfrm>
            <a:off x="-2055474" y="6933733"/>
            <a:ext cx="925486" cy="906217"/>
            <a:chOff x="4693246" y="2402296"/>
            <a:chExt cx="1780068" cy="1743007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9FA1BD3-598E-FE98-1F6F-99DC2FB7CA0E}"/>
                </a:ext>
              </a:extLst>
            </p:cNvPr>
            <p:cNvSpPr/>
            <p:nvPr/>
          </p:nvSpPr>
          <p:spPr>
            <a:xfrm>
              <a:off x="4693246" y="2402296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29A863F-FDC6-A639-F422-352B5270D1C4}"/>
                </a:ext>
              </a:extLst>
            </p:cNvPr>
            <p:cNvSpPr/>
            <p:nvPr/>
          </p:nvSpPr>
          <p:spPr>
            <a:xfrm>
              <a:off x="4921120" y="2612583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874F2B7-52F3-CA10-A7A7-D8846121C81C}"/>
                </a:ext>
              </a:extLst>
            </p:cNvPr>
            <p:cNvSpPr/>
            <p:nvPr/>
          </p:nvSpPr>
          <p:spPr>
            <a:xfrm rot="5400000">
              <a:off x="5559040" y="1974661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3BF5EB1-1AB1-9536-41C2-EBB960DBCB44}"/>
                </a:ext>
              </a:extLst>
            </p:cNvPr>
            <p:cNvSpPr/>
            <p:nvPr/>
          </p:nvSpPr>
          <p:spPr>
            <a:xfrm rot="5400000">
              <a:off x="5560873" y="3251149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4148324-F7E9-97D0-8CD0-88A41DFAE860}"/>
                </a:ext>
              </a:extLst>
            </p:cNvPr>
            <p:cNvSpPr/>
            <p:nvPr/>
          </p:nvSpPr>
          <p:spPr>
            <a:xfrm rot="5400000">
              <a:off x="5519768" y="2256054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フローチャート: 和接合 16">
              <a:extLst>
                <a:ext uri="{FF2B5EF4-FFF2-40B4-BE49-F238E27FC236}">
                  <a16:creationId xmlns:a16="http://schemas.microsoft.com/office/drawing/2014/main" id="{A9A6C7C0-5B77-88A2-AAF3-2B67F6F91484}"/>
                </a:ext>
              </a:extLst>
            </p:cNvPr>
            <p:cNvSpPr/>
            <p:nvPr/>
          </p:nvSpPr>
          <p:spPr bwMode="auto">
            <a:xfrm rot="10800000">
              <a:off x="5548568" y="2843234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CF393A8-355A-9858-D413-EA814688EACA}"/>
                </a:ext>
              </a:extLst>
            </p:cNvPr>
            <p:cNvSpPr/>
            <p:nvPr/>
          </p:nvSpPr>
          <p:spPr>
            <a:xfrm rot="5400000">
              <a:off x="5520147" y="2097234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3BCEDF6D-2181-BF62-78DE-A0FD3470D989}"/>
                </a:ext>
              </a:extLst>
            </p:cNvPr>
            <p:cNvGrpSpPr/>
            <p:nvPr/>
          </p:nvGrpSpPr>
          <p:grpSpPr>
            <a:xfrm>
              <a:off x="5550747" y="2685552"/>
              <a:ext cx="57600" cy="58165"/>
              <a:chOff x="5550747" y="2678351"/>
              <a:chExt cx="57600" cy="58165"/>
            </a:xfrm>
          </p:grpSpPr>
          <p:sp>
            <p:nvSpPr>
              <p:cNvPr id="119" name="楕円 300">
                <a:extLst>
                  <a:ext uri="{FF2B5EF4-FFF2-40B4-BE49-F238E27FC236}">
                    <a16:creationId xmlns:a16="http://schemas.microsoft.com/office/drawing/2014/main" id="{FB18E695-7692-1437-A443-8569FB34EBD0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楕円 301">
                <a:extLst>
                  <a:ext uri="{FF2B5EF4-FFF2-40B4-BE49-F238E27FC236}">
                    <a16:creationId xmlns:a16="http://schemas.microsoft.com/office/drawing/2014/main" id="{F8251661-BCEE-17F5-8A5D-30EE707EBF49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8D671BD-8366-8FF9-97EC-4680676F5CA3}"/>
                </a:ext>
              </a:extLst>
            </p:cNvPr>
            <p:cNvSpPr/>
            <p:nvPr/>
          </p:nvSpPr>
          <p:spPr>
            <a:xfrm rot="5400000">
              <a:off x="5519768" y="2574456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フローチャート: 和接合 16">
              <a:extLst>
                <a:ext uri="{FF2B5EF4-FFF2-40B4-BE49-F238E27FC236}">
                  <a16:creationId xmlns:a16="http://schemas.microsoft.com/office/drawing/2014/main" id="{DEB0CBD5-CF61-CD91-3CA1-2BFC659DC314}"/>
                </a:ext>
              </a:extLst>
            </p:cNvPr>
            <p:cNvSpPr/>
            <p:nvPr/>
          </p:nvSpPr>
          <p:spPr bwMode="auto">
            <a:xfrm rot="10800000">
              <a:off x="5548568" y="3161636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0621E8B-7F8D-4F4E-B1F1-FF7C516401EF}"/>
                </a:ext>
              </a:extLst>
            </p:cNvPr>
            <p:cNvSpPr/>
            <p:nvPr/>
          </p:nvSpPr>
          <p:spPr>
            <a:xfrm rot="5400000">
              <a:off x="5520147" y="2415636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6DAF0DA1-4F6F-0D08-617F-3EE87A3BC2B0}"/>
                </a:ext>
              </a:extLst>
            </p:cNvPr>
            <p:cNvGrpSpPr/>
            <p:nvPr/>
          </p:nvGrpSpPr>
          <p:grpSpPr>
            <a:xfrm>
              <a:off x="5550747" y="3003954"/>
              <a:ext cx="57600" cy="58165"/>
              <a:chOff x="5550747" y="2678351"/>
              <a:chExt cx="57600" cy="58165"/>
            </a:xfrm>
          </p:grpSpPr>
          <p:sp>
            <p:nvSpPr>
              <p:cNvPr id="117" name="楕円 300">
                <a:extLst>
                  <a:ext uri="{FF2B5EF4-FFF2-40B4-BE49-F238E27FC236}">
                    <a16:creationId xmlns:a16="http://schemas.microsoft.com/office/drawing/2014/main" id="{F348AC88-6FCF-D961-6C26-498F855D6C26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楕円 301">
                <a:extLst>
                  <a:ext uri="{FF2B5EF4-FFF2-40B4-BE49-F238E27FC236}">
                    <a16:creationId xmlns:a16="http://schemas.microsoft.com/office/drawing/2014/main" id="{157963E5-9E78-83D8-1C9F-1246D8D31A75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3536F57-5493-BFAD-6DB0-2378C17FFD8C}"/>
                </a:ext>
              </a:extLst>
            </p:cNvPr>
            <p:cNvSpPr/>
            <p:nvPr/>
          </p:nvSpPr>
          <p:spPr>
            <a:xfrm rot="5400000">
              <a:off x="5519768" y="2892858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フローチャート: 和接合 16">
              <a:extLst>
                <a:ext uri="{FF2B5EF4-FFF2-40B4-BE49-F238E27FC236}">
                  <a16:creationId xmlns:a16="http://schemas.microsoft.com/office/drawing/2014/main" id="{FC9D790B-138F-62FC-4397-5C53C66D37B5}"/>
                </a:ext>
              </a:extLst>
            </p:cNvPr>
            <p:cNvSpPr/>
            <p:nvPr/>
          </p:nvSpPr>
          <p:spPr bwMode="auto">
            <a:xfrm rot="10800000">
              <a:off x="5548568" y="3480038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DA82991-9794-F57B-2EEC-7499C9249FB5}"/>
                </a:ext>
              </a:extLst>
            </p:cNvPr>
            <p:cNvSpPr/>
            <p:nvPr/>
          </p:nvSpPr>
          <p:spPr>
            <a:xfrm rot="5400000">
              <a:off x="5520147" y="2734038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296D07B-D489-326C-2387-BE6C49BA85E7}"/>
                </a:ext>
              </a:extLst>
            </p:cNvPr>
            <p:cNvGrpSpPr/>
            <p:nvPr/>
          </p:nvGrpSpPr>
          <p:grpSpPr>
            <a:xfrm>
              <a:off x="5550747" y="3322356"/>
              <a:ext cx="57600" cy="58165"/>
              <a:chOff x="5550747" y="2678351"/>
              <a:chExt cx="57600" cy="58165"/>
            </a:xfrm>
          </p:grpSpPr>
          <p:sp>
            <p:nvSpPr>
              <p:cNvPr id="115" name="楕円 300">
                <a:extLst>
                  <a:ext uri="{FF2B5EF4-FFF2-40B4-BE49-F238E27FC236}">
                    <a16:creationId xmlns:a16="http://schemas.microsoft.com/office/drawing/2014/main" id="{5D8636E4-5545-CC05-74C1-9F9569AFBCCB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楕円 301">
                <a:extLst>
                  <a:ext uri="{FF2B5EF4-FFF2-40B4-BE49-F238E27FC236}">
                    <a16:creationId xmlns:a16="http://schemas.microsoft.com/office/drawing/2014/main" id="{B194BB18-A55D-5ADE-1F22-9943539808B3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BBFDABC-F610-8C45-14A7-DAEF9C6AB4C1}"/>
                </a:ext>
              </a:extLst>
            </p:cNvPr>
            <p:cNvSpPr/>
            <p:nvPr/>
          </p:nvSpPr>
          <p:spPr>
            <a:xfrm rot="5400000">
              <a:off x="5519768" y="3211262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フローチャート: 和接合 16">
              <a:extLst>
                <a:ext uri="{FF2B5EF4-FFF2-40B4-BE49-F238E27FC236}">
                  <a16:creationId xmlns:a16="http://schemas.microsoft.com/office/drawing/2014/main" id="{8BDE66A2-5E0F-D844-FE18-949452C2F04B}"/>
                </a:ext>
              </a:extLst>
            </p:cNvPr>
            <p:cNvSpPr/>
            <p:nvPr/>
          </p:nvSpPr>
          <p:spPr bwMode="auto">
            <a:xfrm rot="10800000">
              <a:off x="5548568" y="3798442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5F0674C-3D8E-09CC-240C-AB5F29B22140}"/>
                </a:ext>
              </a:extLst>
            </p:cNvPr>
            <p:cNvSpPr/>
            <p:nvPr/>
          </p:nvSpPr>
          <p:spPr>
            <a:xfrm rot="5400000">
              <a:off x="5520147" y="3052440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C5901040-9AA9-1BE7-148E-77DD522B1155}"/>
                </a:ext>
              </a:extLst>
            </p:cNvPr>
            <p:cNvGrpSpPr/>
            <p:nvPr/>
          </p:nvGrpSpPr>
          <p:grpSpPr>
            <a:xfrm>
              <a:off x="5550747" y="3640758"/>
              <a:ext cx="57600" cy="58165"/>
              <a:chOff x="5550747" y="2678351"/>
              <a:chExt cx="57600" cy="58165"/>
            </a:xfrm>
          </p:grpSpPr>
          <p:sp>
            <p:nvSpPr>
              <p:cNvPr id="113" name="楕円 300">
                <a:extLst>
                  <a:ext uri="{FF2B5EF4-FFF2-40B4-BE49-F238E27FC236}">
                    <a16:creationId xmlns:a16="http://schemas.microsoft.com/office/drawing/2014/main" id="{39B27E7D-3F5F-A8EA-83E0-F35CDA4325C9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楕円 301">
                <a:extLst>
                  <a:ext uri="{FF2B5EF4-FFF2-40B4-BE49-F238E27FC236}">
                    <a16:creationId xmlns:a16="http://schemas.microsoft.com/office/drawing/2014/main" id="{90E3A283-3DA0-8470-CA5A-936E61D79E75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ounded Rectangle 6">
                <a:extLst>
                  <a:ext uri="{FF2B5EF4-FFF2-40B4-BE49-F238E27FC236}">
                    <a16:creationId xmlns:a16="http://schemas.microsoft.com/office/drawing/2014/main" id="{A9650E19-A656-CD7E-D9B2-88EAF38ADCA9}"/>
                  </a:ext>
                </a:extLst>
              </p:cNvPr>
              <p:cNvSpPr/>
              <p:nvPr/>
            </p:nvSpPr>
            <p:spPr>
              <a:xfrm>
                <a:off x="9563836" y="9238388"/>
                <a:ext cx="13329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</a:t>
                </a:r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6.9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25" name="Rounded Rectangle 6">
                <a:extLst>
                  <a:ext uri="{FF2B5EF4-FFF2-40B4-BE49-F238E27FC236}">
                    <a16:creationId xmlns:a16="http://schemas.microsoft.com/office/drawing/2014/main" id="{A9650E19-A656-CD7E-D9B2-88EAF38ADC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836" y="9238388"/>
                <a:ext cx="1332914" cy="415171"/>
              </a:xfrm>
              <a:prstGeom prst="roundRect">
                <a:avLst/>
              </a:prstGeom>
              <a:blipFill>
                <a:blip r:embed="rId22"/>
                <a:stretch>
                  <a:fillRect l="-6849" t="-26087" r="-6849" b="-521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D98D05A-E82E-EB18-AE80-A7241E295379}"/>
              </a:ext>
            </a:extLst>
          </p:cNvPr>
          <p:cNvCxnSpPr>
            <a:cxnSpLocks/>
          </p:cNvCxnSpPr>
          <p:nvPr/>
        </p:nvCxnSpPr>
        <p:spPr>
          <a:xfrm flipV="1">
            <a:off x="8987876" y="9600254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43F0E978-C22F-3584-BC04-02046009D92B}"/>
              </a:ext>
            </a:extLst>
          </p:cNvPr>
          <p:cNvSpPr txBox="1"/>
          <p:nvPr/>
        </p:nvSpPr>
        <p:spPr>
          <a:xfrm>
            <a:off x="8558142" y="9764254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128" name="テキスト プレースホルダー 2">
            <a:extLst>
              <a:ext uri="{FF2B5EF4-FFF2-40B4-BE49-F238E27FC236}">
                <a16:creationId xmlns:a16="http://schemas.microsoft.com/office/drawing/2014/main" id="{194A5814-80FD-D011-F695-6132583B7B60}"/>
              </a:ext>
            </a:extLst>
          </p:cNvPr>
          <p:cNvSpPr txBox="1">
            <a:spLocks/>
          </p:cNvSpPr>
          <p:nvPr/>
        </p:nvSpPr>
        <p:spPr>
          <a:xfrm>
            <a:off x="5510552" y="5484521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Tr2F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29" name="テキスト プレースホルダー 2">
            <a:extLst>
              <a:ext uri="{FF2B5EF4-FFF2-40B4-BE49-F238E27FC236}">
                <a16:creationId xmlns:a16="http://schemas.microsoft.com/office/drawing/2014/main" id="{2795DD23-4209-AE0A-5365-14DA96710966}"/>
              </a:ext>
            </a:extLst>
          </p:cNvPr>
          <p:cNvSpPr txBox="1">
            <a:spLocks/>
          </p:cNvSpPr>
          <p:nvPr/>
        </p:nvSpPr>
        <p:spPr>
          <a:xfrm>
            <a:off x="-1057276" y="7256306"/>
            <a:ext cx="6403975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</a:t>
            </a:r>
            <a:endParaRPr kumimoji="1" lang="ja-JP" altLang="en-US" sz="3200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83" name="テキスト プレースホルダー 2">
            <a:extLst>
              <a:ext uri="{FF2B5EF4-FFF2-40B4-BE49-F238E27FC236}">
                <a16:creationId xmlns:a16="http://schemas.microsoft.com/office/drawing/2014/main" id="{D1CE5879-A9CF-0546-1996-19C869EDD9E6}"/>
              </a:ext>
            </a:extLst>
          </p:cNvPr>
          <p:cNvSpPr txBox="1">
            <a:spLocks/>
          </p:cNvSpPr>
          <p:nvPr/>
        </p:nvSpPr>
        <p:spPr>
          <a:xfrm>
            <a:off x="-1417714" y="5484521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Tr1F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91FF27E-B769-A9A8-EEB6-36AA991EAF3E}"/>
              </a:ext>
            </a:extLst>
          </p:cNvPr>
          <p:cNvSpPr txBox="1"/>
          <p:nvPr/>
        </p:nvSpPr>
        <p:spPr>
          <a:xfrm>
            <a:off x="941552" y="3863582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41" name="テキスト プレースホルダー 2">
            <a:extLst>
              <a:ext uri="{FF2B5EF4-FFF2-40B4-BE49-F238E27FC236}">
                <a16:creationId xmlns:a16="http://schemas.microsoft.com/office/drawing/2014/main" id="{DFF30559-9C56-FDB6-DA9B-A7A0ECC16794}"/>
              </a:ext>
            </a:extLst>
          </p:cNvPr>
          <p:cNvSpPr txBox="1">
            <a:spLocks/>
          </p:cNvSpPr>
          <p:nvPr/>
        </p:nvSpPr>
        <p:spPr>
          <a:xfrm>
            <a:off x="11706692" y="5484521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Tr3F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Rounded Rectangle 6">
                <a:extLst>
                  <a:ext uri="{FF2B5EF4-FFF2-40B4-BE49-F238E27FC236}">
                    <a16:creationId xmlns:a16="http://schemas.microsoft.com/office/drawing/2014/main" id="{29F38C88-F5F8-EA74-59CB-4848CC595FF3}"/>
                  </a:ext>
                </a:extLst>
              </p:cNvPr>
              <p:cNvSpPr/>
              <p:nvPr/>
            </p:nvSpPr>
            <p:spPr>
              <a:xfrm>
                <a:off x="15063936" y="3529573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55</a:t>
                </a:r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.8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43" name="Rounded Rectangle 6">
                <a:extLst>
                  <a:ext uri="{FF2B5EF4-FFF2-40B4-BE49-F238E27FC236}">
                    <a16:creationId xmlns:a16="http://schemas.microsoft.com/office/drawing/2014/main" id="{29F38C88-F5F8-EA74-59CB-4848CC595F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3936" y="3529573"/>
                <a:ext cx="1339600" cy="415171"/>
              </a:xfrm>
              <a:prstGeom prst="roundRect">
                <a:avLst/>
              </a:prstGeom>
              <a:blipFill>
                <a:blip r:embed="rId23"/>
                <a:stretch>
                  <a:fillRect l="-6818" t="-27941" r="-6364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4CC1E1EA-1000-61BF-F18A-457CBF255D2A}"/>
              </a:ext>
            </a:extLst>
          </p:cNvPr>
          <p:cNvCxnSpPr>
            <a:cxnSpLocks/>
          </p:cNvCxnSpPr>
          <p:nvPr/>
        </p:nvCxnSpPr>
        <p:spPr>
          <a:xfrm flipV="1">
            <a:off x="14640160" y="3923378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TextBox 244">
            <a:extLst>
              <a:ext uri="{FF2B5EF4-FFF2-40B4-BE49-F238E27FC236}">
                <a16:creationId xmlns:a16="http://schemas.microsoft.com/office/drawing/2014/main" id="{7848F475-A1C1-EC1E-7A4B-94904E116644}"/>
              </a:ext>
            </a:extLst>
          </p:cNvPr>
          <p:cNvSpPr txBox="1"/>
          <p:nvPr/>
        </p:nvSpPr>
        <p:spPr>
          <a:xfrm>
            <a:off x="14077469" y="3965746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46" name="テキスト プレースホルダー 2">
            <a:extLst>
              <a:ext uri="{FF2B5EF4-FFF2-40B4-BE49-F238E27FC236}">
                <a16:creationId xmlns:a16="http://schemas.microsoft.com/office/drawing/2014/main" id="{F4962D1C-A287-B682-0C70-99D4CA49BA30}"/>
              </a:ext>
            </a:extLst>
          </p:cNvPr>
          <p:cNvSpPr txBox="1">
            <a:spLocks/>
          </p:cNvSpPr>
          <p:nvPr/>
        </p:nvSpPr>
        <p:spPr>
          <a:xfrm>
            <a:off x="5721745" y="11571104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Tr2E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7" name="テキスト プレースホルダー 2">
            <a:extLst>
              <a:ext uri="{FF2B5EF4-FFF2-40B4-BE49-F238E27FC236}">
                <a16:creationId xmlns:a16="http://schemas.microsoft.com/office/drawing/2014/main" id="{E3370C44-1F4D-DE1C-5752-634E52604370}"/>
              </a:ext>
            </a:extLst>
          </p:cNvPr>
          <p:cNvSpPr txBox="1">
            <a:spLocks/>
          </p:cNvSpPr>
          <p:nvPr/>
        </p:nvSpPr>
        <p:spPr>
          <a:xfrm>
            <a:off x="-1206521" y="11571104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Tr1E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8" name="テキスト プレースホルダー 2">
            <a:extLst>
              <a:ext uri="{FF2B5EF4-FFF2-40B4-BE49-F238E27FC236}">
                <a16:creationId xmlns:a16="http://schemas.microsoft.com/office/drawing/2014/main" id="{3C81D009-807D-B36F-E80B-310D57B37661}"/>
              </a:ext>
            </a:extLst>
          </p:cNvPr>
          <p:cNvSpPr txBox="1">
            <a:spLocks/>
          </p:cNvSpPr>
          <p:nvPr/>
        </p:nvSpPr>
        <p:spPr>
          <a:xfrm>
            <a:off x="11970844" y="11571104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Tr3E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53" name="Picture 52" descr="A blue rectangle with green rectangles&#10;&#10;AI-generated content may be incorrect.">
            <a:extLst>
              <a:ext uri="{FF2B5EF4-FFF2-40B4-BE49-F238E27FC236}">
                <a16:creationId xmlns:a16="http://schemas.microsoft.com/office/drawing/2014/main" id="{5ACFE428-108A-E4DD-466F-14BD518F266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8" t="20758" r="5134" b="21109"/>
          <a:stretch>
            <a:fillRect/>
          </a:stretch>
        </p:blipFill>
        <p:spPr>
          <a:xfrm>
            <a:off x="1112613" y="10033353"/>
            <a:ext cx="1360691" cy="1032128"/>
          </a:xfrm>
          <a:prstGeom prst="rect">
            <a:avLst/>
          </a:prstGeom>
        </p:spPr>
      </p:pic>
      <p:sp>
        <p:nvSpPr>
          <p:cNvPr id="253" name="TextBox 252">
            <a:extLst>
              <a:ext uri="{FF2B5EF4-FFF2-40B4-BE49-F238E27FC236}">
                <a16:creationId xmlns:a16="http://schemas.microsoft.com/office/drawing/2014/main" id="{90113EE8-F1D4-0510-5CD5-FC6499811ED1}"/>
              </a:ext>
            </a:extLst>
          </p:cNvPr>
          <p:cNvSpPr txBox="1"/>
          <p:nvPr/>
        </p:nvSpPr>
        <p:spPr>
          <a:xfrm>
            <a:off x="1115430" y="9805071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Rounded Rectangle 6">
                <a:extLst>
                  <a:ext uri="{FF2B5EF4-FFF2-40B4-BE49-F238E27FC236}">
                    <a16:creationId xmlns:a16="http://schemas.microsoft.com/office/drawing/2014/main" id="{0E0D364C-60F9-C9B1-71D8-FC88B713A40D}"/>
                  </a:ext>
                </a:extLst>
              </p:cNvPr>
              <p:cNvSpPr/>
              <p:nvPr/>
            </p:nvSpPr>
            <p:spPr>
              <a:xfrm>
                <a:off x="2105375" y="9236945"/>
                <a:ext cx="133504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61.6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54" name="Rounded Rectangle 6">
                <a:extLst>
                  <a:ext uri="{FF2B5EF4-FFF2-40B4-BE49-F238E27FC236}">
                    <a16:creationId xmlns:a16="http://schemas.microsoft.com/office/drawing/2014/main" id="{0E0D364C-60F9-C9B1-71D8-FC88B713A4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375" y="9236945"/>
                <a:ext cx="1335040" cy="415171"/>
              </a:xfrm>
              <a:prstGeom prst="roundRect">
                <a:avLst/>
              </a:prstGeom>
              <a:blipFill>
                <a:blip r:embed="rId25"/>
                <a:stretch>
                  <a:fillRect l="-6849" t="-27941" r="-6849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12ABFEF-3AEC-C369-ABF1-DDA5FA6D44A0}"/>
              </a:ext>
            </a:extLst>
          </p:cNvPr>
          <p:cNvCxnSpPr>
            <a:cxnSpLocks/>
          </p:cNvCxnSpPr>
          <p:nvPr/>
        </p:nvCxnSpPr>
        <p:spPr>
          <a:xfrm flipV="1">
            <a:off x="1791467" y="9614289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Rounded Rectangle 6">
                <a:extLst>
                  <a:ext uri="{FF2B5EF4-FFF2-40B4-BE49-F238E27FC236}">
                    <a16:creationId xmlns:a16="http://schemas.microsoft.com/office/drawing/2014/main" id="{CAAF1F3F-D814-F7A1-F189-33E7938BF2ED}"/>
                  </a:ext>
                </a:extLst>
              </p:cNvPr>
              <p:cNvSpPr/>
              <p:nvPr/>
            </p:nvSpPr>
            <p:spPr>
              <a:xfrm>
                <a:off x="15797346" y="9213038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70.9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60" name="Rounded Rectangle 6">
                <a:extLst>
                  <a:ext uri="{FF2B5EF4-FFF2-40B4-BE49-F238E27FC236}">
                    <a16:creationId xmlns:a16="http://schemas.microsoft.com/office/drawing/2014/main" id="{CAAF1F3F-D814-F7A1-F189-33E7938BF2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7346" y="9213038"/>
                <a:ext cx="1339600" cy="415171"/>
              </a:xfrm>
              <a:prstGeom prst="roundRect">
                <a:avLst/>
              </a:prstGeom>
              <a:blipFill>
                <a:blip r:embed="rId26"/>
                <a:stretch>
                  <a:fillRect l="-6818" t="-27941" r="-6364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751FE958-2B72-6190-A73D-55272A7507F1}"/>
              </a:ext>
            </a:extLst>
          </p:cNvPr>
          <p:cNvCxnSpPr>
            <a:cxnSpLocks/>
          </p:cNvCxnSpPr>
          <p:nvPr/>
        </p:nvCxnSpPr>
        <p:spPr>
          <a:xfrm flipV="1">
            <a:off x="15169239" y="9610900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017A8853-4BCA-0CB1-8C85-FC0F06AB8D78}"/>
              </a:ext>
            </a:extLst>
          </p:cNvPr>
          <p:cNvSpPr txBox="1"/>
          <p:nvPr/>
        </p:nvSpPr>
        <p:spPr>
          <a:xfrm>
            <a:off x="14594512" y="9701947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63" name="テキスト プレースホルダー 2">
            <a:extLst>
              <a:ext uri="{FF2B5EF4-FFF2-40B4-BE49-F238E27FC236}">
                <a16:creationId xmlns:a16="http://schemas.microsoft.com/office/drawing/2014/main" id="{5803AAC5-253E-0FBD-7F53-A3E1BD286A3F}"/>
              </a:ext>
            </a:extLst>
          </p:cNvPr>
          <p:cNvSpPr txBox="1">
            <a:spLocks/>
          </p:cNvSpPr>
          <p:nvPr/>
        </p:nvSpPr>
        <p:spPr>
          <a:xfrm>
            <a:off x="-1123950" y="1065285"/>
            <a:ext cx="6470650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</a:t>
            </a:r>
            <a:endParaRPr kumimoji="1" lang="ja-JP" altLang="en-US" sz="3200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64" name="テキスト プレースホルダー 2">
            <a:extLst>
              <a:ext uri="{FF2B5EF4-FFF2-40B4-BE49-F238E27FC236}">
                <a16:creationId xmlns:a16="http://schemas.microsoft.com/office/drawing/2014/main" id="{EC5FDD87-8DDD-E967-840F-3760290A16C8}"/>
              </a:ext>
            </a:extLst>
          </p:cNvPr>
          <p:cNvSpPr txBox="1">
            <a:spLocks/>
          </p:cNvSpPr>
          <p:nvPr/>
        </p:nvSpPr>
        <p:spPr>
          <a:xfrm>
            <a:off x="5576557" y="5995081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(a)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65" name="テキスト プレースホルダー 2">
            <a:extLst>
              <a:ext uri="{FF2B5EF4-FFF2-40B4-BE49-F238E27FC236}">
                <a16:creationId xmlns:a16="http://schemas.microsoft.com/office/drawing/2014/main" id="{6329E58D-80DB-14B5-4714-6D8C401DAF00}"/>
              </a:ext>
            </a:extLst>
          </p:cNvPr>
          <p:cNvSpPr txBox="1">
            <a:spLocks/>
          </p:cNvSpPr>
          <p:nvPr/>
        </p:nvSpPr>
        <p:spPr>
          <a:xfrm>
            <a:off x="5576557" y="12125999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(b)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43" name="Picture 42" descr="A blue rectangular object with a rainbow spectrum&#10;&#10;AI-generated content may be incorrect.">
            <a:extLst>
              <a:ext uri="{FF2B5EF4-FFF2-40B4-BE49-F238E27FC236}">
                <a16:creationId xmlns:a16="http://schemas.microsoft.com/office/drawing/2014/main" id="{D39D8E25-7E35-D9C5-C9B2-D0C1C389C47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57" t="24485" r="16645" b="9206"/>
          <a:stretch>
            <a:fillRect/>
          </a:stretch>
        </p:blipFill>
        <p:spPr>
          <a:xfrm>
            <a:off x="-5256670" y="2444961"/>
            <a:ext cx="2598442" cy="7892248"/>
          </a:xfrm>
          <a:prstGeom prst="rect">
            <a:avLst/>
          </a:prstGeom>
        </p:spPr>
      </p:pic>
      <p:pic>
        <p:nvPicPr>
          <p:cNvPr id="61" name="Picture 60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BD6CE4E5-5817-3387-4823-5DF72C11888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51" t="18183" r="4843" b="17988"/>
          <a:stretch>
            <a:fillRect/>
          </a:stretch>
        </p:blipFill>
        <p:spPr>
          <a:xfrm>
            <a:off x="909638" y="4171681"/>
            <a:ext cx="1396368" cy="1078937"/>
          </a:xfrm>
          <a:prstGeom prst="rect">
            <a:avLst/>
          </a:prstGeom>
        </p:spPr>
      </p:pic>
      <p:pic>
        <p:nvPicPr>
          <p:cNvPr id="63" name="Picture 62" descr="A blue rectangle with red and black lines&#10;&#10;AI-generated content may be incorrect.">
            <a:extLst>
              <a:ext uri="{FF2B5EF4-FFF2-40B4-BE49-F238E27FC236}">
                <a16:creationId xmlns:a16="http://schemas.microsoft.com/office/drawing/2014/main" id="{CC7CD742-6358-181F-930C-6F17AD4A5C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9564" r="4847" b="20027"/>
          <a:stretch>
            <a:fillRect/>
          </a:stretch>
        </p:blipFill>
        <p:spPr>
          <a:xfrm>
            <a:off x="8018645" y="4150302"/>
            <a:ext cx="1203532" cy="12291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6">
                <a:extLst>
                  <a:ext uri="{FF2B5EF4-FFF2-40B4-BE49-F238E27FC236}">
                    <a16:creationId xmlns:a16="http://schemas.microsoft.com/office/drawing/2014/main" id="{8FF4E8FE-DE39-0973-E0BC-FF2683B3F7E9}"/>
                  </a:ext>
                </a:extLst>
              </p:cNvPr>
              <p:cNvSpPr/>
              <p:nvPr/>
            </p:nvSpPr>
            <p:spPr>
              <a:xfrm>
                <a:off x="8925227" y="3524063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5</a:t>
                </a:r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6.0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6" name="Rounded Rectangle 6">
                <a:extLst>
                  <a:ext uri="{FF2B5EF4-FFF2-40B4-BE49-F238E27FC236}">
                    <a16:creationId xmlns:a16="http://schemas.microsoft.com/office/drawing/2014/main" id="{8FF4E8FE-DE39-0973-E0BC-FF2683B3F7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227" y="3524063"/>
                <a:ext cx="1380814" cy="415171"/>
              </a:xfrm>
              <a:prstGeom prst="roundRect">
                <a:avLst/>
              </a:prstGeom>
              <a:blipFill>
                <a:blip r:embed="rId29"/>
                <a:stretch>
                  <a:fillRect l="-4846" t="-27941" r="-4846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9502102-8C7E-AD8C-D6BA-7CEAEE336860}"/>
              </a:ext>
            </a:extLst>
          </p:cNvPr>
          <p:cNvCxnSpPr>
            <a:cxnSpLocks/>
          </p:cNvCxnSpPr>
          <p:nvPr/>
        </p:nvCxnSpPr>
        <p:spPr>
          <a:xfrm flipV="1">
            <a:off x="8641020" y="3957048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Rounded Rectangle 6">
                <a:extLst>
                  <a:ext uri="{FF2B5EF4-FFF2-40B4-BE49-F238E27FC236}">
                    <a16:creationId xmlns:a16="http://schemas.microsoft.com/office/drawing/2014/main" id="{7690B5BD-5267-4F76-9AF4-6ADB64C72D6F}"/>
                  </a:ext>
                </a:extLst>
              </p:cNvPr>
              <p:cNvSpPr/>
              <p:nvPr/>
            </p:nvSpPr>
            <p:spPr>
              <a:xfrm>
                <a:off x="1980006" y="3454671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5</a:t>
                </a:r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6.1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05" name="Rounded Rectangle 6">
                <a:extLst>
                  <a:ext uri="{FF2B5EF4-FFF2-40B4-BE49-F238E27FC236}">
                    <a16:creationId xmlns:a16="http://schemas.microsoft.com/office/drawing/2014/main" id="{7690B5BD-5267-4F76-9AF4-6ADB64C72D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06" y="3454671"/>
                <a:ext cx="1380814" cy="415171"/>
              </a:xfrm>
              <a:prstGeom prst="roundRect">
                <a:avLst/>
              </a:prstGeom>
              <a:blipFill>
                <a:blip r:embed="rId30"/>
                <a:stretch>
                  <a:fillRect l="-4867" t="-27941" r="-5310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CE7EA92-7CDB-FDB0-3D82-08E7F68BB713}"/>
              </a:ext>
            </a:extLst>
          </p:cNvPr>
          <p:cNvCxnSpPr>
            <a:cxnSpLocks/>
          </p:cNvCxnSpPr>
          <p:nvPr/>
        </p:nvCxnSpPr>
        <p:spPr>
          <a:xfrm flipV="1">
            <a:off x="1638607" y="3919713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プレースホルダー 2">
            <a:extLst>
              <a:ext uri="{FF2B5EF4-FFF2-40B4-BE49-F238E27FC236}">
                <a16:creationId xmlns:a16="http://schemas.microsoft.com/office/drawing/2014/main" id="{0941B433-6E88-F14C-F484-8C05D2C9EF77}"/>
              </a:ext>
            </a:extLst>
          </p:cNvPr>
          <p:cNvSpPr txBox="1">
            <a:spLocks/>
          </p:cNvSpPr>
          <p:nvPr/>
        </p:nvSpPr>
        <p:spPr>
          <a:xfrm>
            <a:off x="-780104" y="12808474"/>
            <a:ext cx="9461115" cy="447422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テキスト プレースホルダー 2">
                <a:extLst>
                  <a:ext uri="{FF2B5EF4-FFF2-40B4-BE49-F238E27FC236}">
                    <a16:creationId xmlns:a16="http://schemas.microsoft.com/office/drawing/2014/main" id="{9590AB86-8B12-7D15-06EB-D8E1DBEAB8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375236" y="22373075"/>
                <a:ext cx="2962456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32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32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32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79" name="テキスト プレースホルダー 2">
                <a:extLst>
                  <a:ext uri="{FF2B5EF4-FFF2-40B4-BE49-F238E27FC236}">
                    <a16:creationId xmlns:a16="http://schemas.microsoft.com/office/drawing/2014/main" id="{9590AB86-8B12-7D15-06EB-D8E1DBEAB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75236" y="22373075"/>
                <a:ext cx="2962456" cy="415171"/>
              </a:xfrm>
              <a:prstGeom prst="rect">
                <a:avLst/>
              </a:prstGeom>
              <a:blipFill>
                <a:blip r:embed="rId31"/>
                <a:stretch>
                  <a:fillRect l="-5144" t="-32353" r="-1440" b="-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110EA029-AC00-1EF2-E2E8-DB6D7A8CFB2C}"/>
              </a:ext>
            </a:extLst>
          </p:cNvPr>
          <p:cNvSpPr txBox="1"/>
          <p:nvPr/>
        </p:nvSpPr>
        <p:spPr>
          <a:xfrm>
            <a:off x="7833079" y="15710834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F9D7CDF-8826-0169-C517-8E90F35FCEA1}"/>
              </a:ext>
            </a:extLst>
          </p:cNvPr>
          <p:cNvGrpSpPr/>
          <p:nvPr/>
        </p:nvGrpSpPr>
        <p:grpSpPr>
          <a:xfrm>
            <a:off x="-2052151" y="12670088"/>
            <a:ext cx="872174" cy="854016"/>
            <a:chOff x="6750293" y="2407669"/>
            <a:chExt cx="1780068" cy="1743007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58410E3-0C9A-F3F0-6CCE-6328E2EEC356}"/>
                </a:ext>
              </a:extLst>
            </p:cNvPr>
            <p:cNvSpPr/>
            <p:nvPr/>
          </p:nvSpPr>
          <p:spPr>
            <a:xfrm>
              <a:off x="6750293" y="2407669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AD82FA2-8533-B147-E04D-BA4B04FAC042}"/>
                </a:ext>
              </a:extLst>
            </p:cNvPr>
            <p:cNvGrpSpPr/>
            <p:nvPr/>
          </p:nvGrpSpPr>
          <p:grpSpPr>
            <a:xfrm>
              <a:off x="6978166" y="2617955"/>
              <a:ext cx="1320364" cy="1319180"/>
              <a:chOff x="6978166" y="2617955"/>
              <a:chExt cx="1320364" cy="1319180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0BE976A7-5293-EB11-05FE-D4BB4F5CE235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67391BF6-1789-F91E-0D1D-1643DD7A2FBF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6349A357-887F-FF1C-66F2-E4A3D4F8A89F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DB3F65FB-E76C-4066-2FF5-F26FFFF5AEA8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36AA40AE-2E51-8BCB-0E13-F53140AEE44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" name="フローチャート: 和接合 16">
                  <a:extLst>
                    <a:ext uri="{FF2B5EF4-FFF2-40B4-BE49-F238E27FC236}">
                      <a16:creationId xmlns:a16="http://schemas.microsoft.com/office/drawing/2014/main" id="{0A7239AB-8744-B770-A86D-54903BBD91B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F2686F8D-CC93-E64D-75C2-83956F939302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74BDEB3B-E118-78F8-BE70-25E52E92BE53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64" name="楕円 300">
                  <a:extLst>
                    <a:ext uri="{FF2B5EF4-FFF2-40B4-BE49-F238E27FC236}">
                      <a16:creationId xmlns:a16="http://schemas.microsoft.com/office/drawing/2014/main" id="{32C9E349-A352-AB87-2247-6E6C9393360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" name="楕円 301">
                  <a:extLst>
                    <a:ext uri="{FF2B5EF4-FFF2-40B4-BE49-F238E27FC236}">
                      <a16:creationId xmlns:a16="http://schemas.microsoft.com/office/drawing/2014/main" id="{C10C9EA7-2C6E-19AD-8B8A-3888CC0D6CE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C01F914F-6065-45EF-F8C6-695B29AA0ECD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04D195E8-81E9-A5B4-5EF3-E183E050D91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" name="フローチャート: 和接合 16">
                  <a:extLst>
                    <a:ext uri="{FF2B5EF4-FFF2-40B4-BE49-F238E27FC236}">
                      <a16:creationId xmlns:a16="http://schemas.microsoft.com/office/drawing/2014/main" id="{112CEF26-2FC9-687C-C8B8-CDBA59F5E9A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044ADF88-E1CD-44BA-9E68-24F71E04DC65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09AB7BF3-DDB3-2B4C-4D23-362E6DB4F9AB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60" name="楕円 300">
                  <a:extLst>
                    <a:ext uri="{FF2B5EF4-FFF2-40B4-BE49-F238E27FC236}">
                      <a16:creationId xmlns:a16="http://schemas.microsoft.com/office/drawing/2014/main" id="{23109684-D73A-CD8C-04EB-F7E5AF7F85C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" name="楕円 301">
                  <a:extLst>
                    <a:ext uri="{FF2B5EF4-FFF2-40B4-BE49-F238E27FC236}">
                      <a16:creationId xmlns:a16="http://schemas.microsoft.com/office/drawing/2014/main" id="{07C194DB-4FE7-DFB9-FB95-690B291A8E1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B9BB0F53-0003-89B3-068C-B76FF16942BF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3DCA4EF1-870B-441A-9C1C-EE352A3A1AF3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" name="フローチャート: 和接合 16">
                  <a:extLst>
                    <a:ext uri="{FF2B5EF4-FFF2-40B4-BE49-F238E27FC236}">
                      <a16:creationId xmlns:a16="http://schemas.microsoft.com/office/drawing/2014/main" id="{DBD543EC-63E8-AEBA-65FA-B9C957A73E2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73858D66-1092-8B4D-94E2-CF7F4B0BC144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380BD3C3-1CE0-F1FE-F698-31D64515D3EA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56" name="楕円 300">
                  <a:extLst>
                    <a:ext uri="{FF2B5EF4-FFF2-40B4-BE49-F238E27FC236}">
                      <a16:creationId xmlns:a16="http://schemas.microsoft.com/office/drawing/2014/main" id="{60466D25-869D-3941-AEC8-5E6F68E9B37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" name="楕円 301">
                  <a:extLst>
                    <a:ext uri="{FF2B5EF4-FFF2-40B4-BE49-F238E27FC236}">
                      <a16:creationId xmlns:a16="http://schemas.microsoft.com/office/drawing/2014/main" id="{F6A626A6-B061-BF77-65BD-EC3B1BAD73C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B166F648-1403-0ED1-FC12-9AA19C98C540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6C10EE3A-5985-FB37-895F-A7047F9E54B0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" name="フローチャート: 和接合 16">
                  <a:extLst>
                    <a:ext uri="{FF2B5EF4-FFF2-40B4-BE49-F238E27FC236}">
                      <a16:creationId xmlns:a16="http://schemas.microsoft.com/office/drawing/2014/main" id="{28446704-732D-6421-4A7C-3D51C237D64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B246CA2B-A93E-2523-DA46-0AEDC10FDA19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0225E272-356A-913F-65B2-4CC51F77C6CE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152" name="楕円 300">
                  <a:extLst>
                    <a:ext uri="{FF2B5EF4-FFF2-40B4-BE49-F238E27FC236}">
                      <a16:creationId xmlns:a16="http://schemas.microsoft.com/office/drawing/2014/main" id="{9326AD09-4BFB-13C6-92A8-4CFCB097C8D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" name="楕円 301">
                  <a:extLst>
                    <a:ext uri="{FF2B5EF4-FFF2-40B4-BE49-F238E27FC236}">
                      <a16:creationId xmlns:a16="http://schemas.microsoft.com/office/drawing/2014/main" id="{70895CD6-8F5D-729D-5EA2-71060B8D003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A4B7107-44FE-C42E-EFEF-7082D7FF74F5}"/>
              </a:ext>
            </a:extLst>
          </p:cNvPr>
          <p:cNvGrpSpPr/>
          <p:nvPr/>
        </p:nvGrpSpPr>
        <p:grpSpPr>
          <a:xfrm>
            <a:off x="-2055474" y="18763297"/>
            <a:ext cx="925486" cy="906217"/>
            <a:chOff x="4693246" y="2402296"/>
            <a:chExt cx="1780068" cy="1743007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AEA6847-4C88-5198-4F35-8A390BCE911E}"/>
                </a:ext>
              </a:extLst>
            </p:cNvPr>
            <p:cNvSpPr/>
            <p:nvPr/>
          </p:nvSpPr>
          <p:spPr>
            <a:xfrm>
              <a:off x="4693246" y="2402296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D482378-B3CA-70DF-B348-C6CFCD9557AF}"/>
                </a:ext>
              </a:extLst>
            </p:cNvPr>
            <p:cNvSpPr/>
            <p:nvPr/>
          </p:nvSpPr>
          <p:spPr>
            <a:xfrm>
              <a:off x="4921120" y="2612583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B3C5C74-70B1-532F-F5C6-BEA4DD1A822F}"/>
                </a:ext>
              </a:extLst>
            </p:cNvPr>
            <p:cNvSpPr/>
            <p:nvPr/>
          </p:nvSpPr>
          <p:spPr>
            <a:xfrm rot="5400000">
              <a:off x="5559040" y="1974661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4D828939-D946-DF30-D50E-F1ABB8ECCEE9}"/>
                </a:ext>
              </a:extLst>
            </p:cNvPr>
            <p:cNvSpPr/>
            <p:nvPr/>
          </p:nvSpPr>
          <p:spPr>
            <a:xfrm rot="5400000">
              <a:off x="5560873" y="3251149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6A79409B-F96D-54A3-23CD-92F4A3D82B00}"/>
                </a:ext>
              </a:extLst>
            </p:cNvPr>
            <p:cNvSpPr/>
            <p:nvPr/>
          </p:nvSpPr>
          <p:spPr>
            <a:xfrm rot="5400000">
              <a:off x="5519768" y="2256054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フローチャート: 和接合 16">
              <a:extLst>
                <a:ext uri="{FF2B5EF4-FFF2-40B4-BE49-F238E27FC236}">
                  <a16:creationId xmlns:a16="http://schemas.microsoft.com/office/drawing/2014/main" id="{BBC84376-9A4E-6C94-AA47-3C162B9A5D47}"/>
                </a:ext>
              </a:extLst>
            </p:cNvPr>
            <p:cNvSpPr/>
            <p:nvPr/>
          </p:nvSpPr>
          <p:spPr bwMode="auto">
            <a:xfrm rot="10800000">
              <a:off x="5548568" y="2843234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5209DFCC-4D49-17AC-7268-B5D456981259}"/>
                </a:ext>
              </a:extLst>
            </p:cNvPr>
            <p:cNvSpPr/>
            <p:nvPr/>
          </p:nvSpPr>
          <p:spPr>
            <a:xfrm rot="5400000">
              <a:off x="5520147" y="2097234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81B6EF9D-2748-85D8-EB32-C78F1271CD21}"/>
                </a:ext>
              </a:extLst>
            </p:cNvPr>
            <p:cNvGrpSpPr/>
            <p:nvPr/>
          </p:nvGrpSpPr>
          <p:grpSpPr>
            <a:xfrm>
              <a:off x="5550747" y="2685552"/>
              <a:ext cx="57600" cy="58165"/>
              <a:chOff x="5550747" y="2678351"/>
              <a:chExt cx="57600" cy="58165"/>
            </a:xfrm>
          </p:grpSpPr>
          <p:sp>
            <p:nvSpPr>
              <p:cNvPr id="201" name="楕円 300">
                <a:extLst>
                  <a:ext uri="{FF2B5EF4-FFF2-40B4-BE49-F238E27FC236}">
                    <a16:creationId xmlns:a16="http://schemas.microsoft.com/office/drawing/2014/main" id="{900D7E4B-35B8-E6A5-8F5E-9CD31DA88584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2" name="楕円 301">
                <a:extLst>
                  <a:ext uri="{FF2B5EF4-FFF2-40B4-BE49-F238E27FC236}">
                    <a16:creationId xmlns:a16="http://schemas.microsoft.com/office/drawing/2014/main" id="{FA9B1094-3458-F151-5953-6410D35FFDDB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1CCFC39F-1E99-5F0A-FCED-649109175791}"/>
                </a:ext>
              </a:extLst>
            </p:cNvPr>
            <p:cNvSpPr/>
            <p:nvPr/>
          </p:nvSpPr>
          <p:spPr>
            <a:xfrm rot="5400000">
              <a:off x="5519768" y="2574456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フローチャート: 和接合 16">
              <a:extLst>
                <a:ext uri="{FF2B5EF4-FFF2-40B4-BE49-F238E27FC236}">
                  <a16:creationId xmlns:a16="http://schemas.microsoft.com/office/drawing/2014/main" id="{F56521E3-561A-1CCC-7933-8D6C180F579F}"/>
                </a:ext>
              </a:extLst>
            </p:cNvPr>
            <p:cNvSpPr/>
            <p:nvPr/>
          </p:nvSpPr>
          <p:spPr bwMode="auto">
            <a:xfrm rot="10800000">
              <a:off x="5548568" y="3161636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13870728-E27F-7345-AB06-EA2C36961BCD}"/>
                </a:ext>
              </a:extLst>
            </p:cNvPr>
            <p:cNvSpPr/>
            <p:nvPr/>
          </p:nvSpPr>
          <p:spPr>
            <a:xfrm rot="5400000">
              <a:off x="5520147" y="2415636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429A4BE5-ACB8-9AA1-653E-99D5D47EDAB5}"/>
                </a:ext>
              </a:extLst>
            </p:cNvPr>
            <p:cNvGrpSpPr/>
            <p:nvPr/>
          </p:nvGrpSpPr>
          <p:grpSpPr>
            <a:xfrm>
              <a:off x="5550747" y="3003954"/>
              <a:ext cx="57600" cy="58165"/>
              <a:chOff x="5550747" y="2678351"/>
              <a:chExt cx="57600" cy="58165"/>
            </a:xfrm>
          </p:grpSpPr>
          <p:sp>
            <p:nvSpPr>
              <p:cNvPr id="199" name="楕円 300">
                <a:extLst>
                  <a:ext uri="{FF2B5EF4-FFF2-40B4-BE49-F238E27FC236}">
                    <a16:creationId xmlns:a16="http://schemas.microsoft.com/office/drawing/2014/main" id="{FF328A9C-6DAB-3985-A515-7666D5A98ADA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0" name="楕円 301">
                <a:extLst>
                  <a:ext uri="{FF2B5EF4-FFF2-40B4-BE49-F238E27FC236}">
                    <a16:creationId xmlns:a16="http://schemas.microsoft.com/office/drawing/2014/main" id="{28C1C6D3-C203-7C13-C2A9-92984B98F02B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8CE53DFA-1B33-E9E5-68A5-B20857A2CA11}"/>
                </a:ext>
              </a:extLst>
            </p:cNvPr>
            <p:cNvSpPr/>
            <p:nvPr/>
          </p:nvSpPr>
          <p:spPr>
            <a:xfrm rot="5400000">
              <a:off x="5519768" y="2892858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フローチャート: 和接合 16">
              <a:extLst>
                <a:ext uri="{FF2B5EF4-FFF2-40B4-BE49-F238E27FC236}">
                  <a16:creationId xmlns:a16="http://schemas.microsoft.com/office/drawing/2014/main" id="{70C19B43-76AC-424E-7878-D945A6D7826A}"/>
                </a:ext>
              </a:extLst>
            </p:cNvPr>
            <p:cNvSpPr/>
            <p:nvPr/>
          </p:nvSpPr>
          <p:spPr bwMode="auto">
            <a:xfrm rot="10800000">
              <a:off x="5548568" y="3480038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CB14E08D-016C-4A3C-C0C4-D69CE8B0345C}"/>
                </a:ext>
              </a:extLst>
            </p:cNvPr>
            <p:cNvSpPr/>
            <p:nvPr/>
          </p:nvSpPr>
          <p:spPr>
            <a:xfrm rot="5400000">
              <a:off x="5520147" y="2734038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9AFB5C1D-AC48-F17D-74A4-8255B8BA82F8}"/>
                </a:ext>
              </a:extLst>
            </p:cNvPr>
            <p:cNvGrpSpPr/>
            <p:nvPr/>
          </p:nvGrpSpPr>
          <p:grpSpPr>
            <a:xfrm>
              <a:off x="5550747" y="3322356"/>
              <a:ext cx="57600" cy="58165"/>
              <a:chOff x="5550747" y="2678351"/>
              <a:chExt cx="57600" cy="58165"/>
            </a:xfrm>
          </p:grpSpPr>
          <p:sp>
            <p:nvSpPr>
              <p:cNvPr id="197" name="楕円 300">
                <a:extLst>
                  <a:ext uri="{FF2B5EF4-FFF2-40B4-BE49-F238E27FC236}">
                    <a16:creationId xmlns:a16="http://schemas.microsoft.com/office/drawing/2014/main" id="{486A94BF-0224-0D0B-2D9A-FABEE04D3B70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8" name="楕円 301">
                <a:extLst>
                  <a:ext uri="{FF2B5EF4-FFF2-40B4-BE49-F238E27FC236}">
                    <a16:creationId xmlns:a16="http://schemas.microsoft.com/office/drawing/2014/main" id="{D3FC5A61-DB89-1984-9820-15275C5D3390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AB82901B-8301-FFF9-A974-999C971A8E89}"/>
                </a:ext>
              </a:extLst>
            </p:cNvPr>
            <p:cNvSpPr/>
            <p:nvPr/>
          </p:nvSpPr>
          <p:spPr>
            <a:xfrm rot="5400000">
              <a:off x="5519768" y="3211262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フローチャート: 和接合 16">
              <a:extLst>
                <a:ext uri="{FF2B5EF4-FFF2-40B4-BE49-F238E27FC236}">
                  <a16:creationId xmlns:a16="http://schemas.microsoft.com/office/drawing/2014/main" id="{C617BFFD-9861-BFAA-E0AC-11D1A9B93E12}"/>
                </a:ext>
              </a:extLst>
            </p:cNvPr>
            <p:cNvSpPr/>
            <p:nvPr/>
          </p:nvSpPr>
          <p:spPr bwMode="auto">
            <a:xfrm rot="10800000">
              <a:off x="5548568" y="3798442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9CE844FD-2E9D-68EE-857A-6A8D51B40980}"/>
                </a:ext>
              </a:extLst>
            </p:cNvPr>
            <p:cNvSpPr/>
            <p:nvPr/>
          </p:nvSpPr>
          <p:spPr>
            <a:xfrm rot="5400000">
              <a:off x="5520147" y="3052440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C744231A-E6EA-0BFE-6239-A1A56E69C9CE}"/>
                </a:ext>
              </a:extLst>
            </p:cNvPr>
            <p:cNvGrpSpPr/>
            <p:nvPr/>
          </p:nvGrpSpPr>
          <p:grpSpPr>
            <a:xfrm>
              <a:off x="5550747" y="3640758"/>
              <a:ext cx="57600" cy="58165"/>
              <a:chOff x="5550747" y="2678351"/>
              <a:chExt cx="57600" cy="58165"/>
            </a:xfrm>
          </p:grpSpPr>
          <p:sp>
            <p:nvSpPr>
              <p:cNvPr id="195" name="楕円 300">
                <a:extLst>
                  <a:ext uri="{FF2B5EF4-FFF2-40B4-BE49-F238E27FC236}">
                    <a16:creationId xmlns:a16="http://schemas.microsoft.com/office/drawing/2014/main" id="{5A1B8D8F-64AA-008C-4CB1-438827C15A26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6" name="楕円 301">
                <a:extLst>
                  <a:ext uri="{FF2B5EF4-FFF2-40B4-BE49-F238E27FC236}">
                    <a16:creationId xmlns:a16="http://schemas.microsoft.com/office/drawing/2014/main" id="{C33EB6AC-7B06-4D7C-EB4B-538C69F3EC33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Rounded Rectangle 6">
                <a:extLst>
                  <a:ext uri="{FF2B5EF4-FFF2-40B4-BE49-F238E27FC236}">
                    <a16:creationId xmlns:a16="http://schemas.microsoft.com/office/drawing/2014/main" id="{9C0B9DBE-818D-AD1E-8693-C9AAC270D286}"/>
                  </a:ext>
                </a:extLst>
              </p:cNvPr>
              <p:cNvSpPr/>
              <p:nvPr/>
            </p:nvSpPr>
            <p:spPr>
              <a:xfrm>
                <a:off x="9553388" y="21067952"/>
                <a:ext cx="13329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43.6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03" name="Rounded Rectangle 6">
                <a:extLst>
                  <a:ext uri="{FF2B5EF4-FFF2-40B4-BE49-F238E27FC236}">
                    <a16:creationId xmlns:a16="http://schemas.microsoft.com/office/drawing/2014/main" id="{9C0B9DBE-818D-AD1E-8693-C9AAC270D2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388" y="21067952"/>
                <a:ext cx="1332914" cy="415171"/>
              </a:xfrm>
              <a:prstGeom prst="roundRect">
                <a:avLst/>
              </a:prstGeom>
              <a:blipFill>
                <a:blip r:embed="rId32"/>
                <a:stretch>
                  <a:fillRect l="-6849" t="-27941" r="-6849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" name="TextBox 206">
            <a:extLst>
              <a:ext uri="{FF2B5EF4-FFF2-40B4-BE49-F238E27FC236}">
                <a16:creationId xmlns:a16="http://schemas.microsoft.com/office/drawing/2014/main" id="{B3E5745A-B6BE-8921-8BF3-3FCD76E1E7EE}"/>
              </a:ext>
            </a:extLst>
          </p:cNvPr>
          <p:cNvSpPr txBox="1"/>
          <p:nvPr/>
        </p:nvSpPr>
        <p:spPr>
          <a:xfrm>
            <a:off x="8547694" y="21593818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08" name="テキスト プレースホルダー 2">
            <a:extLst>
              <a:ext uri="{FF2B5EF4-FFF2-40B4-BE49-F238E27FC236}">
                <a16:creationId xmlns:a16="http://schemas.microsoft.com/office/drawing/2014/main" id="{8E43ED75-4F53-F524-C9A7-076D7D94FBD6}"/>
              </a:ext>
            </a:extLst>
          </p:cNvPr>
          <p:cNvSpPr txBox="1">
            <a:spLocks/>
          </p:cNvSpPr>
          <p:nvPr/>
        </p:nvSpPr>
        <p:spPr>
          <a:xfrm>
            <a:off x="5500104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Tr2F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09" name="テキスト プレースホルダー 2">
            <a:extLst>
              <a:ext uri="{FF2B5EF4-FFF2-40B4-BE49-F238E27FC236}">
                <a16:creationId xmlns:a16="http://schemas.microsoft.com/office/drawing/2014/main" id="{5C686EDB-4931-8A23-74D6-6B48B7C306B1}"/>
              </a:ext>
            </a:extLst>
          </p:cNvPr>
          <p:cNvSpPr txBox="1">
            <a:spLocks/>
          </p:cNvSpPr>
          <p:nvPr/>
        </p:nvSpPr>
        <p:spPr>
          <a:xfrm>
            <a:off x="-1123950" y="19085870"/>
            <a:ext cx="6470650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</a:t>
            </a:r>
            <a:endParaRPr kumimoji="1" lang="ja-JP" altLang="en-US" sz="3200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3" name="テキスト プレースホルダー 2">
            <a:extLst>
              <a:ext uri="{FF2B5EF4-FFF2-40B4-BE49-F238E27FC236}">
                <a16:creationId xmlns:a16="http://schemas.microsoft.com/office/drawing/2014/main" id="{2F50FC5A-BBC2-C386-1E3B-60CD746DEB94}"/>
              </a:ext>
            </a:extLst>
          </p:cNvPr>
          <p:cNvSpPr txBox="1">
            <a:spLocks/>
          </p:cNvSpPr>
          <p:nvPr/>
        </p:nvSpPr>
        <p:spPr>
          <a:xfrm>
            <a:off x="-1417714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Tr1F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0C5FC9D-51B1-9011-DB9E-8B0174C50F5D}"/>
              </a:ext>
            </a:extLst>
          </p:cNvPr>
          <p:cNvSpPr txBox="1"/>
          <p:nvPr/>
        </p:nvSpPr>
        <p:spPr>
          <a:xfrm>
            <a:off x="941552" y="15693146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pic>
        <p:nvPicPr>
          <p:cNvPr id="284" name="Picture 283" descr="A green and blue rectangles&#10;&#10;AI-generated content may be incorrect.">
            <a:extLst>
              <a:ext uri="{FF2B5EF4-FFF2-40B4-BE49-F238E27FC236}">
                <a16:creationId xmlns:a16="http://schemas.microsoft.com/office/drawing/2014/main" id="{A2BF4534-6F4D-0E55-1D60-179E0977C97E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9" t="12724" r="4895" b="12858"/>
          <a:stretch>
            <a:fillRect/>
          </a:stretch>
        </p:blipFill>
        <p:spPr>
          <a:xfrm>
            <a:off x="8438674" y="21828979"/>
            <a:ext cx="1093864" cy="1064838"/>
          </a:xfrm>
          <a:prstGeom prst="rect">
            <a:avLst/>
          </a:prstGeom>
        </p:spPr>
      </p:pic>
      <p:sp>
        <p:nvSpPr>
          <p:cNvPr id="215" name="テキスト プレースホルダー 2">
            <a:extLst>
              <a:ext uri="{FF2B5EF4-FFF2-40B4-BE49-F238E27FC236}">
                <a16:creationId xmlns:a16="http://schemas.microsoft.com/office/drawing/2014/main" id="{64A212F6-4B9A-D8B5-3917-1D1689E0C4F7}"/>
              </a:ext>
            </a:extLst>
          </p:cNvPr>
          <p:cNvSpPr txBox="1">
            <a:spLocks/>
          </p:cNvSpPr>
          <p:nvPr/>
        </p:nvSpPr>
        <p:spPr>
          <a:xfrm>
            <a:off x="11910125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Tr3F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Rounded Rectangle 6">
                <a:extLst>
                  <a:ext uri="{FF2B5EF4-FFF2-40B4-BE49-F238E27FC236}">
                    <a16:creationId xmlns:a16="http://schemas.microsoft.com/office/drawing/2014/main" id="{755F997D-A204-A5E2-6314-EBD631F4B6CA}"/>
                  </a:ext>
                </a:extLst>
              </p:cNvPr>
              <p:cNvSpPr/>
              <p:nvPr/>
            </p:nvSpPr>
            <p:spPr>
              <a:xfrm>
                <a:off x="15095340" y="15359137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30.2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16" name="Rounded Rectangle 6">
                <a:extLst>
                  <a:ext uri="{FF2B5EF4-FFF2-40B4-BE49-F238E27FC236}">
                    <a16:creationId xmlns:a16="http://schemas.microsoft.com/office/drawing/2014/main" id="{755F997D-A204-A5E2-6314-EBD631F4B6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5340" y="15359137"/>
                <a:ext cx="1339600" cy="415171"/>
              </a:xfrm>
              <a:prstGeom prst="roundRect">
                <a:avLst/>
              </a:prstGeom>
              <a:blipFill>
                <a:blip r:embed="rId34"/>
                <a:stretch>
                  <a:fillRect l="-6818" t="-27941" r="-6364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TextBox 217">
            <a:extLst>
              <a:ext uri="{FF2B5EF4-FFF2-40B4-BE49-F238E27FC236}">
                <a16:creationId xmlns:a16="http://schemas.microsoft.com/office/drawing/2014/main" id="{AC6A925A-C92A-F05B-BAEB-080EA54DC657}"/>
              </a:ext>
            </a:extLst>
          </p:cNvPr>
          <p:cNvSpPr txBox="1"/>
          <p:nvPr/>
        </p:nvSpPr>
        <p:spPr>
          <a:xfrm>
            <a:off x="14108873" y="1579531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19" name="テキスト プレースホルダー 2">
            <a:extLst>
              <a:ext uri="{FF2B5EF4-FFF2-40B4-BE49-F238E27FC236}">
                <a16:creationId xmlns:a16="http://schemas.microsoft.com/office/drawing/2014/main" id="{FB68EF1E-8E60-5306-9419-BE2A2521E0CE}"/>
              </a:ext>
            </a:extLst>
          </p:cNvPr>
          <p:cNvSpPr txBox="1">
            <a:spLocks/>
          </p:cNvSpPr>
          <p:nvPr/>
        </p:nvSpPr>
        <p:spPr>
          <a:xfrm>
            <a:off x="5711297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Tr2E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0" name="テキスト プレースホルダー 2">
            <a:extLst>
              <a:ext uri="{FF2B5EF4-FFF2-40B4-BE49-F238E27FC236}">
                <a16:creationId xmlns:a16="http://schemas.microsoft.com/office/drawing/2014/main" id="{6B78ADF1-3308-F8E7-4CA3-BB4C57277671}"/>
              </a:ext>
            </a:extLst>
          </p:cNvPr>
          <p:cNvSpPr txBox="1">
            <a:spLocks/>
          </p:cNvSpPr>
          <p:nvPr/>
        </p:nvSpPr>
        <p:spPr>
          <a:xfrm>
            <a:off x="-1206521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Tr1E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1" name="テキスト プレースホルダー 2">
            <a:extLst>
              <a:ext uri="{FF2B5EF4-FFF2-40B4-BE49-F238E27FC236}">
                <a16:creationId xmlns:a16="http://schemas.microsoft.com/office/drawing/2014/main" id="{76517021-4B64-269E-404D-8D6CE5DB9DF9}"/>
              </a:ext>
            </a:extLst>
          </p:cNvPr>
          <p:cNvSpPr txBox="1">
            <a:spLocks/>
          </p:cNvSpPr>
          <p:nvPr/>
        </p:nvSpPr>
        <p:spPr>
          <a:xfrm>
            <a:off x="11795163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Tr3E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985DA95D-692E-230B-EA30-0132EDF66124}"/>
              </a:ext>
            </a:extLst>
          </p:cNvPr>
          <p:cNvSpPr txBox="1"/>
          <p:nvPr/>
        </p:nvSpPr>
        <p:spPr>
          <a:xfrm>
            <a:off x="1115430" y="21634635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Rounded Rectangle 6">
                <a:extLst>
                  <a:ext uri="{FF2B5EF4-FFF2-40B4-BE49-F238E27FC236}">
                    <a16:creationId xmlns:a16="http://schemas.microsoft.com/office/drawing/2014/main" id="{98AA1A50-1611-023B-A907-B72B9ACBA24D}"/>
                  </a:ext>
                </a:extLst>
              </p:cNvPr>
              <p:cNvSpPr/>
              <p:nvPr/>
            </p:nvSpPr>
            <p:spPr>
              <a:xfrm>
                <a:off x="2105375" y="21066509"/>
                <a:ext cx="133504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40.5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24" name="Rounded Rectangle 6">
                <a:extLst>
                  <a:ext uri="{FF2B5EF4-FFF2-40B4-BE49-F238E27FC236}">
                    <a16:creationId xmlns:a16="http://schemas.microsoft.com/office/drawing/2014/main" id="{98AA1A50-1611-023B-A907-B72B9ACBA2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375" y="21066509"/>
                <a:ext cx="1335040" cy="415171"/>
              </a:xfrm>
              <a:prstGeom prst="roundRect">
                <a:avLst/>
              </a:prstGeom>
              <a:blipFill>
                <a:blip r:embed="rId35"/>
                <a:stretch>
                  <a:fillRect l="-6849" t="-27941" r="-6849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4CDB8859-4416-5AA2-4DDC-A4184603C7E9}"/>
              </a:ext>
            </a:extLst>
          </p:cNvPr>
          <p:cNvCxnSpPr>
            <a:cxnSpLocks/>
          </p:cNvCxnSpPr>
          <p:nvPr/>
        </p:nvCxnSpPr>
        <p:spPr>
          <a:xfrm flipV="1">
            <a:off x="1791467" y="21443853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Rounded Rectangle 6">
                <a:extLst>
                  <a:ext uri="{FF2B5EF4-FFF2-40B4-BE49-F238E27FC236}">
                    <a16:creationId xmlns:a16="http://schemas.microsoft.com/office/drawing/2014/main" id="{C063A4D2-5B79-19CD-02F3-B593CF918530}"/>
                  </a:ext>
                </a:extLst>
              </p:cNvPr>
              <p:cNvSpPr/>
              <p:nvPr/>
            </p:nvSpPr>
            <p:spPr>
              <a:xfrm>
                <a:off x="15621665" y="21066509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47.3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26" name="Rounded Rectangle 6">
                <a:extLst>
                  <a:ext uri="{FF2B5EF4-FFF2-40B4-BE49-F238E27FC236}">
                    <a16:creationId xmlns:a16="http://schemas.microsoft.com/office/drawing/2014/main" id="{C063A4D2-5B79-19CD-02F3-B593CF9185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665" y="21066509"/>
                <a:ext cx="1339600" cy="415171"/>
              </a:xfrm>
              <a:prstGeom prst="roundRect">
                <a:avLst/>
              </a:prstGeom>
              <a:blipFill>
                <a:blip r:embed="rId36"/>
                <a:stretch>
                  <a:fillRect l="-7306" t="-27941" r="-6393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" name="TextBox 227">
            <a:extLst>
              <a:ext uri="{FF2B5EF4-FFF2-40B4-BE49-F238E27FC236}">
                <a16:creationId xmlns:a16="http://schemas.microsoft.com/office/drawing/2014/main" id="{89486702-E786-1E0F-DD29-41621EF5A788}"/>
              </a:ext>
            </a:extLst>
          </p:cNvPr>
          <p:cNvSpPr txBox="1"/>
          <p:nvPr/>
        </p:nvSpPr>
        <p:spPr>
          <a:xfrm>
            <a:off x="14418831" y="21531511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29" name="テキスト プレースホルダー 2">
            <a:extLst>
              <a:ext uri="{FF2B5EF4-FFF2-40B4-BE49-F238E27FC236}">
                <a16:creationId xmlns:a16="http://schemas.microsoft.com/office/drawing/2014/main" id="{D8A33670-6DC0-E5B6-852A-75684BE470D9}"/>
              </a:ext>
            </a:extLst>
          </p:cNvPr>
          <p:cNvSpPr txBox="1">
            <a:spLocks/>
          </p:cNvSpPr>
          <p:nvPr/>
        </p:nvSpPr>
        <p:spPr>
          <a:xfrm>
            <a:off x="-1123950" y="12839455"/>
            <a:ext cx="6470650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</a:t>
            </a:r>
            <a:endParaRPr kumimoji="1" lang="ja-JP" altLang="en-US" sz="3200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30" name="テキスト プレースホルダー 2">
            <a:extLst>
              <a:ext uri="{FF2B5EF4-FFF2-40B4-BE49-F238E27FC236}">
                <a16:creationId xmlns:a16="http://schemas.microsoft.com/office/drawing/2014/main" id="{CE6ADC1A-EE2C-6630-C9DA-8C347595CE75}"/>
              </a:ext>
            </a:extLst>
          </p:cNvPr>
          <p:cNvSpPr txBox="1">
            <a:spLocks/>
          </p:cNvSpPr>
          <p:nvPr/>
        </p:nvSpPr>
        <p:spPr>
          <a:xfrm>
            <a:off x="5566109" y="1786274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(c)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31" name="テキスト プレースホルダー 2">
            <a:extLst>
              <a:ext uri="{FF2B5EF4-FFF2-40B4-BE49-F238E27FC236}">
                <a16:creationId xmlns:a16="http://schemas.microsoft.com/office/drawing/2014/main" id="{D6C2F3B5-2968-A34B-B0A5-1C0A106E8888}"/>
              </a:ext>
            </a:extLst>
          </p:cNvPr>
          <p:cNvSpPr txBox="1">
            <a:spLocks/>
          </p:cNvSpPr>
          <p:nvPr/>
        </p:nvSpPr>
        <p:spPr>
          <a:xfrm>
            <a:off x="5566109" y="23993663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(d)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Rounded Rectangle 6">
                <a:extLst>
                  <a:ext uri="{FF2B5EF4-FFF2-40B4-BE49-F238E27FC236}">
                    <a16:creationId xmlns:a16="http://schemas.microsoft.com/office/drawing/2014/main" id="{126235F1-E072-333E-20D7-868677E6E599}"/>
                  </a:ext>
                </a:extLst>
              </p:cNvPr>
              <p:cNvSpPr/>
              <p:nvPr/>
            </p:nvSpPr>
            <p:spPr>
              <a:xfrm>
                <a:off x="8914779" y="15353627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30.2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36" name="Rounded Rectangle 6">
                <a:extLst>
                  <a:ext uri="{FF2B5EF4-FFF2-40B4-BE49-F238E27FC236}">
                    <a16:creationId xmlns:a16="http://schemas.microsoft.com/office/drawing/2014/main" id="{126235F1-E072-333E-20D7-868677E6E5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4779" y="15353627"/>
                <a:ext cx="1380814" cy="415171"/>
              </a:xfrm>
              <a:prstGeom prst="roundRect">
                <a:avLst/>
              </a:prstGeom>
              <a:blipFill>
                <a:blip r:embed="rId37"/>
                <a:stretch>
                  <a:fillRect l="-4846" t="-27941" r="-4846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Rounded Rectangle 6">
                <a:extLst>
                  <a:ext uri="{FF2B5EF4-FFF2-40B4-BE49-F238E27FC236}">
                    <a16:creationId xmlns:a16="http://schemas.microsoft.com/office/drawing/2014/main" id="{2604AD8D-0254-28CE-6651-D0D60FB49321}"/>
                  </a:ext>
                </a:extLst>
              </p:cNvPr>
              <p:cNvSpPr/>
              <p:nvPr/>
            </p:nvSpPr>
            <p:spPr>
              <a:xfrm>
                <a:off x="1980006" y="15284235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30.4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38" name="Rounded Rectangle 6">
                <a:extLst>
                  <a:ext uri="{FF2B5EF4-FFF2-40B4-BE49-F238E27FC236}">
                    <a16:creationId xmlns:a16="http://schemas.microsoft.com/office/drawing/2014/main" id="{2604AD8D-0254-28CE-6651-D0D60FB493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06" y="15284235"/>
                <a:ext cx="1380814" cy="415171"/>
              </a:xfrm>
              <a:prstGeom prst="roundRect">
                <a:avLst/>
              </a:prstGeom>
              <a:blipFill>
                <a:blip r:embed="rId38"/>
                <a:stretch>
                  <a:fillRect l="-4867" t="-27941" r="-5310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0" name="Picture 289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E1B15C42-1E86-FE28-F9AB-FE22B2101163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1895" r="4917" b="21597"/>
          <a:stretch>
            <a:fillRect/>
          </a:stretch>
        </p:blipFill>
        <p:spPr>
          <a:xfrm>
            <a:off x="914532" y="16001246"/>
            <a:ext cx="1407783" cy="1044110"/>
          </a:xfrm>
          <a:prstGeom prst="rect">
            <a:avLst/>
          </a:prstGeom>
        </p:spPr>
      </p:pic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FDBDD231-B0E1-CB17-2638-B9C77F2887B8}"/>
              </a:ext>
            </a:extLst>
          </p:cNvPr>
          <p:cNvCxnSpPr>
            <a:cxnSpLocks/>
          </p:cNvCxnSpPr>
          <p:nvPr/>
        </p:nvCxnSpPr>
        <p:spPr>
          <a:xfrm flipV="1">
            <a:off x="8977428" y="21429818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" name="Picture 285" descr="A green and blue background with orange squares&#10;&#10;AI-generated content may be incorrect.">
            <a:extLst>
              <a:ext uri="{FF2B5EF4-FFF2-40B4-BE49-F238E27FC236}">
                <a16:creationId xmlns:a16="http://schemas.microsoft.com/office/drawing/2014/main" id="{9D1D4054-426E-CB12-8E44-1BC7CDD5CDF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9" t="4578" r="10122" b="5052"/>
          <a:stretch>
            <a:fillRect/>
          </a:stretch>
        </p:blipFill>
        <p:spPr>
          <a:xfrm>
            <a:off x="14535476" y="21808510"/>
            <a:ext cx="916908" cy="1227335"/>
          </a:xfrm>
          <a:prstGeom prst="rect">
            <a:avLst/>
          </a:prstGeom>
        </p:spPr>
      </p:pic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C3D95F80-D136-AD00-243C-05643025D845}"/>
              </a:ext>
            </a:extLst>
          </p:cNvPr>
          <p:cNvCxnSpPr>
            <a:cxnSpLocks/>
          </p:cNvCxnSpPr>
          <p:nvPr/>
        </p:nvCxnSpPr>
        <p:spPr>
          <a:xfrm flipV="1">
            <a:off x="14993558" y="21440464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4BB9F0C3-9AF7-2ADB-8581-CD7A946C25E9}"/>
              </a:ext>
            </a:extLst>
          </p:cNvPr>
          <p:cNvCxnSpPr>
            <a:cxnSpLocks/>
          </p:cNvCxnSpPr>
          <p:nvPr/>
        </p:nvCxnSpPr>
        <p:spPr>
          <a:xfrm flipV="1">
            <a:off x="1638607" y="15749277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2" name="Picture 291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DBFD083D-44B5-678E-9F2A-16C8DFEEC52C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89" t="11345" r="4907" b="12294"/>
          <a:stretch>
            <a:fillRect/>
          </a:stretch>
        </p:blipFill>
        <p:spPr>
          <a:xfrm>
            <a:off x="8016712" y="15977767"/>
            <a:ext cx="1307217" cy="1225334"/>
          </a:xfrm>
          <a:prstGeom prst="rect">
            <a:avLst/>
          </a:prstGeom>
        </p:spPr>
      </p:pic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18CCC1A7-3BCC-D8D8-3FDA-2303AAA0EC9B}"/>
              </a:ext>
            </a:extLst>
          </p:cNvPr>
          <p:cNvCxnSpPr>
            <a:cxnSpLocks/>
          </p:cNvCxnSpPr>
          <p:nvPr/>
        </p:nvCxnSpPr>
        <p:spPr>
          <a:xfrm flipV="1">
            <a:off x="8630572" y="1578661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4" name="Picture 293" descr="A blue screen with a black line&#10;&#10;AI-generated content may be incorrect.">
            <a:extLst>
              <a:ext uri="{FF2B5EF4-FFF2-40B4-BE49-F238E27FC236}">
                <a16:creationId xmlns:a16="http://schemas.microsoft.com/office/drawing/2014/main" id="{6265A0BF-0381-2087-485D-7AEC9FB09C4D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3" t="7837" r="6234" b="6572"/>
          <a:stretch>
            <a:fillRect/>
          </a:stretch>
        </p:blipFill>
        <p:spPr>
          <a:xfrm>
            <a:off x="14220543" y="16041193"/>
            <a:ext cx="1068828" cy="1218236"/>
          </a:xfrm>
          <a:prstGeom prst="rect">
            <a:avLst/>
          </a:prstGeom>
        </p:spPr>
      </p:pic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9EB9A706-0D59-8C6D-53F4-004059E2767D}"/>
              </a:ext>
            </a:extLst>
          </p:cNvPr>
          <p:cNvCxnSpPr>
            <a:cxnSpLocks/>
          </p:cNvCxnSpPr>
          <p:nvPr/>
        </p:nvCxnSpPr>
        <p:spPr>
          <a:xfrm flipV="1">
            <a:off x="14671564" y="1575294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3">
                <a:extLst>
                  <a:ext uri="{FF2B5EF4-FFF2-40B4-BE49-F238E27FC236}">
                    <a16:creationId xmlns:a16="http://schemas.microsoft.com/office/drawing/2014/main" id="{D9B9AD48-851C-8EB1-900B-5864DAAF8E8A}"/>
                  </a:ext>
                </a:extLst>
              </p:cNvPr>
              <p:cNvSpPr/>
              <p:nvPr/>
            </p:nvSpPr>
            <p:spPr>
              <a:xfrm>
                <a:off x="-5752395" y="13460359"/>
                <a:ext cx="3609513" cy="1375773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4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sz="4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C]</a:t>
                </a:r>
                <a:endParaRPr lang="en-JP" sz="48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ounded Rectangle 3">
                <a:extLst>
                  <a:ext uri="{FF2B5EF4-FFF2-40B4-BE49-F238E27FC236}">
                    <a16:creationId xmlns:a16="http://schemas.microsoft.com/office/drawing/2014/main" id="{D9B9AD48-851C-8EB1-900B-5864DAAF8E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52395" y="13460359"/>
                <a:ext cx="3609513" cy="1375773"/>
              </a:xfrm>
              <a:prstGeom prst="roundRect">
                <a:avLst/>
              </a:prstGeom>
              <a:blipFill>
                <a:blip r:embed="rId43"/>
                <a:stretch>
                  <a:fillRect b="-35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プレースホルダー 2">
                <a:extLst>
                  <a:ext uri="{FF2B5EF4-FFF2-40B4-BE49-F238E27FC236}">
                    <a16:creationId xmlns:a16="http://schemas.microsoft.com/office/drawing/2014/main" id="{E14D4F4E-EB0A-1486-4930-BC99F811E3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316041" y="10375724"/>
                <a:ext cx="2962456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32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32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32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36" name="テキスト プレースホルダー 2">
                <a:extLst>
                  <a:ext uri="{FF2B5EF4-FFF2-40B4-BE49-F238E27FC236}">
                    <a16:creationId xmlns:a16="http://schemas.microsoft.com/office/drawing/2014/main" id="{E14D4F4E-EB0A-1486-4930-BC99F811E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16041" y="10375724"/>
                <a:ext cx="2962456" cy="415171"/>
              </a:xfrm>
              <a:prstGeom prst="rect">
                <a:avLst/>
              </a:prstGeom>
              <a:blipFill>
                <a:blip r:embed="rId44"/>
                <a:stretch>
                  <a:fillRect l="-5350" t="-32353" r="-1235" b="-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35701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804B5-82E8-8725-420F-AF819DC0F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blue rectangular objec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E5DAEA4A-0398-5045-58B3-0ABB2A477C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0" t="19241" r="74622" b="20824"/>
          <a:stretch>
            <a:fillRect/>
          </a:stretch>
        </p:blipFill>
        <p:spPr>
          <a:xfrm>
            <a:off x="-5347797" y="14693094"/>
            <a:ext cx="2662830" cy="7544327"/>
          </a:xfrm>
          <a:prstGeom prst="rect">
            <a:avLst/>
          </a:prstGeom>
        </p:spPr>
      </p:pic>
      <p:pic>
        <p:nvPicPr>
          <p:cNvPr id="276" name="Picture 275" descr="A green rectangular object with blue and green squares&#10;&#10;AI-generated content may be incorrect.">
            <a:extLst>
              <a:ext uri="{FF2B5EF4-FFF2-40B4-BE49-F238E27FC236}">
                <a16:creationId xmlns:a16="http://schemas.microsoft.com/office/drawing/2014/main" id="{6587465A-8BD0-D3ED-507E-E1DC6D459B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36" t="4714" r="17915" b="3752"/>
          <a:stretch>
            <a:fillRect/>
          </a:stretch>
        </p:blipFill>
        <p:spPr>
          <a:xfrm flipH="1">
            <a:off x="11980807" y="19685215"/>
            <a:ext cx="3409910" cy="2879053"/>
          </a:xfrm>
          <a:prstGeom prst="rect">
            <a:avLst/>
          </a:prstGeom>
        </p:spPr>
      </p:pic>
      <p:pic>
        <p:nvPicPr>
          <p:cNvPr id="278" name="Picture 277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5331FD20-1458-B6C1-7D5C-B76E9105C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7" t="4275" r="15025" b="4900"/>
          <a:stretch>
            <a:fillRect/>
          </a:stretch>
        </p:blipFill>
        <p:spPr>
          <a:xfrm flipH="1">
            <a:off x="5577786" y="19714946"/>
            <a:ext cx="3644909" cy="2817005"/>
          </a:xfrm>
          <a:prstGeom prst="rect">
            <a:avLst/>
          </a:prstGeom>
        </p:spPr>
      </p:pic>
      <p:pic>
        <p:nvPicPr>
          <p:cNvPr id="280" name="Picture 279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ECED5C6A-43FB-7396-84C8-B0716B2E10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7" t="4985" r="13918" b="4837"/>
          <a:stretch>
            <a:fillRect/>
          </a:stretch>
        </p:blipFill>
        <p:spPr>
          <a:xfrm flipH="1">
            <a:off x="-1587808" y="19752395"/>
            <a:ext cx="3806596" cy="2811873"/>
          </a:xfrm>
          <a:prstGeom prst="rect">
            <a:avLst/>
          </a:prstGeom>
        </p:spPr>
      </p:pic>
      <p:pic>
        <p:nvPicPr>
          <p:cNvPr id="274" name="Picture 273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57D07AD1-0302-101E-E443-CCA22E301C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3" t="4905" r="15039" b="4461"/>
          <a:stretch>
            <a:fillRect/>
          </a:stretch>
        </p:blipFill>
        <p:spPr>
          <a:xfrm flipH="1">
            <a:off x="5634328" y="13460359"/>
            <a:ext cx="3705211" cy="2860870"/>
          </a:xfrm>
          <a:prstGeom prst="rect">
            <a:avLst/>
          </a:prstGeom>
        </p:spPr>
      </p:pic>
      <p:pic>
        <p:nvPicPr>
          <p:cNvPr id="282" name="Picture 281" descr="A green and blue rectangle with black lines&#10;&#10;AI-generated content may be incorrect.">
            <a:extLst>
              <a:ext uri="{FF2B5EF4-FFF2-40B4-BE49-F238E27FC236}">
                <a16:creationId xmlns:a16="http://schemas.microsoft.com/office/drawing/2014/main" id="{CCBF0610-EA4B-2B3C-9F72-DF69E95106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05" t="29437" r="11664" b="33103"/>
          <a:stretch>
            <a:fillRect/>
          </a:stretch>
        </p:blipFill>
        <p:spPr>
          <a:xfrm>
            <a:off x="1102096" y="21870817"/>
            <a:ext cx="1371430" cy="1015661"/>
          </a:xfrm>
          <a:prstGeom prst="rect">
            <a:avLst/>
          </a:prstGeom>
        </p:spPr>
      </p:pic>
      <p:pic>
        <p:nvPicPr>
          <p:cNvPr id="272" name="Picture 271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E64BA09F-54B3-B5AF-6256-F996F916A2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1" t="5026" r="16263" b="5026"/>
          <a:stretch>
            <a:fillRect/>
          </a:stretch>
        </p:blipFill>
        <p:spPr>
          <a:xfrm flipH="1">
            <a:off x="12220009" y="13514663"/>
            <a:ext cx="3569133" cy="2817004"/>
          </a:xfrm>
          <a:prstGeom prst="rect">
            <a:avLst/>
          </a:prstGeom>
        </p:spPr>
      </p:pic>
      <p:pic>
        <p:nvPicPr>
          <p:cNvPr id="268" name="Picture 267" descr="A blue box with black lines&#10;&#10;AI-generated content may be incorrect.">
            <a:extLst>
              <a:ext uri="{FF2B5EF4-FFF2-40B4-BE49-F238E27FC236}">
                <a16:creationId xmlns:a16="http://schemas.microsoft.com/office/drawing/2014/main" id="{995DDB1E-C101-6637-8104-2911B7A885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5" t="5025" r="12916" b="5025"/>
          <a:stretch>
            <a:fillRect/>
          </a:stretch>
        </p:blipFill>
        <p:spPr>
          <a:xfrm flipH="1">
            <a:off x="-1643807" y="13616433"/>
            <a:ext cx="3678636" cy="2655213"/>
          </a:xfrm>
          <a:prstGeom prst="rect">
            <a:avLst/>
          </a:prstGeom>
        </p:spPr>
      </p:pic>
      <p:pic>
        <p:nvPicPr>
          <p:cNvPr id="57" name="Picture 56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ECB6D759-7D69-5ECA-0EA8-E803735547E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4" t="4276" r="19491" b="5228"/>
          <a:stretch>
            <a:fillRect/>
          </a:stretch>
        </p:blipFill>
        <p:spPr>
          <a:xfrm flipH="1">
            <a:off x="561149" y="1676416"/>
            <a:ext cx="3617035" cy="2817003"/>
          </a:xfrm>
          <a:prstGeom prst="rect">
            <a:avLst/>
          </a:prstGeom>
        </p:spPr>
      </p:pic>
      <p:pic>
        <p:nvPicPr>
          <p:cNvPr id="38" name="Picture 37" descr="A blue rectangular object with a yellow center&#10;&#10;AI-generated content may be incorrect.">
            <a:extLst>
              <a:ext uri="{FF2B5EF4-FFF2-40B4-BE49-F238E27FC236}">
                <a16:creationId xmlns:a16="http://schemas.microsoft.com/office/drawing/2014/main" id="{CC5F0CF1-526B-6DBD-42E7-0F36E7CD1F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6" t="4115" r="15243" b="4798"/>
          <a:stretch>
            <a:fillRect/>
          </a:stretch>
        </p:blipFill>
        <p:spPr>
          <a:xfrm flipH="1">
            <a:off x="6148236" y="1695273"/>
            <a:ext cx="3656636" cy="2906320"/>
          </a:xfrm>
          <a:prstGeom prst="rect">
            <a:avLst/>
          </a:prstGeom>
        </p:spPr>
      </p:pic>
      <p:pic>
        <p:nvPicPr>
          <p:cNvPr id="51" name="Picture 50" descr="A blue and green rectangles&#10;&#10;AI-generated content may be incorrect.">
            <a:extLst>
              <a:ext uri="{FF2B5EF4-FFF2-40B4-BE49-F238E27FC236}">
                <a16:creationId xmlns:a16="http://schemas.microsoft.com/office/drawing/2014/main" id="{FA98F702-D98E-649C-CEC5-3403CF749DB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7" t="12693" r="5134" b="12618"/>
          <a:stretch>
            <a:fillRect/>
          </a:stretch>
        </p:blipFill>
        <p:spPr>
          <a:xfrm>
            <a:off x="9048703" y="4125216"/>
            <a:ext cx="1255947" cy="1224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3">
                <a:extLst>
                  <a:ext uri="{FF2B5EF4-FFF2-40B4-BE49-F238E27FC236}">
                    <a16:creationId xmlns:a16="http://schemas.microsoft.com/office/drawing/2014/main" id="{6B48DC8A-F983-9312-946B-781EA96CFC74}"/>
                  </a:ext>
                </a:extLst>
              </p:cNvPr>
              <p:cNvSpPr/>
              <p:nvPr/>
            </p:nvSpPr>
            <p:spPr>
              <a:xfrm>
                <a:off x="-1239949" y="1426848"/>
                <a:ext cx="1291570" cy="491798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C]</a:t>
                </a:r>
                <a:endParaRPr lang="en-JP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ounded Rectangle 3">
                <a:extLst>
                  <a:ext uri="{FF2B5EF4-FFF2-40B4-BE49-F238E27FC236}">
                    <a16:creationId xmlns:a16="http://schemas.microsoft.com/office/drawing/2014/main" id="{6B48DC8A-F983-9312-946B-781EA96CFC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39949" y="1426848"/>
                <a:ext cx="1291570" cy="491798"/>
              </a:xfrm>
              <a:prstGeom prst="roundRect">
                <a:avLst/>
              </a:prstGeom>
              <a:blipFill>
                <a:blip r:embed="rId14"/>
                <a:stretch>
                  <a:fillRect l="-948" r="-474" b="-61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03D9CAE-AD42-0790-00A1-0DB2B6772BD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9" t="76256" r="86948" b="6623"/>
          <a:stretch>
            <a:fillRect/>
          </a:stretch>
        </p:blipFill>
        <p:spPr>
          <a:xfrm>
            <a:off x="232985" y="4585748"/>
            <a:ext cx="688629" cy="7744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24063E-AC64-9CEA-E64E-AC96E1FB5DC5}"/>
              </a:ext>
            </a:extLst>
          </p:cNvPr>
          <p:cNvSpPr txBox="1"/>
          <p:nvPr/>
        </p:nvSpPr>
        <p:spPr>
          <a:xfrm>
            <a:off x="2692440" y="388127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ounded Rectangle 6">
                <a:extLst>
                  <a:ext uri="{FF2B5EF4-FFF2-40B4-BE49-F238E27FC236}">
                    <a16:creationId xmlns:a16="http://schemas.microsoft.com/office/drawing/2014/main" id="{E41DCC87-BDB5-91E4-2531-C99B6DD9CE9A}"/>
                  </a:ext>
                </a:extLst>
              </p:cNvPr>
              <p:cNvSpPr/>
              <p:nvPr/>
            </p:nvSpPr>
            <p:spPr>
              <a:xfrm>
                <a:off x="10163415" y="3524063"/>
                <a:ext cx="13329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</a:t>
                </a:r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6.9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25" name="Rounded Rectangle 6">
                <a:extLst>
                  <a:ext uri="{FF2B5EF4-FFF2-40B4-BE49-F238E27FC236}">
                    <a16:creationId xmlns:a16="http://schemas.microsoft.com/office/drawing/2014/main" id="{E41DCC87-BDB5-91E4-2531-C99B6DD9CE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3415" y="3524063"/>
                <a:ext cx="1332914" cy="415171"/>
              </a:xfrm>
              <a:prstGeom prst="roundRect">
                <a:avLst/>
              </a:prstGeom>
              <a:blipFill>
                <a:blip r:embed="rId16"/>
                <a:stretch>
                  <a:fillRect l="-6849" t="-27941" r="-6849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5B79F48-0AF8-389B-4E06-AB201C8CD434}"/>
              </a:ext>
            </a:extLst>
          </p:cNvPr>
          <p:cNvCxnSpPr>
            <a:cxnSpLocks/>
          </p:cNvCxnSpPr>
          <p:nvPr/>
        </p:nvCxnSpPr>
        <p:spPr>
          <a:xfrm flipV="1">
            <a:off x="9587455" y="3931662"/>
            <a:ext cx="889363" cy="80555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B5EE440C-020D-D5D6-FE76-2CFBE7347037}"/>
              </a:ext>
            </a:extLst>
          </p:cNvPr>
          <p:cNvSpPr txBox="1"/>
          <p:nvPr/>
        </p:nvSpPr>
        <p:spPr>
          <a:xfrm>
            <a:off x="8962618" y="3873303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pic>
        <p:nvPicPr>
          <p:cNvPr id="43" name="Picture 42" descr="A blue rectangular object with a rainbow spectrum&#10;&#10;AI-generated content may be incorrect.">
            <a:extLst>
              <a:ext uri="{FF2B5EF4-FFF2-40B4-BE49-F238E27FC236}">
                <a16:creationId xmlns:a16="http://schemas.microsoft.com/office/drawing/2014/main" id="{021767FB-FD05-C9D1-7C34-F7244CE61B0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57" t="24485" r="16645" b="9206"/>
          <a:stretch>
            <a:fillRect/>
          </a:stretch>
        </p:blipFill>
        <p:spPr>
          <a:xfrm>
            <a:off x="-1239948" y="1897324"/>
            <a:ext cx="1146448" cy="3482108"/>
          </a:xfrm>
          <a:prstGeom prst="rect">
            <a:avLst/>
          </a:prstGeom>
        </p:spPr>
      </p:pic>
      <p:pic>
        <p:nvPicPr>
          <p:cNvPr id="63" name="Picture 62" descr="A blue rectangle with red and black lines&#10;&#10;AI-generated content may be incorrect.">
            <a:extLst>
              <a:ext uri="{FF2B5EF4-FFF2-40B4-BE49-F238E27FC236}">
                <a16:creationId xmlns:a16="http://schemas.microsoft.com/office/drawing/2014/main" id="{BF308BFD-65DC-E561-9329-37F3F9ACF67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9564" r="4847" b="20027"/>
          <a:stretch>
            <a:fillRect/>
          </a:stretch>
        </p:blipFill>
        <p:spPr>
          <a:xfrm>
            <a:off x="2814550" y="4150302"/>
            <a:ext cx="1203532" cy="12291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6">
                <a:extLst>
                  <a:ext uri="{FF2B5EF4-FFF2-40B4-BE49-F238E27FC236}">
                    <a16:creationId xmlns:a16="http://schemas.microsoft.com/office/drawing/2014/main" id="{5F903355-A5D5-2F8F-F245-3FDAF790E68B}"/>
                  </a:ext>
                </a:extLst>
              </p:cNvPr>
              <p:cNvSpPr/>
              <p:nvPr/>
            </p:nvSpPr>
            <p:spPr>
              <a:xfrm>
                <a:off x="3721132" y="3524063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5</a:t>
                </a:r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6.0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6" name="Rounded Rectangle 6">
                <a:extLst>
                  <a:ext uri="{FF2B5EF4-FFF2-40B4-BE49-F238E27FC236}">
                    <a16:creationId xmlns:a16="http://schemas.microsoft.com/office/drawing/2014/main" id="{5F903355-A5D5-2F8F-F245-3FDAF790E6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132" y="3524063"/>
                <a:ext cx="1380814" cy="415171"/>
              </a:xfrm>
              <a:prstGeom prst="roundRect">
                <a:avLst/>
              </a:prstGeom>
              <a:blipFill>
                <a:blip r:embed="rId19"/>
                <a:stretch>
                  <a:fillRect l="-4846" t="-27941" r="-4846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84E029A-CCA4-5D3B-2A88-3153540B0E17}"/>
              </a:ext>
            </a:extLst>
          </p:cNvPr>
          <p:cNvCxnSpPr>
            <a:cxnSpLocks/>
          </p:cNvCxnSpPr>
          <p:nvPr/>
        </p:nvCxnSpPr>
        <p:spPr>
          <a:xfrm flipV="1">
            <a:off x="3436925" y="3957048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プレースホルダー 2">
            <a:extLst>
              <a:ext uri="{FF2B5EF4-FFF2-40B4-BE49-F238E27FC236}">
                <a16:creationId xmlns:a16="http://schemas.microsoft.com/office/drawing/2014/main" id="{F3286513-3526-1203-E52A-22288F669DD0}"/>
              </a:ext>
            </a:extLst>
          </p:cNvPr>
          <p:cNvSpPr txBox="1">
            <a:spLocks/>
          </p:cNvSpPr>
          <p:nvPr/>
        </p:nvSpPr>
        <p:spPr>
          <a:xfrm>
            <a:off x="-780104" y="12808474"/>
            <a:ext cx="9461115" cy="447422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テキスト プレースホルダー 2">
                <a:extLst>
                  <a:ext uri="{FF2B5EF4-FFF2-40B4-BE49-F238E27FC236}">
                    <a16:creationId xmlns:a16="http://schemas.microsoft.com/office/drawing/2014/main" id="{D44E62B9-8EE5-7C7A-0A8B-1966AEF731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375236" y="22373075"/>
                <a:ext cx="2962456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32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32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32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79" name="テキスト プレースホルダー 2">
                <a:extLst>
                  <a:ext uri="{FF2B5EF4-FFF2-40B4-BE49-F238E27FC236}">
                    <a16:creationId xmlns:a16="http://schemas.microsoft.com/office/drawing/2014/main" id="{D44E62B9-8EE5-7C7A-0A8B-1966AEF73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75236" y="22373075"/>
                <a:ext cx="2962456" cy="415171"/>
              </a:xfrm>
              <a:prstGeom prst="rect">
                <a:avLst/>
              </a:prstGeom>
              <a:blipFill>
                <a:blip r:embed="rId20"/>
                <a:stretch>
                  <a:fillRect l="-5144" t="-32353" r="-1440" b="-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E8DDFF18-A6A3-765B-FD47-B093422631A7}"/>
              </a:ext>
            </a:extLst>
          </p:cNvPr>
          <p:cNvSpPr txBox="1"/>
          <p:nvPr/>
        </p:nvSpPr>
        <p:spPr>
          <a:xfrm>
            <a:off x="7833079" y="15710834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8E6C03E-AF30-3824-F5D7-85A157A56FA4}"/>
              </a:ext>
            </a:extLst>
          </p:cNvPr>
          <p:cNvGrpSpPr/>
          <p:nvPr/>
        </p:nvGrpSpPr>
        <p:grpSpPr>
          <a:xfrm>
            <a:off x="-2052151" y="12670088"/>
            <a:ext cx="872174" cy="854016"/>
            <a:chOff x="6750293" y="2407669"/>
            <a:chExt cx="1780068" cy="1743007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B78DB8A-1AC7-AC56-8655-D15E673EC52C}"/>
                </a:ext>
              </a:extLst>
            </p:cNvPr>
            <p:cNvSpPr/>
            <p:nvPr/>
          </p:nvSpPr>
          <p:spPr>
            <a:xfrm>
              <a:off x="6750293" y="2407669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C95AE142-C0FC-41D9-E700-F8815A5C764A}"/>
                </a:ext>
              </a:extLst>
            </p:cNvPr>
            <p:cNvGrpSpPr/>
            <p:nvPr/>
          </p:nvGrpSpPr>
          <p:grpSpPr>
            <a:xfrm>
              <a:off x="6978166" y="2617955"/>
              <a:ext cx="1320364" cy="1319180"/>
              <a:chOff x="6978166" y="2617955"/>
              <a:chExt cx="1320364" cy="1319180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69C497C3-A5B0-5026-3758-D4B75DD10E17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C62C89E7-B5D7-DEAB-F65E-354712CBC51B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02DB3F2D-6275-E2DE-8BF4-77BDA3E48713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B5080F8-FC58-4176-7CB8-241D4D712B2A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99A12E95-B3C7-C174-0388-EDC9A5A7236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" name="フローチャート: 和接合 16">
                  <a:extLst>
                    <a:ext uri="{FF2B5EF4-FFF2-40B4-BE49-F238E27FC236}">
                      <a16:creationId xmlns:a16="http://schemas.microsoft.com/office/drawing/2014/main" id="{6F14077D-77D8-2F52-673A-C0829BC6A01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82CF74E0-4585-6EC0-7200-E6093D12E7FB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27BAB2F-1725-C74D-A42F-57B06978D7FA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64" name="楕円 300">
                  <a:extLst>
                    <a:ext uri="{FF2B5EF4-FFF2-40B4-BE49-F238E27FC236}">
                      <a16:creationId xmlns:a16="http://schemas.microsoft.com/office/drawing/2014/main" id="{DEF397B0-3846-33CF-D547-94738176BB6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" name="楕円 301">
                  <a:extLst>
                    <a:ext uri="{FF2B5EF4-FFF2-40B4-BE49-F238E27FC236}">
                      <a16:creationId xmlns:a16="http://schemas.microsoft.com/office/drawing/2014/main" id="{C80E4633-331F-67B6-52F2-EFA1FAE5BCE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2652B9F9-F289-5D07-31B3-73AFC530D788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5579683F-00C1-6389-F9A5-C73628C024E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" name="フローチャート: 和接合 16">
                  <a:extLst>
                    <a:ext uri="{FF2B5EF4-FFF2-40B4-BE49-F238E27FC236}">
                      <a16:creationId xmlns:a16="http://schemas.microsoft.com/office/drawing/2014/main" id="{98D5EAD0-3CD5-3838-B0EE-E5074D66E81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0C3F3A02-67B2-F60D-6817-A03A2B35AEF2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90591465-4E24-5DBA-FC22-CEC0FBDAB897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60" name="楕円 300">
                  <a:extLst>
                    <a:ext uri="{FF2B5EF4-FFF2-40B4-BE49-F238E27FC236}">
                      <a16:creationId xmlns:a16="http://schemas.microsoft.com/office/drawing/2014/main" id="{1EB402DF-B904-951B-1DB1-DE00A363A5E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" name="楕円 301">
                  <a:extLst>
                    <a:ext uri="{FF2B5EF4-FFF2-40B4-BE49-F238E27FC236}">
                      <a16:creationId xmlns:a16="http://schemas.microsoft.com/office/drawing/2014/main" id="{828A1FC4-2393-6080-7B06-F12701C4C47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E06829F0-6A15-309B-6DF5-AF4117DD8FD5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64320383-95DF-D885-312C-FC446FDB964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" name="フローチャート: 和接合 16">
                  <a:extLst>
                    <a:ext uri="{FF2B5EF4-FFF2-40B4-BE49-F238E27FC236}">
                      <a16:creationId xmlns:a16="http://schemas.microsoft.com/office/drawing/2014/main" id="{B95D019D-3668-7D0C-E8BD-3CD306705C0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65E52B9F-C651-AC6A-7AEA-3C8E58F42F91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97B85938-AE04-81A2-604F-634993D4AE12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56" name="楕円 300">
                  <a:extLst>
                    <a:ext uri="{FF2B5EF4-FFF2-40B4-BE49-F238E27FC236}">
                      <a16:creationId xmlns:a16="http://schemas.microsoft.com/office/drawing/2014/main" id="{5FC6E048-6246-4EC2-8B22-6AC3A76EB4E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" name="楕円 301">
                  <a:extLst>
                    <a:ext uri="{FF2B5EF4-FFF2-40B4-BE49-F238E27FC236}">
                      <a16:creationId xmlns:a16="http://schemas.microsoft.com/office/drawing/2014/main" id="{B6C8C4E8-8FFC-0843-CB69-94C54F2879E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22B8E87F-7D64-E6C1-809E-9126B69F6C90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F88B15C9-6EA1-FD43-C862-41877309C11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" name="フローチャート: 和接合 16">
                  <a:extLst>
                    <a:ext uri="{FF2B5EF4-FFF2-40B4-BE49-F238E27FC236}">
                      <a16:creationId xmlns:a16="http://schemas.microsoft.com/office/drawing/2014/main" id="{BAE65F1E-0A40-D1FE-74D0-2EA2F2444D5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29A91CAC-78F6-C1A7-71C2-D7D071715262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C936712E-0325-5E35-5AB4-353B31AF056E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152" name="楕円 300">
                  <a:extLst>
                    <a:ext uri="{FF2B5EF4-FFF2-40B4-BE49-F238E27FC236}">
                      <a16:creationId xmlns:a16="http://schemas.microsoft.com/office/drawing/2014/main" id="{C6D61449-B24C-83FB-AEA9-55A7F30A07B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" name="楕円 301">
                  <a:extLst>
                    <a:ext uri="{FF2B5EF4-FFF2-40B4-BE49-F238E27FC236}">
                      <a16:creationId xmlns:a16="http://schemas.microsoft.com/office/drawing/2014/main" id="{62453AB8-C696-4C22-E55F-A5C4066241F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29FFE6DD-41C6-8398-C86C-3FF076238A13}"/>
              </a:ext>
            </a:extLst>
          </p:cNvPr>
          <p:cNvGrpSpPr/>
          <p:nvPr/>
        </p:nvGrpSpPr>
        <p:grpSpPr>
          <a:xfrm>
            <a:off x="-2055474" y="18763297"/>
            <a:ext cx="925486" cy="906217"/>
            <a:chOff x="4693246" y="2402296"/>
            <a:chExt cx="1780068" cy="1743007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32084259-E2D7-FA6F-A8FA-FCD3E6562B30}"/>
                </a:ext>
              </a:extLst>
            </p:cNvPr>
            <p:cNvSpPr/>
            <p:nvPr/>
          </p:nvSpPr>
          <p:spPr>
            <a:xfrm>
              <a:off x="4693246" y="2402296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6652AA79-7E42-A506-6B07-13CD11DACEBC}"/>
                </a:ext>
              </a:extLst>
            </p:cNvPr>
            <p:cNvSpPr/>
            <p:nvPr/>
          </p:nvSpPr>
          <p:spPr>
            <a:xfrm>
              <a:off x="4921120" y="2612583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FC9E0D90-00E7-51DE-69E5-586CFDF6BE23}"/>
                </a:ext>
              </a:extLst>
            </p:cNvPr>
            <p:cNvSpPr/>
            <p:nvPr/>
          </p:nvSpPr>
          <p:spPr>
            <a:xfrm rot="5400000">
              <a:off x="5559040" y="1974661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3363AEE-623A-6D45-26C3-E0416B64260D}"/>
                </a:ext>
              </a:extLst>
            </p:cNvPr>
            <p:cNvSpPr/>
            <p:nvPr/>
          </p:nvSpPr>
          <p:spPr>
            <a:xfrm rot="5400000">
              <a:off x="5560873" y="3251149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42AE06E-EC56-C17A-CF7B-54F3CE5C15B1}"/>
                </a:ext>
              </a:extLst>
            </p:cNvPr>
            <p:cNvSpPr/>
            <p:nvPr/>
          </p:nvSpPr>
          <p:spPr>
            <a:xfrm rot="5400000">
              <a:off x="5519768" y="2256054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フローチャート: 和接合 16">
              <a:extLst>
                <a:ext uri="{FF2B5EF4-FFF2-40B4-BE49-F238E27FC236}">
                  <a16:creationId xmlns:a16="http://schemas.microsoft.com/office/drawing/2014/main" id="{36C20B8B-546E-E944-A613-7E9A7F185008}"/>
                </a:ext>
              </a:extLst>
            </p:cNvPr>
            <p:cNvSpPr/>
            <p:nvPr/>
          </p:nvSpPr>
          <p:spPr bwMode="auto">
            <a:xfrm rot="10800000">
              <a:off x="5548568" y="2843234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CD20DA15-BB85-201A-8D91-01381FC098FA}"/>
                </a:ext>
              </a:extLst>
            </p:cNvPr>
            <p:cNvSpPr/>
            <p:nvPr/>
          </p:nvSpPr>
          <p:spPr>
            <a:xfrm rot="5400000">
              <a:off x="5520147" y="2097234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30462A0F-1A53-2A74-0CBB-99EC03D4B263}"/>
                </a:ext>
              </a:extLst>
            </p:cNvPr>
            <p:cNvGrpSpPr/>
            <p:nvPr/>
          </p:nvGrpSpPr>
          <p:grpSpPr>
            <a:xfrm>
              <a:off x="5550747" y="2685552"/>
              <a:ext cx="57600" cy="58165"/>
              <a:chOff x="5550747" y="2678351"/>
              <a:chExt cx="57600" cy="58165"/>
            </a:xfrm>
          </p:grpSpPr>
          <p:sp>
            <p:nvSpPr>
              <p:cNvPr id="201" name="楕円 300">
                <a:extLst>
                  <a:ext uri="{FF2B5EF4-FFF2-40B4-BE49-F238E27FC236}">
                    <a16:creationId xmlns:a16="http://schemas.microsoft.com/office/drawing/2014/main" id="{E3052F9D-F669-D94A-A218-446F2651978F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2" name="楕円 301">
                <a:extLst>
                  <a:ext uri="{FF2B5EF4-FFF2-40B4-BE49-F238E27FC236}">
                    <a16:creationId xmlns:a16="http://schemas.microsoft.com/office/drawing/2014/main" id="{5973D38F-EE34-1F1F-259A-52917C301341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245F6802-4B36-B29F-ABC9-951D840F0E43}"/>
                </a:ext>
              </a:extLst>
            </p:cNvPr>
            <p:cNvSpPr/>
            <p:nvPr/>
          </p:nvSpPr>
          <p:spPr>
            <a:xfrm rot="5400000">
              <a:off x="5519768" y="2574456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フローチャート: 和接合 16">
              <a:extLst>
                <a:ext uri="{FF2B5EF4-FFF2-40B4-BE49-F238E27FC236}">
                  <a16:creationId xmlns:a16="http://schemas.microsoft.com/office/drawing/2014/main" id="{C38A6A86-9BAA-FDBC-6E1E-D13A510A8D6C}"/>
                </a:ext>
              </a:extLst>
            </p:cNvPr>
            <p:cNvSpPr/>
            <p:nvPr/>
          </p:nvSpPr>
          <p:spPr bwMode="auto">
            <a:xfrm rot="10800000">
              <a:off x="5548568" y="3161636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2FA2227F-62AD-2F03-DF1C-7360C0DA6F82}"/>
                </a:ext>
              </a:extLst>
            </p:cNvPr>
            <p:cNvSpPr/>
            <p:nvPr/>
          </p:nvSpPr>
          <p:spPr>
            <a:xfrm rot="5400000">
              <a:off x="5520147" y="2415636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2636BDAD-682E-E8E5-7A7D-24D98EEEA846}"/>
                </a:ext>
              </a:extLst>
            </p:cNvPr>
            <p:cNvGrpSpPr/>
            <p:nvPr/>
          </p:nvGrpSpPr>
          <p:grpSpPr>
            <a:xfrm>
              <a:off x="5550747" y="3003954"/>
              <a:ext cx="57600" cy="58165"/>
              <a:chOff x="5550747" y="2678351"/>
              <a:chExt cx="57600" cy="58165"/>
            </a:xfrm>
          </p:grpSpPr>
          <p:sp>
            <p:nvSpPr>
              <p:cNvPr id="199" name="楕円 300">
                <a:extLst>
                  <a:ext uri="{FF2B5EF4-FFF2-40B4-BE49-F238E27FC236}">
                    <a16:creationId xmlns:a16="http://schemas.microsoft.com/office/drawing/2014/main" id="{940EA8F0-93F2-5BD7-1D94-8966474B8F85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0" name="楕円 301">
                <a:extLst>
                  <a:ext uri="{FF2B5EF4-FFF2-40B4-BE49-F238E27FC236}">
                    <a16:creationId xmlns:a16="http://schemas.microsoft.com/office/drawing/2014/main" id="{83EA36EF-EAD2-E2B6-04D6-67B6FA47D7CB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44816C22-0C59-2F50-A255-A7EEC0A98392}"/>
                </a:ext>
              </a:extLst>
            </p:cNvPr>
            <p:cNvSpPr/>
            <p:nvPr/>
          </p:nvSpPr>
          <p:spPr>
            <a:xfrm rot="5400000">
              <a:off x="5519768" y="2892858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フローチャート: 和接合 16">
              <a:extLst>
                <a:ext uri="{FF2B5EF4-FFF2-40B4-BE49-F238E27FC236}">
                  <a16:creationId xmlns:a16="http://schemas.microsoft.com/office/drawing/2014/main" id="{8D487B75-6706-BC80-EE65-591C9E91E6F8}"/>
                </a:ext>
              </a:extLst>
            </p:cNvPr>
            <p:cNvSpPr/>
            <p:nvPr/>
          </p:nvSpPr>
          <p:spPr bwMode="auto">
            <a:xfrm rot="10800000">
              <a:off x="5548568" y="3480038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889B222A-9F13-9554-4C27-EA101D04D8E4}"/>
                </a:ext>
              </a:extLst>
            </p:cNvPr>
            <p:cNvSpPr/>
            <p:nvPr/>
          </p:nvSpPr>
          <p:spPr>
            <a:xfrm rot="5400000">
              <a:off x="5520147" y="2734038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C8329C13-871B-DEA7-ADC1-BF07D5BCFC7E}"/>
                </a:ext>
              </a:extLst>
            </p:cNvPr>
            <p:cNvGrpSpPr/>
            <p:nvPr/>
          </p:nvGrpSpPr>
          <p:grpSpPr>
            <a:xfrm>
              <a:off x="5550747" y="3322356"/>
              <a:ext cx="57600" cy="58165"/>
              <a:chOff x="5550747" y="2678351"/>
              <a:chExt cx="57600" cy="58165"/>
            </a:xfrm>
          </p:grpSpPr>
          <p:sp>
            <p:nvSpPr>
              <p:cNvPr id="197" name="楕円 300">
                <a:extLst>
                  <a:ext uri="{FF2B5EF4-FFF2-40B4-BE49-F238E27FC236}">
                    <a16:creationId xmlns:a16="http://schemas.microsoft.com/office/drawing/2014/main" id="{1225239D-6230-7B9E-A639-D21F572CA96C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8" name="楕円 301">
                <a:extLst>
                  <a:ext uri="{FF2B5EF4-FFF2-40B4-BE49-F238E27FC236}">
                    <a16:creationId xmlns:a16="http://schemas.microsoft.com/office/drawing/2014/main" id="{58635435-EBF8-D48A-AE98-7F8C0D1524E4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BAEA6AA8-38DA-FFFB-2372-5FB626DC5576}"/>
                </a:ext>
              </a:extLst>
            </p:cNvPr>
            <p:cNvSpPr/>
            <p:nvPr/>
          </p:nvSpPr>
          <p:spPr>
            <a:xfrm rot="5400000">
              <a:off x="5519768" y="3211262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フローチャート: 和接合 16">
              <a:extLst>
                <a:ext uri="{FF2B5EF4-FFF2-40B4-BE49-F238E27FC236}">
                  <a16:creationId xmlns:a16="http://schemas.microsoft.com/office/drawing/2014/main" id="{1898F6BC-DEA7-5337-4271-722E5EA4FE8B}"/>
                </a:ext>
              </a:extLst>
            </p:cNvPr>
            <p:cNvSpPr/>
            <p:nvPr/>
          </p:nvSpPr>
          <p:spPr bwMode="auto">
            <a:xfrm rot="10800000">
              <a:off x="5548568" y="3798442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4466CEC5-5485-C187-BF5E-52019C58F167}"/>
                </a:ext>
              </a:extLst>
            </p:cNvPr>
            <p:cNvSpPr/>
            <p:nvPr/>
          </p:nvSpPr>
          <p:spPr>
            <a:xfrm rot="5400000">
              <a:off x="5520147" y="3052440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03C2F5BD-538D-9E82-C9B2-D8897BB649E4}"/>
                </a:ext>
              </a:extLst>
            </p:cNvPr>
            <p:cNvGrpSpPr/>
            <p:nvPr/>
          </p:nvGrpSpPr>
          <p:grpSpPr>
            <a:xfrm>
              <a:off x="5550747" y="3640758"/>
              <a:ext cx="57600" cy="58165"/>
              <a:chOff x="5550747" y="2678351"/>
              <a:chExt cx="57600" cy="58165"/>
            </a:xfrm>
          </p:grpSpPr>
          <p:sp>
            <p:nvSpPr>
              <p:cNvPr id="195" name="楕円 300">
                <a:extLst>
                  <a:ext uri="{FF2B5EF4-FFF2-40B4-BE49-F238E27FC236}">
                    <a16:creationId xmlns:a16="http://schemas.microsoft.com/office/drawing/2014/main" id="{57058237-2EA2-D5F7-6CEB-7EDA93512C15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6" name="楕円 301">
                <a:extLst>
                  <a:ext uri="{FF2B5EF4-FFF2-40B4-BE49-F238E27FC236}">
                    <a16:creationId xmlns:a16="http://schemas.microsoft.com/office/drawing/2014/main" id="{A7BA5E6C-6378-3577-121D-22DA3B4C7D83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Rounded Rectangle 6">
                <a:extLst>
                  <a:ext uri="{FF2B5EF4-FFF2-40B4-BE49-F238E27FC236}">
                    <a16:creationId xmlns:a16="http://schemas.microsoft.com/office/drawing/2014/main" id="{EDE707BC-1D17-D247-994C-EA93B925B815}"/>
                  </a:ext>
                </a:extLst>
              </p:cNvPr>
              <p:cNvSpPr/>
              <p:nvPr/>
            </p:nvSpPr>
            <p:spPr>
              <a:xfrm>
                <a:off x="9553388" y="21067952"/>
                <a:ext cx="13329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43.6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03" name="Rounded Rectangle 6">
                <a:extLst>
                  <a:ext uri="{FF2B5EF4-FFF2-40B4-BE49-F238E27FC236}">
                    <a16:creationId xmlns:a16="http://schemas.microsoft.com/office/drawing/2014/main" id="{EDE707BC-1D17-D247-994C-EA93B925B8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388" y="21067952"/>
                <a:ext cx="1332914" cy="415171"/>
              </a:xfrm>
              <a:prstGeom prst="roundRect">
                <a:avLst/>
              </a:prstGeom>
              <a:blipFill>
                <a:blip r:embed="rId21"/>
                <a:stretch>
                  <a:fillRect l="-6849" t="-27941" r="-6849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" name="TextBox 206">
            <a:extLst>
              <a:ext uri="{FF2B5EF4-FFF2-40B4-BE49-F238E27FC236}">
                <a16:creationId xmlns:a16="http://schemas.microsoft.com/office/drawing/2014/main" id="{B2C91CEA-2BE1-6E69-3571-A369559B074E}"/>
              </a:ext>
            </a:extLst>
          </p:cNvPr>
          <p:cNvSpPr txBox="1"/>
          <p:nvPr/>
        </p:nvSpPr>
        <p:spPr>
          <a:xfrm>
            <a:off x="8547694" y="21593818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08" name="テキスト プレースホルダー 2">
            <a:extLst>
              <a:ext uri="{FF2B5EF4-FFF2-40B4-BE49-F238E27FC236}">
                <a16:creationId xmlns:a16="http://schemas.microsoft.com/office/drawing/2014/main" id="{B05F0EEB-7921-CF1F-24BC-CFCCBB9A00FB}"/>
              </a:ext>
            </a:extLst>
          </p:cNvPr>
          <p:cNvSpPr txBox="1">
            <a:spLocks/>
          </p:cNvSpPr>
          <p:nvPr/>
        </p:nvSpPr>
        <p:spPr>
          <a:xfrm>
            <a:off x="5500104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Tr2F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09" name="テキスト プレースホルダー 2">
            <a:extLst>
              <a:ext uri="{FF2B5EF4-FFF2-40B4-BE49-F238E27FC236}">
                <a16:creationId xmlns:a16="http://schemas.microsoft.com/office/drawing/2014/main" id="{A802587F-A12A-6530-067A-BA4E898C4E75}"/>
              </a:ext>
            </a:extLst>
          </p:cNvPr>
          <p:cNvSpPr txBox="1">
            <a:spLocks/>
          </p:cNvSpPr>
          <p:nvPr/>
        </p:nvSpPr>
        <p:spPr>
          <a:xfrm>
            <a:off x="-1123950" y="19085870"/>
            <a:ext cx="6470650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</a:t>
            </a:r>
            <a:endParaRPr kumimoji="1" lang="ja-JP" altLang="en-US" sz="3200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3" name="テキスト プレースホルダー 2">
            <a:extLst>
              <a:ext uri="{FF2B5EF4-FFF2-40B4-BE49-F238E27FC236}">
                <a16:creationId xmlns:a16="http://schemas.microsoft.com/office/drawing/2014/main" id="{231254D3-BFF2-3F2B-2562-375E3E7A487F}"/>
              </a:ext>
            </a:extLst>
          </p:cNvPr>
          <p:cNvSpPr txBox="1">
            <a:spLocks/>
          </p:cNvSpPr>
          <p:nvPr/>
        </p:nvSpPr>
        <p:spPr>
          <a:xfrm>
            <a:off x="-1417714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Tr1F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819DB6F-7D1F-568F-6BD9-37A58B00EE17}"/>
              </a:ext>
            </a:extLst>
          </p:cNvPr>
          <p:cNvSpPr txBox="1"/>
          <p:nvPr/>
        </p:nvSpPr>
        <p:spPr>
          <a:xfrm>
            <a:off x="941552" y="15693146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pic>
        <p:nvPicPr>
          <p:cNvPr id="284" name="Picture 283" descr="A green and blue rectangles&#10;&#10;AI-generated content may be incorrect.">
            <a:extLst>
              <a:ext uri="{FF2B5EF4-FFF2-40B4-BE49-F238E27FC236}">
                <a16:creationId xmlns:a16="http://schemas.microsoft.com/office/drawing/2014/main" id="{5885F378-E923-6DC2-10DD-B46BF03EE10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9" t="12724" r="4895" b="12858"/>
          <a:stretch>
            <a:fillRect/>
          </a:stretch>
        </p:blipFill>
        <p:spPr>
          <a:xfrm>
            <a:off x="8438674" y="21828979"/>
            <a:ext cx="1093864" cy="1064838"/>
          </a:xfrm>
          <a:prstGeom prst="rect">
            <a:avLst/>
          </a:prstGeom>
        </p:spPr>
      </p:pic>
      <p:sp>
        <p:nvSpPr>
          <p:cNvPr id="215" name="テキスト プレースホルダー 2">
            <a:extLst>
              <a:ext uri="{FF2B5EF4-FFF2-40B4-BE49-F238E27FC236}">
                <a16:creationId xmlns:a16="http://schemas.microsoft.com/office/drawing/2014/main" id="{62B9AB13-A38A-F3D7-3EED-D4C8AE3ECB58}"/>
              </a:ext>
            </a:extLst>
          </p:cNvPr>
          <p:cNvSpPr txBox="1">
            <a:spLocks/>
          </p:cNvSpPr>
          <p:nvPr/>
        </p:nvSpPr>
        <p:spPr>
          <a:xfrm>
            <a:off x="11910125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Tr3F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Rounded Rectangle 6">
                <a:extLst>
                  <a:ext uri="{FF2B5EF4-FFF2-40B4-BE49-F238E27FC236}">
                    <a16:creationId xmlns:a16="http://schemas.microsoft.com/office/drawing/2014/main" id="{96E69AFB-FB51-64F8-FCB1-E4F1A694B19E}"/>
                  </a:ext>
                </a:extLst>
              </p:cNvPr>
              <p:cNvSpPr/>
              <p:nvPr/>
            </p:nvSpPr>
            <p:spPr>
              <a:xfrm>
                <a:off x="15095340" y="15359137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30.2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16" name="Rounded Rectangle 6">
                <a:extLst>
                  <a:ext uri="{FF2B5EF4-FFF2-40B4-BE49-F238E27FC236}">
                    <a16:creationId xmlns:a16="http://schemas.microsoft.com/office/drawing/2014/main" id="{96E69AFB-FB51-64F8-FCB1-E4F1A694B1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5340" y="15359137"/>
                <a:ext cx="1339600" cy="415171"/>
              </a:xfrm>
              <a:prstGeom prst="roundRect">
                <a:avLst/>
              </a:prstGeom>
              <a:blipFill>
                <a:blip r:embed="rId23"/>
                <a:stretch>
                  <a:fillRect l="-6818" t="-27941" r="-6364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TextBox 217">
            <a:extLst>
              <a:ext uri="{FF2B5EF4-FFF2-40B4-BE49-F238E27FC236}">
                <a16:creationId xmlns:a16="http://schemas.microsoft.com/office/drawing/2014/main" id="{2843C28D-58C9-D879-D3D3-BA75E95E8739}"/>
              </a:ext>
            </a:extLst>
          </p:cNvPr>
          <p:cNvSpPr txBox="1"/>
          <p:nvPr/>
        </p:nvSpPr>
        <p:spPr>
          <a:xfrm>
            <a:off x="14108873" y="1579531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19" name="テキスト プレースホルダー 2">
            <a:extLst>
              <a:ext uri="{FF2B5EF4-FFF2-40B4-BE49-F238E27FC236}">
                <a16:creationId xmlns:a16="http://schemas.microsoft.com/office/drawing/2014/main" id="{8650F180-BC69-999B-E83F-5F6F1196FFE7}"/>
              </a:ext>
            </a:extLst>
          </p:cNvPr>
          <p:cNvSpPr txBox="1">
            <a:spLocks/>
          </p:cNvSpPr>
          <p:nvPr/>
        </p:nvSpPr>
        <p:spPr>
          <a:xfrm>
            <a:off x="5711297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Tr2E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0" name="テキスト プレースホルダー 2">
            <a:extLst>
              <a:ext uri="{FF2B5EF4-FFF2-40B4-BE49-F238E27FC236}">
                <a16:creationId xmlns:a16="http://schemas.microsoft.com/office/drawing/2014/main" id="{4FB9EF1A-EC4E-469D-C9A0-B01BDEA49B7F}"/>
              </a:ext>
            </a:extLst>
          </p:cNvPr>
          <p:cNvSpPr txBox="1">
            <a:spLocks/>
          </p:cNvSpPr>
          <p:nvPr/>
        </p:nvSpPr>
        <p:spPr>
          <a:xfrm>
            <a:off x="-1206521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Tr1E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1" name="テキスト プレースホルダー 2">
            <a:extLst>
              <a:ext uri="{FF2B5EF4-FFF2-40B4-BE49-F238E27FC236}">
                <a16:creationId xmlns:a16="http://schemas.microsoft.com/office/drawing/2014/main" id="{7783BA74-9DFE-8F09-9150-833F10B78073}"/>
              </a:ext>
            </a:extLst>
          </p:cNvPr>
          <p:cNvSpPr txBox="1">
            <a:spLocks/>
          </p:cNvSpPr>
          <p:nvPr/>
        </p:nvSpPr>
        <p:spPr>
          <a:xfrm>
            <a:off x="11795163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Tr3E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387BC9E-D341-7112-F74D-0B6AC61B0744}"/>
              </a:ext>
            </a:extLst>
          </p:cNvPr>
          <p:cNvSpPr txBox="1"/>
          <p:nvPr/>
        </p:nvSpPr>
        <p:spPr>
          <a:xfrm>
            <a:off x="1115430" y="21634635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Rounded Rectangle 6">
                <a:extLst>
                  <a:ext uri="{FF2B5EF4-FFF2-40B4-BE49-F238E27FC236}">
                    <a16:creationId xmlns:a16="http://schemas.microsoft.com/office/drawing/2014/main" id="{343565B4-004A-B762-81E7-325F582193B1}"/>
                  </a:ext>
                </a:extLst>
              </p:cNvPr>
              <p:cNvSpPr/>
              <p:nvPr/>
            </p:nvSpPr>
            <p:spPr>
              <a:xfrm>
                <a:off x="2105375" y="21066509"/>
                <a:ext cx="133504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40.5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24" name="Rounded Rectangle 6">
                <a:extLst>
                  <a:ext uri="{FF2B5EF4-FFF2-40B4-BE49-F238E27FC236}">
                    <a16:creationId xmlns:a16="http://schemas.microsoft.com/office/drawing/2014/main" id="{343565B4-004A-B762-81E7-325F582193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375" y="21066509"/>
                <a:ext cx="1335040" cy="415171"/>
              </a:xfrm>
              <a:prstGeom prst="roundRect">
                <a:avLst/>
              </a:prstGeom>
              <a:blipFill>
                <a:blip r:embed="rId24"/>
                <a:stretch>
                  <a:fillRect l="-6849" t="-27941" r="-6849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D4EC721B-E051-9855-46C8-2DCBDBD771F5}"/>
              </a:ext>
            </a:extLst>
          </p:cNvPr>
          <p:cNvCxnSpPr>
            <a:cxnSpLocks/>
          </p:cNvCxnSpPr>
          <p:nvPr/>
        </p:nvCxnSpPr>
        <p:spPr>
          <a:xfrm flipV="1">
            <a:off x="1791467" y="21443853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Rounded Rectangle 6">
                <a:extLst>
                  <a:ext uri="{FF2B5EF4-FFF2-40B4-BE49-F238E27FC236}">
                    <a16:creationId xmlns:a16="http://schemas.microsoft.com/office/drawing/2014/main" id="{D443D559-6D96-1D1C-BD1E-89AEEC89C9AA}"/>
                  </a:ext>
                </a:extLst>
              </p:cNvPr>
              <p:cNvSpPr/>
              <p:nvPr/>
            </p:nvSpPr>
            <p:spPr>
              <a:xfrm>
                <a:off x="15621665" y="21066509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47.3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26" name="Rounded Rectangle 6">
                <a:extLst>
                  <a:ext uri="{FF2B5EF4-FFF2-40B4-BE49-F238E27FC236}">
                    <a16:creationId xmlns:a16="http://schemas.microsoft.com/office/drawing/2014/main" id="{D443D559-6D96-1D1C-BD1E-89AEEC89C9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665" y="21066509"/>
                <a:ext cx="1339600" cy="415171"/>
              </a:xfrm>
              <a:prstGeom prst="roundRect">
                <a:avLst/>
              </a:prstGeom>
              <a:blipFill>
                <a:blip r:embed="rId25"/>
                <a:stretch>
                  <a:fillRect l="-7306" t="-27941" r="-6393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" name="TextBox 227">
            <a:extLst>
              <a:ext uri="{FF2B5EF4-FFF2-40B4-BE49-F238E27FC236}">
                <a16:creationId xmlns:a16="http://schemas.microsoft.com/office/drawing/2014/main" id="{2D06D8FC-3AC0-E390-E373-BB4A529142DF}"/>
              </a:ext>
            </a:extLst>
          </p:cNvPr>
          <p:cNvSpPr txBox="1"/>
          <p:nvPr/>
        </p:nvSpPr>
        <p:spPr>
          <a:xfrm>
            <a:off x="14418831" y="21531511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29" name="テキスト プレースホルダー 2">
            <a:extLst>
              <a:ext uri="{FF2B5EF4-FFF2-40B4-BE49-F238E27FC236}">
                <a16:creationId xmlns:a16="http://schemas.microsoft.com/office/drawing/2014/main" id="{46D75B50-B8B4-F7B4-3C3B-BB5B032C90E9}"/>
              </a:ext>
            </a:extLst>
          </p:cNvPr>
          <p:cNvSpPr txBox="1">
            <a:spLocks/>
          </p:cNvSpPr>
          <p:nvPr/>
        </p:nvSpPr>
        <p:spPr>
          <a:xfrm>
            <a:off x="-1123950" y="12839455"/>
            <a:ext cx="6470650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</a:t>
            </a:r>
            <a:endParaRPr kumimoji="1" lang="ja-JP" altLang="en-US" sz="3200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30" name="テキスト プレースホルダー 2">
            <a:extLst>
              <a:ext uri="{FF2B5EF4-FFF2-40B4-BE49-F238E27FC236}">
                <a16:creationId xmlns:a16="http://schemas.microsoft.com/office/drawing/2014/main" id="{77DBA339-ED37-A7E3-BF2D-3F8D7E04E773}"/>
              </a:ext>
            </a:extLst>
          </p:cNvPr>
          <p:cNvSpPr txBox="1">
            <a:spLocks/>
          </p:cNvSpPr>
          <p:nvPr/>
        </p:nvSpPr>
        <p:spPr>
          <a:xfrm>
            <a:off x="5566109" y="1786274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(c)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31" name="テキスト プレースホルダー 2">
            <a:extLst>
              <a:ext uri="{FF2B5EF4-FFF2-40B4-BE49-F238E27FC236}">
                <a16:creationId xmlns:a16="http://schemas.microsoft.com/office/drawing/2014/main" id="{9227615D-7AA3-F385-258F-8324B4C98AD0}"/>
              </a:ext>
            </a:extLst>
          </p:cNvPr>
          <p:cNvSpPr txBox="1">
            <a:spLocks/>
          </p:cNvSpPr>
          <p:nvPr/>
        </p:nvSpPr>
        <p:spPr>
          <a:xfrm>
            <a:off x="5566109" y="23993663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(d)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Rounded Rectangle 6">
                <a:extLst>
                  <a:ext uri="{FF2B5EF4-FFF2-40B4-BE49-F238E27FC236}">
                    <a16:creationId xmlns:a16="http://schemas.microsoft.com/office/drawing/2014/main" id="{93D232F7-547A-B869-5DA7-9E4677FAA4C1}"/>
                  </a:ext>
                </a:extLst>
              </p:cNvPr>
              <p:cNvSpPr/>
              <p:nvPr/>
            </p:nvSpPr>
            <p:spPr>
              <a:xfrm>
                <a:off x="8914779" y="15353627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30.2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36" name="Rounded Rectangle 6">
                <a:extLst>
                  <a:ext uri="{FF2B5EF4-FFF2-40B4-BE49-F238E27FC236}">
                    <a16:creationId xmlns:a16="http://schemas.microsoft.com/office/drawing/2014/main" id="{93D232F7-547A-B869-5DA7-9E4677FAA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4779" y="15353627"/>
                <a:ext cx="1380814" cy="415171"/>
              </a:xfrm>
              <a:prstGeom prst="roundRect">
                <a:avLst/>
              </a:prstGeom>
              <a:blipFill>
                <a:blip r:embed="rId26"/>
                <a:stretch>
                  <a:fillRect l="-4846" t="-27941" r="-4846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Rounded Rectangle 6">
                <a:extLst>
                  <a:ext uri="{FF2B5EF4-FFF2-40B4-BE49-F238E27FC236}">
                    <a16:creationId xmlns:a16="http://schemas.microsoft.com/office/drawing/2014/main" id="{2D405A7B-CA43-30A1-5DA9-6ACC0564E5BC}"/>
                  </a:ext>
                </a:extLst>
              </p:cNvPr>
              <p:cNvSpPr/>
              <p:nvPr/>
            </p:nvSpPr>
            <p:spPr>
              <a:xfrm>
                <a:off x="1980006" y="15284235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30.4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38" name="Rounded Rectangle 6">
                <a:extLst>
                  <a:ext uri="{FF2B5EF4-FFF2-40B4-BE49-F238E27FC236}">
                    <a16:creationId xmlns:a16="http://schemas.microsoft.com/office/drawing/2014/main" id="{2D405A7B-CA43-30A1-5DA9-6ACC0564E5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06" y="15284235"/>
                <a:ext cx="1380814" cy="415171"/>
              </a:xfrm>
              <a:prstGeom prst="roundRect">
                <a:avLst/>
              </a:prstGeom>
              <a:blipFill>
                <a:blip r:embed="rId27"/>
                <a:stretch>
                  <a:fillRect l="-4867" t="-27941" r="-5310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0" name="Picture 289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6D68F1D4-ED6A-0F22-4A57-7AC97559256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1895" r="4917" b="21597"/>
          <a:stretch>
            <a:fillRect/>
          </a:stretch>
        </p:blipFill>
        <p:spPr>
          <a:xfrm>
            <a:off x="914532" y="16001246"/>
            <a:ext cx="1407783" cy="1044110"/>
          </a:xfrm>
          <a:prstGeom prst="rect">
            <a:avLst/>
          </a:prstGeom>
        </p:spPr>
      </p:pic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CC13F93E-5924-D12C-BEDB-9831C27BD7DA}"/>
              </a:ext>
            </a:extLst>
          </p:cNvPr>
          <p:cNvCxnSpPr>
            <a:cxnSpLocks/>
          </p:cNvCxnSpPr>
          <p:nvPr/>
        </p:nvCxnSpPr>
        <p:spPr>
          <a:xfrm flipV="1">
            <a:off x="8977428" y="21429818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" name="Picture 285" descr="A green and blue background with orange squares&#10;&#10;AI-generated content may be incorrect.">
            <a:extLst>
              <a:ext uri="{FF2B5EF4-FFF2-40B4-BE49-F238E27FC236}">
                <a16:creationId xmlns:a16="http://schemas.microsoft.com/office/drawing/2014/main" id="{369E8A02-937A-5564-ADC7-A72C2C57A98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9" t="4578" r="10122" b="5052"/>
          <a:stretch>
            <a:fillRect/>
          </a:stretch>
        </p:blipFill>
        <p:spPr>
          <a:xfrm>
            <a:off x="14535476" y="21808510"/>
            <a:ext cx="916908" cy="1227335"/>
          </a:xfrm>
          <a:prstGeom prst="rect">
            <a:avLst/>
          </a:prstGeom>
        </p:spPr>
      </p:pic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3FD9998C-D057-5990-9AE7-46C15B9ED6C0}"/>
              </a:ext>
            </a:extLst>
          </p:cNvPr>
          <p:cNvCxnSpPr>
            <a:cxnSpLocks/>
          </p:cNvCxnSpPr>
          <p:nvPr/>
        </p:nvCxnSpPr>
        <p:spPr>
          <a:xfrm flipV="1">
            <a:off x="14993558" y="21440464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98353967-0FB2-6AF6-09DC-A62FBEA5368E}"/>
              </a:ext>
            </a:extLst>
          </p:cNvPr>
          <p:cNvCxnSpPr>
            <a:cxnSpLocks/>
          </p:cNvCxnSpPr>
          <p:nvPr/>
        </p:nvCxnSpPr>
        <p:spPr>
          <a:xfrm flipV="1">
            <a:off x="1638607" y="15749277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2" name="Picture 291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E1C058CB-160C-E4B7-54F9-82DA2F4F9D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89" t="11345" r="4907" b="12294"/>
          <a:stretch>
            <a:fillRect/>
          </a:stretch>
        </p:blipFill>
        <p:spPr>
          <a:xfrm>
            <a:off x="8016712" y="15977767"/>
            <a:ext cx="1307217" cy="1225334"/>
          </a:xfrm>
          <a:prstGeom prst="rect">
            <a:avLst/>
          </a:prstGeom>
        </p:spPr>
      </p:pic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BA3CEBBB-A2A6-D2F4-4B1D-15BFE97E210E}"/>
              </a:ext>
            </a:extLst>
          </p:cNvPr>
          <p:cNvCxnSpPr>
            <a:cxnSpLocks/>
          </p:cNvCxnSpPr>
          <p:nvPr/>
        </p:nvCxnSpPr>
        <p:spPr>
          <a:xfrm flipV="1">
            <a:off x="8630572" y="1578661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4" name="Picture 293" descr="A blue screen with a black line&#10;&#10;AI-generated content may be incorrect.">
            <a:extLst>
              <a:ext uri="{FF2B5EF4-FFF2-40B4-BE49-F238E27FC236}">
                <a16:creationId xmlns:a16="http://schemas.microsoft.com/office/drawing/2014/main" id="{0D7B1E05-7554-C362-EAB4-18E2A52B3018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3" t="7837" r="6234" b="6572"/>
          <a:stretch>
            <a:fillRect/>
          </a:stretch>
        </p:blipFill>
        <p:spPr>
          <a:xfrm>
            <a:off x="14220543" y="16041193"/>
            <a:ext cx="1068828" cy="1218236"/>
          </a:xfrm>
          <a:prstGeom prst="rect">
            <a:avLst/>
          </a:prstGeom>
        </p:spPr>
      </p:pic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821AFF6-F1DE-3E8A-7549-14DC01130572}"/>
              </a:ext>
            </a:extLst>
          </p:cNvPr>
          <p:cNvCxnSpPr>
            <a:cxnSpLocks/>
          </p:cNvCxnSpPr>
          <p:nvPr/>
        </p:nvCxnSpPr>
        <p:spPr>
          <a:xfrm flipV="1">
            <a:off x="14671564" y="1575294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3">
                <a:extLst>
                  <a:ext uri="{FF2B5EF4-FFF2-40B4-BE49-F238E27FC236}">
                    <a16:creationId xmlns:a16="http://schemas.microsoft.com/office/drawing/2014/main" id="{57ACEE86-86EB-BF65-7CB7-4F6011F34A62}"/>
                  </a:ext>
                </a:extLst>
              </p:cNvPr>
              <p:cNvSpPr/>
              <p:nvPr/>
            </p:nvSpPr>
            <p:spPr>
              <a:xfrm>
                <a:off x="-5752395" y="13460359"/>
                <a:ext cx="3609513" cy="1375773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4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sz="4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C]</a:t>
                </a:r>
                <a:endParaRPr lang="en-JP" sz="48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ounded Rectangle 3">
                <a:extLst>
                  <a:ext uri="{FF2B5EF4-FFF2-40B4-BE49-F238E27FC236}">
                    <a16:creationId xmlns:a16="http://schemas.microsoft.com/office/drawing/2014/main" id="{57ACEE86-86EB-BF65-7CB7-4F6011F34A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52395" y="13460359"/>
                <a:ext cx="3609513" cy="1375773"/>
              </a:xfrm>
              <a:prstGeom prst="roundRect">
                <a:avLst/>
              </a:prstGeom>
              <a:blipFill>
                <a:blip r:embed="rId32"/>
                <a:stretch>
                  <a:fillRect b="-35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プレースホルダー 2">
                <a:extLst>
                  <a:ext uri="{FF2B5EF4-FFF2-40B4-BE49-F238E27FC236}">
                    <a16:creationId xmlns:a16="http://schemas.microsoft.com/office/drawing/2014/main" id="{597BB6FC-E2CA-99FB-25E2-D80A28815C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316041" y="10375724"/>
                <a:ext cx="2962456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32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32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32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36" name="テキスト プレースホルダー 2">
                <a:extLst>
                  <a:ext uri="{FF2B5EF4-FFF2-40B4-BE49-F238E27FC236}">
                    <a16:creationId xmlns:a16="http://schemas.microsoft.com/office/drawing/2014/main" id="{597BB6FC-E2CA-99FB-25E2-D80A28815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16041" y="10375724"/>
                <a:ext cx="2962456" cy="415171"/>
              </a:xfrm>
              <a:prstGeom prst="rect">
                <a:avLst/>
              </a:prstGeom>
              <a:blipFill>
                <a:blip r:embed="rId33"/>
                <a:stretch>
                  <a:fillRect l="-5350" t="-32353" r="-1235" b="-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E06ADC32-8F1A-9B73-DFBC-D8B40D4EB0E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42" t="1195" b="95799"/>
          <a:stretch/>
        </p:blipFill>
        <p:spPr>
          <a:xfrm>
            <a:off x="10157212" y="1426848"/>
            <a:ext cx="1339117" cy="41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36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205F7-AF0C-6524-68B5-C4DD43CD4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Picture 277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6C36F9E6-A730-BC8B-AA8B-9274920C0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7" t="4275" r="15025" b="4900"/>
          <a:stretch>
            <a:fillRect/>
          </a:stretch>
        </p:blipFill>
        <p:spPr>
          <a:xfrm flipH="1">
            <a:off x="6130637" y="1774341"/>
            <a:ext cx="3653377" cy="2823550"/>
          </a:xfrm>
          <a:prstGeom prst="rect">
            <a:avLst/>
          </a:prstGeom>
        </p:spPr>
      </p:pic>
      <p:pic>
        <p:nvPicPr>
          <p:cNvPr id="35" name="Picture 34" descr="A blue rectangular objec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7ADAE12B-B8ED-4992-39AB-B27C082C7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0" t="19241" r="74622" b="20824"/>
          <a:stretch>
            <a:fillRect/>
          </a:stretch>
        </p:blipFill>
        <p:spPr>
          <a:xfrm>
            <a:off x="-1256066" y="1897325"/>
            <a:ext cx="1222239" cy="3462844"/>
          </a:xfrm>
          <a:prstGeom prst="rect">
            <a:avLst/>
          </a:prstGeom>
        </p:spPr>
      </p:pic>
      <p:pic>
        <p:nvPicPr>
          <p:cNvPr id="276" name="Picture 275" descr="A green rectangular object with blue and green squares&#10;&#10;AI-generated content may be incorrect.">
            <a:extLst>
              <a:ext uri="{FF2B5EF4-FFF2-40B4-BE49-F238E27FC236}">
                <a16:creationId xmlns:a16="http://schemas.microsoft.com/office/drawing/2014/main" id="{E2C4905B-A142-0A2D-94B5-D58A226AFC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36" t="4714" r="17915" b="3752"/>
          <a:stretch>
            <a:fillRect/>
          </a:stretch>
        </p:blipFill>
        <p:spPr>
          <a:xfrm flipH="1">
            <a:off x="11980807" y="19685215"/>
            <a:ext cx="3409910" cy="2879053"/>
          </a:xfrm>
          <a:prstGeom prst="rect">
            <a:avLst/>
          </a:prstGeom>
        </p:spPr>
      </p:pic>
      <p:pic>
        <p:nvPicPr>
          <p:cNvPr id="280" name="Picture 279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746AFC00-71F2-F2CB-3F13-AF78A3C468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7" t="4985" r="13918" b="4837"/>
          <a:stretch>
            <a:fillRect/>
          </a:stretch>
        </p:blipFill>
        <p:spPr>
          <a:xfrm flipH="1">
            <a:off x="-1587808" y="19752395"/>
            <a:ext cx="3806596" cy="2811873"/>
          </a:xfrm>
          <a:prstGeom prst="rect">
            <a:avLst/>
          </a:prstGeom>
        </p:spPr>
      </p:pic>
      <p:pic>
        <p:nvPicPr>
          <p:cNvPr id="274" name="Picture 273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13E23270-7303-ED39-25CF-8990D20E69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3" t="4905" r="15039" b="4461"/>
          <a:stretch>
            <a:fillRect/>
          </a:stretch>
        </p:blipFill>
        <p:spPr>
          <a:xfrm flipH="1">
            <a:off x="537924" y="1672571"/>
            <a:ext cx="3653377" cy="2820848"/>
          </a:xfrm>
          <a:prstGeom prst="rect">
            <a:avLst/>
          </a:prstGeom>
        </p:spPr>
      </p:pic>
      <p:pic>
        <p:nvPicPr>
          <p:cNvPr id="282" name="Picture 281" descr="A green and blue rectangle with black lines&#10;&#10;AI-generated content may be incorrect.">
            <a:extLst>
              <a:ext uri="{FF2B5EF4-FFF2-40B4-BE49-F238E27FC236}">
                <a16:creationId xmlns:a16="http://schemas.microsoft.com/office/drawing/2014/main" id="{A8302643-F385-775C-AC95-EBAC535820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05" t="29437" r="11664" b="33103"/>
          <a:stretch>
            <a:fillRect/>
          </a:stretch>
        </p:blipFill>
        <p:spPr>
          <a:xfrm>
            <a:off x="1102096" y="21870817"/>
            <a:ext cx="1371430" cy="1015661"/>
          </a:xfrm>
          <a:prstGeom prst="rect">
            <a:avLst/>
          </a:prstGeom>
        </p:spPr>
      </p:pic>
      <p:pic>
        <p:nvPicPr>
          <p:cNvPr id="272" name="Picture 271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BDA764A2-4145-73D6-CC74-A73C205B21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1" t="5026" r="16263" b="5026"/>
          <a:stretch>
            <a:fillRect/>
          </a:stretch>
        </p:blipFill>
        <p:spPr>
          <a:xfrm flipH="1">
            <a:off x="12220009" y="13514663"/>
            <a:ext cx="3569133" cy="2817004"/>
          </a:xfrm>
          <a:prstGeom prst="rect">
            <a:avLst/>
          </a:prstGeom>
        </p:spPr>
      </p:pic>
      <p:pic>
        <p:nvPicPr>
          <p:cNvPr id="268" name="Picture 267" descr="A blue box with black lines&#10;&#10;AI-generated content may be incorrect.">
            <a:extLst>
              <a:ext uri="{FF2B5EF4-FFF2-40B4-BE49-F238E27FC236}">
                <a16:creationId xmlns:a16="http://schemas.microsoft.com/office/drawing/2014/main" id="{C88F1290-8C7D-00E8-C441-E07C1EDAF2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5" t="5025" r="12916" b="5025"/>
          <a:stretch>
            <a:fillRect/>
          </a:stretch>
        </p:blipFill>
        <p:spPr>
          <a:xfrm flipH="1">
            <a:off x="-1643807" y="13616433"/>
            <a:ext cx="3678636" cy="26552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3">
                <a:extLst>
                  <a:ext uri="{FF2B5EF4-FFF2-40B4-BE49-F238E27FC236}">
                    <a16:creationId xmlns:a16="http://schemas.microsoft.com/office/drawing/2014/main" id="{37B2F169-3307-BDCC-2821-622E41AE62F5}"/>
                  </a:ext>
                </a:extLst>
              </p:cNvPr>
              <p:cNvSpPr/>
              <p:nvPr/>
            </p:nvSpPr>
            <p:spPr>
              <a:xfrm>
                <a:off x="-1239949" y="1426848"/>
                <a:ext cx="1291570" cy="491798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C]</a:t>
                </a:r>
                <a:endParaRPr lang="en-JP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ounded Rectangle 3">
                <a:extLst>
                  <a:ext uri="{FF2B5EF4-FFF2-40B4-BE49-F238E27FC236}">
                    <a16:creationId xmlns:a16="http://schemas.microsoft.com/office/drawing/2014/main" id="{37B2F169-3307-BDCC-2821-622E41AE62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39949" y="1426848"/>
                <a:ext cx="1291570" cy="491798"/>
              </a:xfrm>
              <a:prstGeom prst="roundRect">
                <a:avLst/>
              </a:prstGeom>
              <a:blipFill>
                <a:blip r:embed="rId11"/>
                <a:stretch>
                  <a:fillRect l="-948" r="-474" b="-61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A5C6040A-7D73-50A0-2922-EBD56C2E6C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9" t="76256" r="86948" b="6623"/>
          <a:stretch>
            <a:fillRect/>
          </a:stretch>
        </p:blipFill>
        <p:spPr>
          <a:xfrm>
            <a:off x="232985" y="4585748"/>
            <a:ext cx="688629" cy="7744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FDB321-BA30-8B9F-C7A6-7EF736CC95D6}"/>
              </a:ext>
            </a:extLst>
          </p:cNvPr>
          <p:cNvSpPr txBox="1"/>
          <p:nvPr/>
        </p:nvSpPr>
        <p:spPr>
          <a:xfrm>
            <a:off x="2692440" y="388127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ounded Rectangle 6">
                <a:extLst>
                  <a:ext uri="{FF2B5EF4-FFF2-40B4-BE49-F238E27FC236}">
                    <a16:creationId xmlns:a16="http://schemas.microsoft.com/office/drawing/2014/main" id="{A709338D-C97F-D4AA-64B2-FBC1676D9295}"/>
                  </a:ext>
                </a:extLst>
              </p:cNvPr>
              <p:cNvSpPr/>
              <p:nvPr/>
            </p:nvSpPr>
            <p:spPr>
              <a:xfrm>
                <a:off x="10163415" y="3524063"/>
                <a:ext cx="13329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43</a:t>
                </a:r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.6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25" name="Rounded Rectangle 6">
                <a:extLst>
                  <a:ext uri="{FF2B5EF4-FFF2-40B4-BE49-F238E27FC236}">
                    <a16:creationId xmlns:a16="http://schemas.microsoft.com/office/drawing/2014/main" id="{A709338D-C97F-D4AA-64B2-FBC1676D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3415" y="3524063"/>
                <a:ext cx="1332914" cy="415171"/>
              </a:xfrm>
              <a:prstGeom prst="roundRect">
                <a:avLst/>
              </a:prstGeom>
              <a:blipFill>
                <a:blip r:embed="rId13"/>
                <a:stretch>
                  <a:fillRect l="-6849" t="-27941" r="-6849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TextBox 126">
            <a:extLst>
              <a:ext uri="{FF2B5EF4-FFF2-40B4-BE49-F238E27FC236}">
                <a16:creationId xmlns:a16="http://schemas.microsoft.com/office/drawing/2014/main" id="{B94DE1F6-6175-FAB7-D25F-C35FAD04FDD1}"/>
              </a:ext>
            </a:extLst>
          </p:cNvPr>
          <p:cNvSpPr txBox="1"/>
          <p:nvPr/>
        </p:nvSpPr>
        <p:spPr>
          <a:xfrm>
            <a:off x="8962618" y="3873303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6">
                <a:extLst>
                  <a:ext uri="{FF2B5EF4-FFF2-40B4-BE49-F238E27FC236}">
                    <a16:creationId xmlns:a16="http://schemas.microsoft.com/office/drawing/2014/main" id="{6199ABD4-10E8-D0E1-6323-FE2F616E7407}"/>
                  </a:ext>
                </a:extLst>
              </p:cNvPr>
              <p:cNvSpPr/>
              <p:nvPr/>
            </p:nvSpPr>
            <p:spPr>
              <a:xfrm>
                <a:off x="3721132" y="3524063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30.2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6" name="Rounded Rectangle 6">
                <a:extLst>
                  <a:ext uri="{FF2B5EF4-FFF2-40B4-BE49-F238E27FC236}">
                    <a16:creationId xmlns:a16="http://schemas.microsoft.com/office/drawing/2014/main" id="{6199ABD4-10E8-D0E1-6323-FE2F616E7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132" y="3524063"/>
                <a:ext cx="1380814" cy="415171"/>
              </a:xfrm>
              <a:prstGeom prst="roundRect">
                <a:avLst/>
              </a:prstGeom>
              <a:blipFill>
                <a:blip r:embed="rId14"/>
                <a:stretch>
                  <a:fillRect l="-4846" t="-27941" r="-4846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テキスト プレースホルダー 2">
            <a:extLst>
              <a:ext uri="{FF2B5EF4-FFF2-40B4-BE49-F238E27FC236}">
                <a16:creationId xmlns:a16="http://schemas.microsoft.com/office/drawing/2014/main" id="{37B937AC-F3D0-BBD2-5CDC-F1B030626465}"/>
              </a:ext>
            </a:extLst>
          </p:cNvPr>
          <p:cNvSpPr txBox="1">
            <a:spLocks/>
          </p:cNvSpPr>
          <p:nvPr/>
        </p:nvSpPr>
        <p:spPr>
          <a:xfrm>
            <a:off x="-780104" y="12808474"/>
            <a:ext cx="9461115" cy="447422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テキスト プレースホルダー 2">
                <a:extLst>
                  <a:ext uri="{FF2B5EF4-FFF2-40B4-BE49-F238E27FC236}">
                    <a16:creationId xmlns:a16="http://schemas.microsoft.com/office/drawing/2014/main" id="{D136FA52-3A37-AC52-D6AF-D51AF08F03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375236" y="22373075"/>
                <a:ext cx="2962456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32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32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32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79" name="テキスト プレースホルダー 2">
                <a:extLst>
                  <a:ext uri="{FF2B5EF4-FFF2-40B4-BE49-F238E27FC236}">
                    <a16:creationId xmlns:a16="http://schemas.microsoft.com/office/drawing/2014/main" id="{D136FA52-3A37-AC52-D6AF-D51AF08F0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75236" y="22373075"/>
                <a:ext cx="2962456" cy="415171"/>
              </a:xfrm>
              <a:prstGeom prst="rect">
                <a:avLst/>
              </a:prstGeom>
              <a:blipFill>
                <a:blip r:embed="rId15"/>
                <a:stretch>
                  <a:fillRect l="-5144" t="-32353" r="-1440" b="-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4D58626D-2E56-598E-C5A9-A25DBE3EE7FC}"/>
              </a:ext>
            </a:extLst>
          </p:cNvPr>
          <p:cNvSpPr txBox="1"/>
          <p:nvPr/>
        </p:nvSpPr>
        <p:spPr>
          <a:xfrm>
            <a:off x="7833079" y="15710834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7050EBD-AB51-11AD-753A-58C472302065}"/>
              </a:ext>
            </a:extLst>
          </p:cNvPr>
          <p:cNvGrpSpPr/>
          <p:nvPr/>
        </p:nvGrpSpPr>
        <p:grpSpPr>
          <a:xfrm>
            <a:off x="-2052151" y="12670088"/>
            <a:ext cx="872174" cy="854016"/>
            <a:chOff x="6750293" y="2407669"/>
            <a:chExt cx="1780068" cy="1743007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4305EE2-BF13-E14C-AB4B-A969892D8C81}"/>
                </a:ext>
              </a:extLst>
            </p:cNvPr>
            <p:cNvSpPr/>
            <p:nvPr/>
          </p:nvSpPr>
          <p:spPr>
            <a:xfrm>
              <a:off x="6750293" y="2407669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151E6916-FD72-707F-38BC-B89E02D6542C}"/>
                </a:ext>
              </a:extLst>
            </p:cNvPr>
            <p:cNvGrpSpPr/>
            <p:nvPr/>
          </p:nvGrpSpPr>
          <p:grpSpPr>
            <a:xfrm>
              <a:off x="6978166" y="2617955"/>
              <a:ext cx="1320364" cy="1319180"/>
              <a:chOff x="6978166" y="2617955"/>
              <a:chExt cx="1320364" cy="1319180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764ECE7B-B5E4-7B84-6415-F5AECC53580A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3AF52DA4-73F4-42F3-F391-B15572C5B2C2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CB39EEC0-280B-1886-7255-4BF5AE7AB11B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E96CF87D-58F0-148D-721E-4718107FA77A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68A198F8-14E2-D875-BF55-2F01FCADA594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" name="フローチャート: 和接合 16">
                  <a:extLst>
                    <a:ext uri="{FF2B5EF4-FFF2-40B4-BE49-F238E27FC236}">
                      <a16:creationId xmlns:a16="http://schemas.microsoft.com/office/drawing/2014/main" id="{E04F10ED-6A0E-2CBC-89E3-55B30FA0DC6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C0F779F8-A3AA-A606-F261-9B5A211B6753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E7B386DB-0AB8-F742-F946-B31ABD9664A5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64" name="楕円 300">
                  <a:extLst>
                    <a:ext uri="{FF2B5EF4-FFF2-40B4-BE49-F238E27FC236}">
                      <a16:creationId xmlns:a16="http://schemas.microsoft.com/office/drawing/2014/main" id="{8CA491BA-2328-B7EC-8729-D9A2C2CA6BA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" name="楕円 301">
                  <a:extLst>
                    <a:ext uri="{FF2B5EF4-FFF2-40B4-BE49-F238E27FC236}">
                      <a16:creationId xmlns:a16="http://schemas.microsoft.com/office/drawing/2014/main" id="{CE00680F-191C-9289-80FA-F3954AC6110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84F04E89-137D-C9AF-0CB4-40794B83480D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25AEF78F-5A6E-C8C0-25E0-95953EF3E0B7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" name="フローチャート: 和接合 16">
                  <a:extLst>
                    <a:ext uri="{FF2B5EF4-FFF2-40B4-BE49-F238E27FC236}">
                      <a16:creationId xmlns:a16="http://schemas.microsoft.com/office/drawing/2014/main" id="{1B2151F8-3718-ADCB-A033-12FDA69FFA3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30D6579E-7D4D-C162-9463-6FC554A2A4E4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A93D5144-2FED-D832-B79B-BF03DC354D83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60" name="楕円 300">
                  <a:extLst>
                    <a:ext uri="{FF2B5EF4-FFF2-40B4-BE49-F238E27FC236}">
                      <a16:creationId xmlns:a16="http://schemas.microsoft.com/office/drawing/2014/main" id="{5AC74D8F-4D7C-7FF3-B77A-112B5ACA0D5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" name="楕円 301">
                  <a:extLst>
                    <a:ext uri="{FF2B5EF4-FFF2-40B4-BE49-F238E27FC236}">
                      <a16:creationId xmlns:a16="http://schemas.microsoft.com/office/drawing/2014/main" id="{4D4EBF72-FC6F-07CA-93E2-502243C7FB4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35F90705-DA26-EDBB-1988-1B9AF3B96830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6E869B44-2219-5F95-08EF-54553D973106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" name="フローチャート: 和接合 16">
                  <a:extLst>
                    <a:ext uri="{FF2B5EF4-FFF2-40B4-BE49-F238E27FC236}">
                      <a16:creationId xmlns:a16="http://schemas.microsoft.com/office/drawing/2014/main" id="{691E4ED4-5C55-3A83-6C21-60751C721BD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3A9FD2F0-FB52-8B60-B411-0AB57400E3AA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C0B95F85-ACED-C7A6-7423-83926B3A0287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56" name="楕円 300">
                  <a:extLst>
                    <a:ext uri="{FF2B5EF4-FFF2-40B4-BE49-F238E27FC236}">
                      <a16:creationId xmlns:a16="http://schemas.microsoft.com/office/drawing/2014/main" id="{B6D745FF-332E-2835-56D1-1B6B1368175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" name="楕円 301">
                  <a:extLst>
                    <a:ext uri="{FF2B5EF4-FFF2-40B4-BE49-F238E27FC236}">
                      <a16:creationId xmlns:a16="http://schemas.microsoft.com/office/drawing/2014/main" id="{AE59B710-7003-2D25-CE58-3F35E4A2C87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76CAABC8-44C7-1CFA-93D0-746EDEDCDBBB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812FAE57-FA99-2348-D194-74BF6C2C2AA8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" name="フローチャート: 和接合 16">
                  <a:extLst>
                    <a:ext uri="{FF2B5EF4-FFF2-40B4-BE49-F238E27FC236}">
                      <a16:creationId xmlns:a16="http://schemas.microsoft.com/office/drawing/2014/main" id="{73DF6DBD-704B-2952-F481-25D0DD46A60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567CE668-CC84-1350-A5BE-DA126A96D834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355B517C-8886-84CC-BE4D-D819E5DF0B42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152" name="楕円 300">
                  <a:extLst>
                    <a:ext uri="{FF2B5EF4-FFF2-40B4-BE49-F238E27FC236}">
                      <a16:creationId xmlns:a16="http://schemas.microsoft.com/office/drawing/2014/main" id="{FF85776D-117A-7461-3CF9-92FEA25462C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" name="楕円 301">
                  <a:extLst>
                    <a:ext uri="{FF2B5EF4-FFF2-40B4-BE49-F238E27FC236}">
                      <a16:creationId xmlns:a16="http://schemas.microsoft.com/office/drawing/2014/main" id="{6830C740-95B4-CA68-956C-DF05BDEC01D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B9C0C87E-D344-B081-969F-93B7151CB2A1}"/>
              </a:ext>
            </a:extLst>
          </p:cNvPr>
          <p:cNvGrpSpPr/>
          <p:nvPr/>
        </p:nvGrpSpPr>
        <p:grpSpPr>
          <a:xfrm>
            <a:off x="-2055474" y="18763297"/>
            <a:ext cx="925486" cy="906217"/>
            <a:chOff x="4693246" y="2402296"/>
            <a:chExt cx="1780068" cy="1743007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B3D2D65A-9C30-F5FB-9641-09C21A459C96}"/>
                </a:ext>
              </a:extLst>
            </p:cNvPr>
            <p:cNvSpPr/>
            <p:nvPr/>
          </p:nvSpPr>
          <p:spPr>
            <a:xfrm>
              <a:off x="4693246" y="2402296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D40B4082-90E8-2F96-DE56-310053B1F66F}"/>
                </a:ext>
              </a:extLst>
            </p:cNvPr>
            <p:cNvSpPr/>
            <p:nvPr/>
          </p:nvSpPr>
          <p:spPr>
            <a:xfrm>
              <a:off x="4921120" y="2612583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3203EB38-5E98-9232-574B-E8B5B0B47E89}"/>
                </a:ext>
              </a:extLst>
            </p:cNvPr>
            <p:cNvSpPr/>
            <p:nvPr/>
          </p:nvSpPr>
          <p:spPr>
            <a:xfrm rot="5400000">
              <a:off x="5559040" y="1974661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5CCAF839-F77D-2BFB-A238-0FB9A725C850}"/>
                </a:ext>
              </a:extLst>
            </p:cNvPr>
            <p:cNvSpPr/>
            <p:nvPr/>
          </p:nvSpPr>
          <p:spPr>
            <a:xfrm rot="5400000">
              <a:off x="5560873" y="3251149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1B269008-EA73-D66F-E64B-F32391357EFC}"/>
                </a:ext>
              </a:extLst>
            </p:cNvPr>
            <p:cNvSpPr/>
            <p:nvPr/>
          </p:nvSpPr>
          <p:spPr>
            <a:xfrm rot="5400000">
              <a:off x="5519768" y="2256054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フローチャート: 和接合 16">
              <a:extLst>
                <a:ext uri="{FF2B5EF4-FFF2-40B4-BE49-F238E27FC236}">
                  <a16:creationId xmlns:a16="http://schemas.microsoft.com/office/drawing/2014/main" id="{716C8D80-E397-B635-8DB3-72B3075D866A}"/>
                </a:ext>
              </a:extLst>
            </p:cNvPr>
            <p:cNvSpPr/>
            <p:nvPr/>
          </p:nvSpPr>
          <p:spPr bwMode="auto">
            <a:xfrm rot="10800000">
              <a:off x="5548568" y="2843234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07298C27-5FFE-29D7-DF1C-FDF09B39B283}"/>
                </a:ext>
              </a:extLst>
            </p:cNvPr>
            <p:cNvSpPr/>
            <p:nvPr/>
          </p:nvSpPr>
          <p:spPr>
            <a:xfrm rot="5400000">
              <a:off x="5520147" y="2097234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0186E9F9-1F83-B422-EE76-DDE9C84EA0C8}"/>
                </a:ext>
              </a:extLst>
            </p:cNvPr>
            <p:cNvGrpSpPr/>
            <p:nvPr/>
          </p:nvGrpSpPr>
          <p:grpSpPr>
            <a:xfrm>
              <a:off x="5550747" y="2685552"/>
              <a:ext cx="57600" cy="58165"/>
              <a:chOff x="5550747" y="2678351"/>
              <a:chExt cx="57600" cy="58165"/>
            </a:xfrm>
          </p:grpSpPr>
          <p:sp>
            <p:nvSpPr>
              <p:cNvPr id="201" name="楕円 300">
                <a:extLst>
                  <a:ext uri="{FF2B5EF4-FFF2-40B4-BE49-F238E27FC236}">
                    <a16:creationId xmlns:a16="http://schemas.microsoft.com/office/drawing/2014/main" id="{1AC0512B-642F-65C4-D520-DD3A040C7E7F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2" name="楕円 301">
                <a:extLst>
                  <a:ext uri="{FF2B5EF4-FFF2-40B4-BE49-F238E27FC236}">
                    <a16:creationId xmlns:a16="http://schemas.microsoft.com/office/drawing/2014/main" id="{5309129A-3B71-67FE-4159-20DAE6155A01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CE07A24F-5591-E33C-A6F7-61297C4CC44F}"/>
                </a:ext>
              </a:extLst>
            </p:cNvPr>
            <p:cNvSpPr/>
            <p:nvPr/>
          </p:nvSpPr>
          <p:spPr>
            <a:xfrm rot="5400000">
              <a:off x="5519768" y="2574456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フローチャート: 和接合 16">
              <a:extLst>
                <a:ext uri="{FF2B5EF4-FFF2-40B4-BE49-F238E27FC236}">
                  <a16:creationId xmlns:a16="http://schemas.microsoft.com/office/drawing/2014/main" id="{F2CD7BDB-5A84-FB3F-7706-94B541C14A0A}"/>
                </a:ext>
              </a:extLst>
            </p:cNvPr>
            <p:cNvSpPr/>
            <p:nvPr/>
          </p:nvSpPr>
          <p:spPr bwMode="auto">
            <a:xfrm rot="10800000">
              <a:off x="5548568" y="3161636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DEE06CA9-6A1F-AA0C-8D20-54E71759390A}"/>
                </a:ext>
              </a:extLst>
            </p:cNvPr>
            <p:cNvSpPr/>
            <p:nvPr/>
          </p:nvSpPr>
          <p:spPr>
            <a:xfrm rot="5400000">
              <a:off x="5520147" y="2415636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42C99D36-EFDB-C9C6-0AF4-F18B90C9445E}"/>
                </a:ext>
              </a:extLst>
            </p:cNvPr>
            <p:cNvGrpSpPr/>
            <p:nvPr/>
          </p:nvGrpSpPr>
          <p:grpSpPr>
            <a:xfrm>
              <a:off x="5550747" y="3003954"/>
              <a:ext cx="57600" cy="58165"/>
              <a:chOff x="5550747" y="2678351"/>
              <a:chExt cx="57600" cy="58165"/>
            </a:xfrm>
          </p:grpSpPr>
          <p:sp>
            <p:nvSpPr>
              <p:cNvPr id="199" name="楕円 300">
                <a:extLst>
                  <a:ext uri="{FF2B5EF4-FFF2-40B4-BE49-F238E27FC236}">
                    <a16:creationId xmlns:a16="http://schemas.microsoft.com/office/drawing/2014/main" id="{33BA3D4E-D36F-1F1A-F24E-49133BF7264E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0" name="楕円 301">
                <a:extLst>
                  <a:ext uri="{FF2B5EF4-FFF2-40B4-BE49-F238E27FC236}">
                    <a16:creationId xmlns:a16="http://schemas.microsoft.com/office/drawing/2014/main" id="{DAF4FF3C-646D-7C49-93AD-93CC7CB27525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9A9A16DE-2030-0C0B-2E91-52EF585DC57F}"/>
                </a:ext>
              </a:extLst>
            </p:cNvPr>
            <p:cNvSpPr/>
            <p:nvPr/>
          </p:nvSpPr>
          <p:spPr>
            <a:xfrm rot="5400000">
              <a:off x="5519768" y="2892858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フローチャート: 和接合 16">
              <a:extLst>
                <a:ext uri="{FF2B5EF4-FFF2-40B4-BE49-F238E27FC236}">
                  <a16:creationId xmlns:a16="http://schemas.microsoft.com/office/drawing/2014/main" id="{5BEAE13A-4618-2EDA-F24E-0888C8970602}"/>
                </a:ext>
              </a:extLst>
            </p:cNvPr>
            <p:cNvSpPr/>
            <p:nvPr/>
          </p:nvSpPr>
          <p:spPr bwMode="auto">
            <a:xfrm rot="10800000">
              <a:off x="5548568" y="3480038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02D58593-9866-09A3-A2C3-01295B46F667}"/>
                </a:ext>
              </a:extLst>
            </p:cNvPr>
            <p:cNvSpPr/>
            <p:nvPr/>
          </p:nvSpPr>
          <p:spPr>
            <a:xfrm rot="5400000">
              <a:off x="5520147" y="2734038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7F67012F-1E4F-244A-C4FC-1374F5ACC6A8}"/>
                </a:ext>
              </a:extLst>
            </p:cNvPr>
            <p:cNvGrpSpPr/>
            <p:nvPr/>
          </p:nvGrpSpPr>
          <p:grpSpPr>
            <a:xfrm>
              <a:off x="5550747" y="3322356"/>
              <a:ext cx="57600" cy="58165"/>
              <a:chOff x="5550747" y="2678351"/>
              <a:chExt cx="57600" cy="58165"/>
            </a:xfrm>
          </p:grpSpPr>
          <p:sp>
            <p:nvSpPr>
              <p:cNvPr id="197" name="楕円 300">
                <a:extLst>
                  <a:ext uri="{FF2B5EF4-FFF2-40B4-BE49-F238E27FC236}">
                    <a16:creationId xmlns:a16="http://schemas.microsoft.com/office/drawing/2014/main" id="{7AD40154-5E4A-E8DD-2014-27E3F82B34F9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8" name="楕円 301">
                <a:extLst>
                  <a:ext uri="{FF2B5EF4-FFF2-40B4-BE49-F238E27FC236}">
                    <a16:creationId xmlns:a16="http://schemas.microsoft.com/office/drawing/2014/main" id="{530039CF-92AD-F5F9-6E0C-047F1CAE4F28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B0A4A22E-C0C5-B5CD-8C6A-26E49514A975}"/>
                </a:ext>
              </a:extLst>
            </p:cNvPr>
            <p:cNvSpPr/>
            <p:nvPr/>
          </p:nvSpPr>
          <p:spPr>
            <a:xfrm rot="5400000">
              <a:off x="5519768" y="3211262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フローチャート: 和接合 16">
              <a:extLst>
                <a:ext uri="{FF2B5EF4-FFF2-40B4-BE49-F238E27FC236}">
                  <a16:creationId xmlns:a16="http://schemas.microsoft.com/office/drawing/2014/main" id="{FC481D7E-9A63-E0B3-FEAC-01FBC8DA8CC3}"/>
                </a:ext>
              </a:extLst>
            </p:cNvPr>
            <p:cNvSpPr/>
            <p:nvPr/>
          </p:nvSpPr>
          <p:spPr bwMode="auto">
            <a:xfrm rot="10800000">
              <a:off x="5548568" y="3798442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5A75DEAF-0B4E-0D66-648B-7AE2C7B4FC0C}"/>
                </a:ext>
              </a:extLst>
            </p:cNvPr>
            <p:cNvSpPr/>
            <p:nvPr/>
          </p:nvSpPr>
          <p:spPr>
            <a:xfrm rot="5400000">
              <a:off x="5520147" y="3052440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71204638-1471-3AD1-609E-AAF946C1F9B8}"/>
                </a:ext>
              </a:extLst>
            </p:cNvPr>
            <p:cNvGrpSpPr/>
            <p:nvPr/>
          </p:nvGrpSpPr>
          <p:grpSpPr>
            <a:xfrm>
              <a:off x="5550747" y="3640758"/>
              <a:ext cx="57600" cy="58165"/>
              <a:chOff x="5550747" y="2678351"/>
              <a:chExt cx="57600" cy="58165"/>
            </a:xfrm>
          </p:grpSpPr>
          <p:sp>
            <p:nvSpPr>
              <p:cNvPr id="195" name="楕円 300">
                <a:extLst>
                  <a:ext uri="{FF2B5EF4-FFF2-40B4-BE49-F238E27FC236}">
                    <a16:creationId xmlns:a16="http://schemas.microsoft.com/office/drawing/2014/main" id="{AB68D2A0-CE95-6FAB-775C-B681B73E85B4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6" name="楕円 301">
                <a:extLst>
                  <a:ext uri="{FF2B5EF4-FFF2-40B4-BE49-F238E27FC236}">
                    <a16:creationId xmlns:a16="http://schemas.microsoft.com/office/drawing/2014/main" id="{4C22E949-EA8E-231B-EF4D-C41F6531F05F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Rounded Rectangle 6">
                <a:extLst>
                  <a:ext uri="{FF2B5EF4-FFF2-40B4-BE49-F238E27FC236}">
                    <a16:creationId xmlns:a16="http://schemas.microsoft.com/office/drawing/2014/main" id="{C7848F5A-E5DF-7E7D-9082-630B6919C9C7}"/>
                  </a:ext>
                </a:extLst>
              </p:cNvPr>
              <p:cNvSpPr/>
              <p:nvPr/>
            </p:nvSpPr>
            <p:spPr>
              <a:xfrm>
                <a:off x="9553388" y="21067952"/>
                <a:ext cx="13329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43.6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03" name="Rounded Rectangle 6">
                <a:extLst>
                  <a:ext uri="{FF2B5EF4-FFF2-40B4-BE49-F238E27FC236}">
                    <a16:creationId xmlns:a16="http://schemas.microsoft.com/office/drawing/2014/main" id="{C7848F5A-E5DF-7E7D-9082-630B6919C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388" y="21067952"/>
                <a:ext cx="1332914" cy="415171"/>
              </a:xfrm>
              <a:prstGeom prst="roundRect">
                <a:avLst/>
              </a:prstGeom>
              <a:blipFill>
                <a:blip r:embed="rId16"/>
                <a:stretch>
                  <a:fillRect l="-6849" t="-27941" r="-6849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" name="TextBox 206">
            <a:extLst>
              <a:ext uri="{FF2B5EF4-FFF2-40B4-BE49-F238E27FC236}">
                <a16:creationId xmlns:a16="http://schemas.microsoft.com/office/drawing/2014/main" id="{1E443001-2047-6803-F45E-7AEF87A627CF}"/>
              </a:ext>
            </a:extLst>
          </p:cNvPr>
          <p:cNvSpPr txBox="1"/>
          <p:nvPr/>
        </p:nvSpPr>
        <p:spPr>
          <a:xfrm>
            <a:off x="8547694" y="21593818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08" name="テキスト プレースホルダー 2">
            <a:extLst>
              <a:ext uri="{FF2B5EF4-FFF2-40B4-BE49-F238E27FC236}">
                <a16:creationId xmlns:a16="http://schemas.microsoft.com/office/drawing/2014/main" id="{F183D106-3418-E031-1630-AA7A37B6915D}"/>
              </a:ext>
            </a:extLst>
          </p:cNvPr>
          <p:cNvSpPr txBox="1">
            <a:spLocks/>
          </p:cNvSpPr>
          <p:nvPr/>
        </p:nvSpPr>
        <p:spPr>
          <a:xfrm>
            <a:off x="5500104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Tr2F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09" name="テキスト プレースホルダー 2">
            <a:extLst>
              <a:ext uri="{FF2B5EF4-FFF2-40B4-BE49-F238E27FC236}">
                <a16:creationId xmlns:a16="http://schemas.microsoft.com/office/drawing/2014/main" id="{31BA8A7F-BF70-2719-D09B-1DF10026A076}"/>
              </a:ext>
            </a:extLst>
          </p:cNvPr>
          <p:cNvSpPr txBox="1">
            <a:spLocks/>
          </p:cNvSpPr>
          <p:nvPr/>
        </p:nvSpPr>
        <p:spPr>
          <a:xfrm>
            <a:off x="-1123950" y="19085870"/>
            <a:ext cx="6470650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Edgewise</a:t>
            </a:r>
            <a:endParaRPr kumimoji="1" lang="ja-JP" altLang="en-US" sz="3200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3" name="テキスト プレースホルダー 2">
            <a:extLst>
              <a:ext uri="{FF2B5EF4-FFF2-40B4-BE49-F238E27FC236}">
                <a16:creationId xmlns:a16="http://schemas.microsoft.com/office/drawing/2014/main" id="{FC87C328-AABD-E289-39B5-30D42B4638FF}"/>
              </a:ext>
            </a:extLst>
          </p:cNvPr>
          <p:cNvSpPr txBox="1">
            <a:spLocks/>
          </p:cNvSpPr>
          <p:nvPr/>
        </p:nvSpPr>
        <p:spPr>
          <a:xfrm>
            <a:off x="-1417714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Tr1F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82972C0-6573-201E-83CE-4D52C1D7CADD}"/>
              </a:ext>
            </a:extLst>
          </p:cNvPr>
          <p:cNvSpPr txBox="1"/>
          <p:nvPr/>
        </p:nvSpPr>
        <p:spPr>
          <a:xfrm>
            <a:off x="941552" y="15693146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15" name="テキスト プレースホルダー 2">
            <a:extLst>
              <a:ext uri="{FF2B5EF4-FFF2-40B4-BE49-F238E27FC236}">
                <a16:creationId xmlns:a16="http://schemas.microsoft.com/office/drawing/2014/main" id="{524DE67D-F12E-4C8D-9B35-35774314D2CD}"/>
              </a:ext>
            </a:extLst>
          </p:cNvPr>
          <p:cNvSpPr txBox="1">
            <a:spLocks/>
          </p:cNvSpPr>
          <p:nvPr/>
        </p:nvSpPr>
        <p:spPr>
          <a:xfrm>
            <a:off x="11910125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Tr3F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Rounded Rectangle 6">
                <a:extLst>
                  <a:ext uri="{FF2B5EF4-FFF2-40B4-BE49-F238E27FC236}">
                    <a16:creationId xmlns:a16="http://schemas.microsoft.com/office/drawing/2014/main" id="{842385D1-E0B3-068D-1BC5-E65C2968F6DF}"/>
                  </a:ext>
                </a:extLst>
              </p:cNvPr>
              <p:cNvSpPr/>
              <p:nvPr/>
            </p:nvSpPr>
            <p:spPr>
              <a:xfrm>
                <a:off x="15095340" y="15359137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30.2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16" name="Rounded Rectangle 6">
                <a:extLst>
                  <a:ext uri="{FF2B5EF4-FFF2-40B4-BE49-F238E27FC236}">
                    <a16:creationId xmlns:a16="http://schemas.microsoft.com/office/drawing/2014/main" id="{842385D1-E0B3-068D-1BC5-E65C2968F6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5340" y="15359137"/>
                <a:ext cx="1339600" cy="415171"/>
              </a:xfrm>
              <a:prstGeom prst="roundRect">
                <a:avLst/>
              </a:prstGeom>
              <a:blipFill>
                <a:blip r:embed="rId17"/>
                <a:stretch>
                  <a:fillRect l="-6818" t="-27941" r="-6364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TextBox 217">
            <a:extLst>
              <a:ext uri="{FF2B5EF4-FFF2-40B4-BE49-F238E27FC236}">
                <a16:creationId xmlns:a16="http://schemas.microsoft.com/office/drawing/2014/main" id="{171259F0-D629-310B-9116-5D3CE614EE19}"/>
              </a:ext>
            </a:extLst>
          </p:cNvPr>
          <p:cNvSpPr txBox="1"/>
          <p:nvPr/>
        </p:nvSpPr>
        <p:spPr>
          <a:xfrm>
            <a:off x="14108873" y="1579531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19" name="テキスト プレースホルダー 2">
            <a:extLst>
              <a:ext uri="{FF2B5EF4-FFF2-40B4-BE49-F238E27FC236}">
                <a16:creationId xmlns:a16="http://schemas.microsoft.com/office/drawing/2014/main" id="{72916CE4-BBE3-6385-90C8-024F17C2950D}"/>
              </a:ext>
            </a:extLst>
          </p:cNvPr>
          <p:cNvSpPr txBox="1">
            <a:spLocks/>
          </p:cNvSpPr>
          <p:nvPr/>
        </p:nvSpPr>
        <p:spPr>
          <a:xfrm>
            <a:off x="5711297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Tr2E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0" name="テキスト プレースホルダー 2">
            <a:extLst>
              <a:ext uri="{FF2B5EF4-FFF2-40B4-BE49-F238E27FC236}">
                <a16:creationId xmlns:a16="http://schemas.microsoft.com/office/drawing/2014/main" id="{404B4DC5-8EB0-CA46-58F8-ADF6839D5420}"/>
              </a:ext>
            </a:extLst>
          </p:cNvPr>
          <p:cNvSpPr txBox="1">
            <a:spLocks/>
          </p:cNvSpPr>
          <p:nvPr/>
        </p:nvSpPr>
        <p:spPr>
          <a:xfrm>
            <a:off x="-1206521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Tr1E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1" name="テキスト プレースホルダー 2">
            <a:extLst>
              <a:ext uri="{FF2B5EF4-FFF2-40B4-BE49-F238E27FC236}">
                <a16:creationId xmlns:a16="http://schemas.microsoft.com/office/drawing/2014/main" id="{A03F2314-CE23-A327-0574-C2F0EEA51920}"/>
              </a:ext>
            </a:extLst>
          </p:cNvPr>
          <p:cNvSpPr txBox="1">
            <a:spLocks/>
          </p:cNvSpPr>
          <p:nvPr/>
        </p:nvSpPr>
        <p:spPr>
          <a:xfrm>
            <a:off x="11795163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Tr3E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4D7DECE-AA37-40EB-DF29-0BE55969D3F5}"/>
              </a:ext>
            </a:extLst>
          </p:cNvPr>
          <p:cNvSpPr txBox="1"/>
          <p:nvPr/>
        </p:nvSpPr>
        <p:spPr>
          <a:xfrm>
            <a:off x="1115430" y="21634635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Rounded Rectangle 6">
                <a:extLst>
                  <a:ext uri="{FF2B5EF4-FFF2-40B4-BE49-F238E27FC236}">
                    <a16:creationId xmlns:a16="http://schemas.microsoft.com/office/drawing/2014/main" id="{13971459-0348-9F0E-3E00-FA3F1E1510CE}"/>
                  </a:ext>
                </a:extLst>
              </p:cNvPr>
              <p:cNvSpPr/>
              <p:nvPr/>
            </p:nvSpPr>
            <p:spPr>
              <a:xfrm>
                <a:off x="2105375" y="21066509"/>
                <a:ext cx="133504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40.5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24" name="Rounded Rectangle 6">
                <a:extLst>
                  <a:ext uri="{FF2B5EF4-FFF2-40B4-BE49-F238E27FC236}">
                    <a16:creationId xmlns:a16="http://schemas.microsoft.com/office/drawing/2014/main" id="{13971459-0348-9F0E-3E00-FA3F1E1510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375" y="21066509"/>
                <a:ext cx="1335040" cy="415171"/>
              </a:xfrm>
              <a:prstGeom prst="roundRect">
                <a:avLst/>
              </a:prstGeom>
              <a:blipFill>
                <a:blip r:embed="rId18"/>
                <a:stretch>
                  <a:fillRect l="-6849" t="-27941" r="-6849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7E93FDFF-2DB3-B16C-C04C-E5DFF39AC28D}"/>
              </a:ext>
            </a:extLst>
          </p:cNvPr>
          <p:cNvCxnSpPr>
            <a:cxnSpLocks/>
          </p:cNvCxnSpPr>
          <p:nvPr/>
        </p:nvCxnSpPr>
        <p:spPr>
          <a:xfrm flipV="1">
            <a:off x="1791467" y="21443853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Rounded Rectangle 6">
                <a:extLst>
                  <a:ext uri="{FF2B5EF4-FFF2-40B4-BE49-F238E27FC236}">
                    <a16:creationId xmlns:a16="http://schemas.microsoft.com/office/drawing/2014/main" id="{FC7FD9A6-E647-FF7F-C7FF-D706B46E3567}"/>
                  </a:ext>
                </a:extLst>
              </p:cNvPr>
              <p:cNvSpPr/>
              <p:nvPr/>
            </p:nvSpPr>
            <p:spPr>
              <a:xfrm>
                <a:off x="15621665" y="21066509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47.3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26" name="Rounded Rectangle 6">
                <a:extLst>
                  <a:ext uri="{FF2B5EF4-FFF2-40B4-BE49-F238E27FC236}">
                    <a16:creationId xmlns:a16="http://schemas.microsoft.com/office/drawing/2014/main" id="{FC7FD9A6-E647-FF7F-C7FF-D706B46E35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665" y="21066509"/>
                <a:ext cx="1339600" cy="415171"/>
              </a:xfrm>
              <a:prstGeom prst="roundRect">
                <a:avLst/>
              </a:prstGeom>
              <a:blipFill>
                <a:blip r:embed="rId19"/>
                <a:stretch>
                  <a:fillRect l="-7306" t="-27941" r="-6393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" name="TextBox 227">
            <a:extLst>
              <a:ext uri="{FF2B5EF4-FFF2-40B4-BE49-F238E27FC236}">
                <a16:creationId xmlns:a16="http://schemas.microsoft.com/office/drawing/2014/main" id="{A4A33B0F-7108-2667-AA01-45B83FCDDA13}"/>
              </a:ext>
            </a:extLst>
          </p:cNvPr>
          <p:cNvSpPr txBox="1"/>
          <p:nvPr/>
        </p:nvSpPr>
        <p:spPr>
          <a:xfrm>
            <a:off x="14418831" y="21531511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29" name="テキスト プレースホルダー 2">
            <a:extLst>
              <a:ext uri="{FF2B5EF4-FFF2-40B4-BE49-F238E27FC236}">
                <a16:creationId xmlns:a16="http://schemas.microsoft.com/office/drawing/2014/main" id="{EDC18B19-E4C2-ADCD-AA54-DB1C182FB082}"/>
              </a:ext>
            </a:extLst>
          </p:cNvPr>
          <p:cNvSpPr txBox="1">
            <a:spLocks/>
          </p:cNvSpPr>
          <p:nvPr/>
        </p:nvSpPr>
        <p:spPr>
          <a:xfrm>
            <a:off x="-1123950" y="12839455"/>
            <a:ext cx="6470650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Flatwise</a:t>
            </a:r>
            <a:endParaRPr kumimoji="1" lang="ja-JP" altLang="en-US" sz="3200" b="1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30" name="テキスト プレースホルダー 2">
            <a:extLst>
              <a:ext uri="{FF2B5EF4-FFF2-40B4-BE49-F238E27FC236}">
                <a16:creationId xmlns:a16="http://schemas.microsoft.com/office/drawing/2014/main" id="{7C51EDCA-DD8A-E469-888E-C75714122ED1}"/>
              </a:ext>
            </a:extLst>
          </p:cNvPr>
          <p:cNvSpPr txBox="1">
            <a:spLocks/>
          </p:cNvSpPr>
          <p:nvPr/>
        </p:nvSpPr>
        <p:spPr>
          <a:xfrm>
            <a:off x="5566109" y="1786274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(c)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31" name="テキスト プレースホルダー 2">
            <a:extLst>
              <a:ext uri="{FF2B5EF4-FFF2-40B4-BE49-F238E27FC236}">
                <a16:creationId xmlns:a16="http://schemas.microsoft.com/office/drawing/2014/main" id="{7EA64E79-00EB-808A-77AA-DA4F58230F3F}"/>
              </a:ext>
            </a:extLst>
          </p:cNvPr>
          <p:cNvSpPr txBox="1">
            <a:spLocks/>
          </p:cNvSpPr>
          <p:nvPr/>
        </p:nvSpPr>
        <p:spPr>
          <a:xfrm>
            <a:off x="5566109" y="23993663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(d)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Rounded Rectangle 6">
                <a:extLst>
                  <a:ext uri="{FF2B5EF4-FFF2-40B4-BE49-F238E27FC236}">
                    <a16:creationId xmlns:a16="http://schemas.microsoft.com/office/drawing/2014/main" id="{23193598-0263-F4C8-5E80-5E11D25331D1}"/>
                  </a:ext>
                </a:extLst>
              </p:cNvPr>
              <p:cNvSpPr/>
              <p:nvPr/>
            </p:nvSpPr>
            <p:spPr>
              <a:xfrm>
                <a:off x="8914779" y="15353627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30.2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36" name="Rounded Rectangle 6">
                <a:extLst>
                  <a:ext uri="{FF2B5EF4-FFF2-40B4-BE49-F238E27FC236}">
                    <a16:creationId xmlns:a16="http://schemas.microsoft.com/office/drawing/2014/main" id="{23193598-0263-F4C8-5E80-5E11D25331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4779" y="15353627"/>
                <a:ext cx="1380814" cy="415171"/>
              </a:xfrm>
              <a:prstGeom prst="roundRect">
                <a:avLst/>
              </a:prstGeom>
              <a:blipFill>
                <a:blip r:embed="rId20"/>
                <a:stretch>
                  <a:fillRect l="-4846" t="-27941" r="-4846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Rounded Rectangle 6">
                <a:extLst>
                  <a:ext uri="{FF2B5EF4-FFF2-40B4-BE49-F238E27FC236}">
                    <a16:creationId xmlns:a16="http://schemas.microsoft.com/office/drawing/2014/main" id="{3CE560B7-1C67-17FE-6778-EBE9AF4E1392}"/>
                  </a:ext>
                </a:extLst>
              </p:cNvPr>
              <p:cNvSpPr/>
              <p:nvPr/>
            </p:nvSpPr>
            <p:spPr>
              <a:xfrm>
                <a:off x="1980006" y="15284235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30.4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38" name="Rounded Rectangle 6">
                <a:extLst>
                  <a:ext uri="{FF2B5EF4-FFF2-40B4-BE49-F238E27FC236}">
                    <a16:creationId xmlns:a16="http://schemas.microsoft.com/office/drawing/2014/main" id="{3CE560B7-1C67-17FE-6778-EBE9AF4E13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06" y="15284235"/>
                <a:ext cx="1380814" cy="415171"/>
              </a:xfrm>
              <a:prstGeom prst="roundRect">
                <a:avLst/>
              </a:prstGeom>
              <a:blipFill>
                <a:blip r:embed="rId21"/>
                <a:stretch>
                  <a:fillRect l="-4867" t="-27941" r="-5310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0" name="Picture 289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B6C044D6-BAEB-D1DD-3D04-5D029F61A18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1895" r="4917" b="21597"/>
          <a:stretch>
            <a:fillRect/>
          </a:stretch>
        </p:blipFill>
        <p:spPr>
          <a:xfrm>
            <a:off x="914532" y="16001246"/>
            <a:ext cx="1407783" cy="1044110"/>
          </a:xfrm>
          <a:prstGeom prst="rect">
            <a:avLst/>
          </a:prstGeom>
        </p:spPr>
      </p:pic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252E7624-E4A9-A7AF-152F-6DB205ED8D23}"/>
              </a:ext>
            </a:extLst>
          </p:cNvPr>
          <p:cNvCxnSpPr>
            <a:cxnSpLocks/>
          </p:cNvCxnSpPr>
          <p:nvPr/>
        </p:nvCxnSpPr>
        <p:spPr>
          <a:xfrm flipV="1">
            <a:off x="8977428" y="21429818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" name="Picture 285" descr="A green and blue background with orange squares&#10;&#10;AI-generated content may be incorrect.">
            <a:extLst>
              <a:ext uri="{FF2B5EF4-FFF2-40B4-BE49-F238E27FC236}">
                <a16:creationId xmlns:a16="http://schemas.microsoft.com/office/drawing/2014/main" id="{A9F992CF-3E56-15A2-F2D5-55944968F75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9" t="4578" r="10122" b="5052"/>
          <a:stretch>
            <a:fillRect/>
          </a:stretch>
        </p:blipFill>
        <p:spPr>
          <a:xfrm>
            <a:off x="14535476" y="21808510"/>
            <a:ext cx="916908" cy="1227335"/>
          </a:xfrm>
          <a:prstGeom prst="rect">
            <a:avLst/>
          </a:prstGeom>
        </p:spPr>
      </p:pic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9BE8DB2-7A1F-BD4C-655B-284250E8789E}"/>
              </a:ext>
            </a:extLst>
          </p:cNvPr>
          <p:cNvCxnSpPr>
            <a:cxnSpLocks/>
          </p:cNvCxnSpPr>
          <p:nvPr/>
        </p:nvCxnSpPr>
        <p:spPr>
          <a:xfrm flipV="1">
            <a:off x="14993558" y="21440464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A10B36BC-DD21-C5FE-811F-8DD58117D049}"/>
              </a:ext>
            </a:extLst>
          </p:cNvPr>
          <p:cNvCxnSpPr>
            <a:cxnSpLocks/>
          </p:cNvCxnSpPr>
          <p:nvPr/>
        </p:nvCxnSpPr>
        <p:spPr>
          <a:xfrm flipV="1">
            <a:off x="1638607" y="15749277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320D5830-3232-6B4D-97B2-99C78484ED80}"/>
              </a:ext>
            </a:extLst>
          </p:cNvPr>
          <p:cNvCxnSpPr>
            <a:cxnSpLocks/>
          </p:cNvCxnSpPr>
          <p:nvPr/>
        </p:nvCxnSpPr>
        <p:spPr>
          <a:xfrm flipV="1">
            <a:off x="8630572" y="1578661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4" name="Picture 293" descr="A blue screen with a black line&#10;&#10;AI-generated content may be incorrect.">
            <a:extLst>
              <a:ext uri="{FF2B5EF4-FFF2-40B4-BE49-F238E27FC236}">
                <a16:creationId xmlns:a16="http://schemas.microsoft.com/office/drawing/2014/main" id="{58FDF96A-8224-5608-CFB1-61212E3002F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3" t="7837" r="6234" b="6572"/>
          <a:stretch>
            <a:fillRect/>
          </a:stretch>
        </p:blipFill>
        <p:spPr>
          <a:xfrm>
            <a:off x="14220543" y="16041193"/>
            <a:ext cx="1068828" cy="1218236"/>
          </a:xfrm>
          <a:prstGeom prst="rect">
            <a:avLst/>
          </a:prstGeom>
        </p:spPr>
      </p:pic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C828DE5A-7385-8D6E-B397-F48ED5EA4F7F}"/>
              </a:ext>
            </a:extLst>
          </p:cNvPr>
          <p:cNvCxnSpPr>
            <a:cxnSpLocks/>
          </p:cNvCxnSpPr>
          <p:nvPr/>
        </p:nvCxnSpPr>
        <p:spPr>
          <a:xfrm flipV="1">
            <a:off x="14671564" y="1575294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3">
                <a:extLst>
                  <a:ext uri="{FF2B5EF4-FFF2-40B4-BE49-F238E27FC236}">
                    <a16:creationId xmlns:a16="http://schemas.microsoft.com/office/drawing/2014/main" id="{9144B72B-7D04-3C9D-6A95-206BF3983174}"/>
                  </a:ext>
                </a:extLst>
              </p:cNvPr>
              <p:cNvSpPr/>
              <p:nvPr/>
            </p:nvSpPr>
            <p:spPr>
              <a:xfrm>
                <a:off x="-5752395" y="13460359"/>
                <a:ext cx="3609513" cy="1375773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4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sz="4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C]</a:t>
                </a:r>
                <a:endParaRPr lang="en-JP" sz="48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ounded Rectangle 3">
                <a:extLst>
                  <a:ext uri="{FF2B5EF4-FFF2-40B4-BE49-F238E27FC236}">
                    <a16:creationId xmlns:a16="http://schemas.microsoft.com/office/drawing/2014/main" id="{9144B72B-7D04-3C9D-6A95-206BF39831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52395" y="13460359"/>
                <a:ext cx="3609513" cy="1375773"/>
              </a:xfrm>
              <a:prstGeom prst="roundRect">
                <a:avLst/>
              </a:prstGeom>
              <a:blipFill>
                <a:blip r:embed="rId25"/>
                <a:stretch>
                  <a:fillRect b="-35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プレースホルダー 2">
                <a:extLst>
                  <a:ext uri="{FF2B5EF4-FFF2-40B4-BE49-F238E27FC236}">
                    <a16:creationId xmlns:a16="http://schemas.microsoft.com/office/drawing/2014/main" id="{D15A1AFB-4B50-4820-00E0-A4487931BF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316041" y="10375724"/>
                <a:ext cx="2962456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32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32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32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36" name="テキスト プレースホルダー 2">
                <a:extLst>
                  <a:ext uri="{FF2B5EF4-FFF2-40B4-BE49-F238E27FC236}">
                    <a16:creationId xmlns:a16="http://schemas.microsoft.com/office/drawing/2014/main" id="{D15A1AFB-4B50-4820-00E0-A4487931B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16041" y="10375724"/>
                <a:ext cx="2962456" cy="415171"/>
              </a:xfrm>
              <a:prstGeom prst="rect">
                <a:avLst/>
              </a:prstGeom>
              <a:blipFill>
                <a:blip r:embed="rId26"/>
                <a:stretch>
                  <a:fillRect l="-5350" t="-32353" r="-1235" b="-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FE7259E9-A1BC-A10A-5DE9-C562897DBFF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42" t="1195" b="95799"/>
          <a:stretch/>
        </p:blipFill>
        <p:spPr>
          <a:xfrm>
            <a:off x="10157212" y="1426848"/>
            <a:ext cx="1339117" cy="414928"/>
          </a:xfrm>
          <a:prstGeom prst="rect">
            <a:avLst/>
          </a:prstGeom>
        </p:spPr>
      </p:pic>
      <p:pic>
        <p:nvPicPr>
          <p:cNvPr id="292" name="Picture 291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9EA4CD15-6FF3-52AF-8BD5-CFE1A35DE10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89" t="11345" r="4907" b="12294"/>
          <a:stretch>
            <a:fillRect/>
          </a:stretch>
        </p:blipFill>
        <p:spPr>
          <a:xfrm>
            <a:off x="2756653" y="4179034"/>
            <a:ext cx="1307217" cy="1225334"/>
          </a:xfrm>
          <a:prstGeom prst="rect">
            <a:avLst/>
          </a:prstGeom>
        </p:spPr>
      </p:pic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88E9374-0B6F-1F66-1C7B-13FA49CD513D}"/>
              </a:ext>
            </a:extLst>
          </p:cNvPr>
          <p:cNvCxnSpPr>
            <a:cxnSpLocks/>
          </p:cNvCxnSpPr>
          <p:nvPr/>
        </p:nvCxnSpPr>
        <p:spPr>
          <a:xfrm flipV="1">
            <a:off x="3436925" y="-947036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Picture 283" descr="A green and blue rectangles&#10;&#10;AI-generated content may be incorrect.">
            <a:extLst>
              <a:ext uri="{FF2B5EF4-FFF2-40B4-BE49-F238E27FC236}">
                <a16:creationId xmlns:a16="http://schemas.microsoft.com/office/drawing/2014/main" id="{895BC309-3C6D-F0A9-C1FD-C2D11B0E53D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9" t="12724" r="4895" b="12858"/>
          <a:stretch>
            <a:fillRect/>
          </a:stretch>
        </p:blipFill>
        <p:spPr>
          <a:xfrm>
            <a:off x="9048702" y="4113974"/>
            <a:ext cx="1257365" cy="1224000"/>
          </a:xfrm>
          <a:prstGeom prst="rect">
            <a:avLst/>
          </a:prstGeom>
        </p:spPr>
      </p:pic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36041B5-558C-B350-9DD5-A2CAFE427E4C}"/>
              </a:ext>
            </a:extLst>
          </p:cNvPr>
          <p:cNvCxnSpPr>
            <a:cxnSpLocks/>
          </p:cNvCxnSpPr>
          <p:nvPr/>
        </p:nvCxnSpPr>
        <p:spPr>
          <a:xfrm flipV="1">
            <a:off x="9658575" y="3921502"/>
            <a:ext cx="889363" cy="80555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E0A1968-A8C6-676E-6134-74514FF1BE75}"/>
              </a:ext>
            </a:extLst>
          </p:cNvPr>
          <p:cNvCxnSpPr>
            <a:cxnSpLocks/>
          </p:cNvCxnSpPr>
          <p:nvPr/>
        </p:nvCxnSpPr>
        <p:spPr>
          <a:xfrm flipV="1">
            <a:off x="3436925" y="3957048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032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0AF3-6EB4-931F-B075-C7880978F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blue rectangular objec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DCF73F4B-35CC-1E12-AA02-7DE81B419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0" t="19241" r="74622" b="20824"/>
          <a:stretch>
            <a:fillRect/>
          </a:stretch>
        </p:blipFill>
        <p:spPr>
          <a:xfrm>
            <a:off x="-5347797" y="14693094"/>
            <a:ext cx="2662830" cy="7544327"/>
          </a:xfrm>
          <a:prstGeom prst="rect">
            <a:avLst/>
          </a:prstGeom>
        </p:spPr>
      </p:pic>
      <p:pic>
        <p:nvPicPr>
          <p:cNvPr id="276" name="Picture 275" descr="A green rectangular object with blue and green squares&#10;&#10;AI-generated content may be incorrect.">
            <a:extLst>
              <a:ext uri="{FF2B5EF4-FFF2-40B4-BE49-F238E27FC236}">
                <a16:creationId xmlns:a16="http://schemas.microsoft.com/office/drawing/2014/main" id="{4D590D1D-CFD0-79AA-E590-53EAC636DA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36" t="4714" r="17915" b="3752"/>
          <a:stretch>
            <a:fillRect/>
          </a:stretch>
        </p:blipFill>
        <p:spPr>
          <a:xfrm flipH="1">
            <a:off x="11980807" y="19685215"/>
            <a:ext cx="3409910" cy="2879053"/>
          </a:xfrm>
          <a:prstGeom prst="rect">
            <a:avLst/>
          </a:prstGeom>
        </p:spPr>
      </p:pic>
      <p:pic>
        <p:nvPicPr>
          <p:cNvPr id="278" name="Picture 277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1BB31C63-5B20-30C0-AA84-ADD22F4F7B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7" t="4275" r="15025" b="4900"/>
          <a:stretch>
            <a:fillRect/>
          </a:stretch>
        </p:blipFill>
        <p:spPr>
          <a:xfrm flipH="1">
            <a:off x="5577786" y="19714946"/>
            <a:ext cx="3644909" cy="2817005"/>
          </a:xfrm>
          <a:prstGeom prst="rect">
            <a:avLst/>
          </a:prstGeom>
        </p:spPr>
      </p:pic>
      <p:pic>
        <p:nvPicPr>
          <p:cNvPr id="280" name="Picture 279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53BCDBC0-99B6-4DEC-0B31-4288B2328E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7" t="4985" r="13918" b="4837"/>
          <a:stretch>
            <a:fillRect/>
          </a:stretch>
        </p:blipFill>
        <p:spPr>
          <a:xfrm flipH="1">
            <a:off x="-1587808" y="19752395"/>
            <a:ext cx="3806596" cy="2811873"/>
          </a:xfrm>
          <a:prstGeom prst="rect">
            <a:avLst/>
          </a:prstGeom>
        </p:spPr>
      </p:pic>
      <p:pic>
        <p:nvPicPr>
          <p:cNvPr id="274" name="Picture 273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3F204C4B-CADA-CF59-F02C-379EF9D76A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3" t="4905" r="15039" b="4461"/>
          <a:stretch>
            <a:fillRect/>
          </a:stretch>
        </p:blipFill>
        <p:spPr>
          <a:xfrm flipH="1">
            <a:off x="5634328" y="13460359"/>
            <a:ext cx="3705211" cy="2860870"/>
          </a:xfrm>
          <a:prstGeom prst="rect">
            <a:avLst/>
          </a:prstGeom>
        </p:spPr>
      </p:pic>
      <p:pic>
        <p:nvPicPr>
          <p:cNvPr id="282" name="Picture 281" descr="A green and blue rectangle with black lines&#10;&#10;AI-generated content may be incorrect.">
            <a:extLst>
              <a:ext uri="{FF2B5EF4-FFF2-40B4-BE49-F238E27FC236}">
                <a16:creationId xmlns:a16="http://schemas.microsoft.com/office/drawing/2014/main" id="{7C1701D6-41A5-313F-D464-F47F122BDD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05" t="29437" r="11664" b="33103"/>
          <a:stretch>
            <a:fillRect/>
          </a:stretch>
        </p:blipFill>
        <p:spPr>
          <a:xfrm>
            <a:off x="1102096" y="21870817"/>
            <a:ext cx="1371430" cy="1015661"/>
          </a:xfrm>
          <a:prstGeom prst="rect">
            <a:avLst/>
          </a:prstGeom>
        </p:spPr>
      </p:pic>
      <p:pic>
        <p:nvPicPr>
          <p:cNvPr id="272" name="Picture 271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D9B29AEC-BDDD-B2DB-3429-F4C6D3EC63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1" t="5026" r="16263" b="5026"/>
          <a:stretch>
            <a:fillRect/>
          </a:stretch>
        </p:blipFill>
        <p:spPr>
          <a:xfrm flipH="1">
            <a:off x="12220009" y="13514663"/>
            <a:ext cx="3569133" cy="2817004"/>
          </a:xfrm>
          <a:prstGeom prst="rect">
            <a:avLst/>
          </a:prstGeom>
        </p:spPr>
      </p:pic>
      <p:pic>
        <p:nvPicPr>
          <p:cNvPr id="268" name="Picture 267" descr="A blue box with black lines&#10;&#10;AI-generated content may be incorrect.">
            <a:extLst>
              <a:ext uri="{FF2B5EF4-FFF2-40B4-BE49-F238E27FC236}">
                <a16:creationId xmlns:a16="http://schemas.microsoft.com/office/drawing/2014/main" id="{195EE95D-3B37-62D6-D85E-9813ACB4B3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5" t="5025" r="12916" b="5025"/>
          <a:stretch>
            <a:fillRect/>
          </a:stretch>
        </p:blipFill>
        <p:spPr>
          <a:xfrm flipH="1">
            <a:off x="-1643807" y="13616433"/>
            <a:ext cx="3678636" cy="2655213"/>
          </a:xfrm>
          <a:prstGeom prst="rect">
            <a:avLst/>
          </a:prstGeom>
        </p:spPr>
      </p:pic>
      <p:pic>
        <p:nvPicPr>
          <p:cNvPr id="57" name="Picture 56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9ADB027E-8373-5616-E058-C2CFC29F6F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4" t="4276" r="19491" b="5228"/>
          <a:stretch>
            <a:fillRect/>
          </a:stretch>
        </p:blipFill>
        <p:spPr>
          <a:xfrm flipH="1">
            <a:off x="561149" y="1676416"/>
            <a:ext cx="3617035" cy="2817003"/>
          </a:xfrm>
          <a:prstGeom prst="rect">
            <a:avLst/>
          </a:prstGeom>
        </p:spPr>
      </p:pic>
      <p:pic>
        <p:nvPicPr>
          <p:cNvPr id="38" name="Picture 37" descr="A blue rectangular object with a yellow center&#10;&#10;AI-generated content may be incorrect.">
            <a:extLst>
              <a:ext uri="{FF2B5EF4-FFF2-40B4-BE49-F238E27FC236}">
                <a16:creationId xmlns:a16="http://schemas.microsoft.com/office/drawing/2014/main" id="{49D0D523-EA81-9E7A-F9FD-739E08AE8E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6" t="4115" r="15243" b="4798"/>
          <a:stretch>
            <a:fillRect/>
          </a:stretch>
        </p:blipFill>
        <p:spPr>
          <a:xfrm flipH="1">
            <a:off x="6148236" y="1695273"/>
            <a:ext cx="3656636" cy="2906320"/>
          </a:xfrm>
          <a:prstGeom prst="rect">
            <a:avLst/>
          </a:prstGeom>
        </p:spPr>
      </p:pic>
      <p:pic>
        <p:nvPicPr>
          <p:cNvPr id="51" name="Picture 50" descr="A blue and green rectangles&#10;&#10;AI-generated content may be incorrect.">
            <a:extLst>
              <a:ext uri="{FF2B5EF4-FFF2-40B4-BE49-F238E27FC236}">
                <a16:creationId xmlns:a16="http://schemas.microsoft.com/office/drawing/2014/main" id="{1D025590-B8C3-92AD-C9E4-08AFB22C86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7" t="12693" r="5134" b="12618"/>
          <a:stretch>
            <a:fillRect/>
          </a:stretch>
        </p:blipFill>
        <p:spPr>
          <a:xfrm>
            <a:off x="9048703" y="4125216"/>
            <a:ext cx="1255947" cy="1224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3">
                <a:extLst>
                  <a:ext uri="{FF2B5EF4-FFF2-40B4-BE49-F238E27FC236}">
                    <a16:creationId xmlns:a16="http://schemas.microsoft.com/office/drawing/2014/main" id="{2A19244D-1D08-D779-C5C1-3790C53D1E95}"/>
                  </a:ext>
                </a:extLst>
              </p:cNvPr>
              <p:cNvSpPr/>
              <p:nvPr/>
            </p:nvSpPr>
            <p:spPr>
              <a:xfrm>
                <a:off x="-1239949" y="1426848"/>
                <a:ext cx="1291570" cy="491798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b="1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b="1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C]</a:t>
                </a:r>
                <a:endParaRPr lang="en-JP" b="1">
                  <a:solidFill>
                    <a:schemeClr val="tx1"/>
                  </a:solidFill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ounded Rectangle 3">
                <a:extLst>
                  <a:ext uri="{FF2B5EF4-FFF2-40B4-BE49-F238E27FC236}">
                    <a16:creationId xmlns:a16="http://schemas.microsoft.com/office/drawing/2014/main" id="{2A19244D-1D08-D779-C5C1-3790C53D1E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39949" y="1426848"/>
                <a:ext cx="1291570" cy="491798"/>
              </a:xfrm>
              <a:prstGeom prst="roundRect">
                <a:avLst/>
              </a:prstGeom>
              <a:blipFill>
                <a:blip r:embed="rId14"/>
                <a:stretch>
                  <a:fillRect l="-2370" r="-2370" b="-61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919D15A0-8F28-A4FB-0500-FBF9A404E87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9" t="76256" r="86948" b="6623"/>
          <a:stretch>
            <a:fillRect/>
          </a:stretch>
        </p:blipFill>
        <p:spPr>
          <a:xfrm>
            <a:off x="232985" y="4585748"/>
            <a:ext cx="688629" cy="7744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916B44-DE81-1084-C2F3-786C89E88BD9}"/>
              </a:ext>
            </a:extLst>
          </p:cNvPr>
          <p:cNvSpPr txBox="1"/>
          <p:nvPr/>
        </p:nvSpPr>
        <p:spPr>
          <a:xfrm>
            <a:off x="2692440" y="388127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ounded Rectangle 6">
                <a:extLst>
                  <a:ext uri="{FF2B5EF4-FFF2-40B4-BE49-F238E27FC236}">
                    <a16:creationId xmlns:a16="http://schemas.microsoft.com/office/drawing/2014/main" id="{37D08600-5CB7-ED22-56AD-E902F6327DE6}"/>
                  </a:ext>
                </a:extLst>
              </p:cNvPr>
              <p:cNvSpPr/>
              <p:nvPr/>
            </p:nvSpPr>
            <p:spPr>
              <a:xfrm>
                <a:off x="10163415" y="3524063"/>
                <a:ext cx="1467436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6</a:t>
                </a:r>
                <a:r>
                  <a:rPr lang="en-US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6.9</a:t>
                </a:r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25" name="Rounded Rectangle 6">
                <a:extLst>
                  <a:ext uri="{FF2B5EF4-FFF2-40B4-BE49-F238E27FC236}">
                    <a16:creationId xmlns:a16="http://schemas.microsoft.com/office/drawing/2014/main" id="{37D08600-5CB7-ED22-56AD-E902F6327D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3415" y="3524063"/>
                <a:ext cx="1467436" cy="415171"/>
              </a:xfrm>
              <a:prstGeom prst="roundRect">
                <a:avLst/>
              </a:prstGeom>
              <a:blipFill>
                <a:blip r:embed="rId16"/>
                <a:stretch>
                  <a:fillRect l="-4979" t="-27941" r="-4979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F8A44D01-671A-F7DD-3916-8F999A2FEBC3}"/>
              </a:ext>
            </a:extLst>
          </p:cNvPr>
          <p:cNvCxnSpPr>
            <a:cxnSpLocks/>
          </p:cNvCxnSpPr>
          <p:nvPr/>
        </p:nvCxnSpPr>
        <p:spPr>
          <a:xfrm flipV="1">
            <a:off x="9587455" y="3931662"/>
            <a:ext cx="889363" cy="80555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DB683A64-B243-529D-86B3-AFFAF43BB1A1}"/>
              </a:ext>
            </a:extLst>
          </p:cNvPr>
          <p:cNvSpPr txBox="1"/>
          <p:nvPr/>
        </p:nvSpPr>
        <p:spPr>
          <a:xfrm>
            <a:off x="8962618" y="3873303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p:pic>
        <p:nvPicPr>
          <p:cNvPr id="43" name="Picture 42" descr="A blue rectangular object with a rainbow spectrum&#10;&#10;AI-generated content may be incorrect.">
            <a:extLst>
              <a:ext uri="{FF2B5EF4-FFF2-40B4-BE49-F238E27FC236}">
                <a16:creationId xmlns:a16="http://schemas.microsoft.com/office/drawing/2014/main" id="{7F174C11-F0E8-B0FB-B69B-15BC319291B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57" t="24485" r="16645" b="9206"/>
          <a:stretch>
            <a:fillRect/>
          </a:stretch>
        </p:blipFill>
        <p:spPr>
          <a:xfrm>
            <a:off x="-1239948" y="1897324"/>
            <a:ext cx="1146448" cy="3482108"/>
          </a:xfrm>
          <a:prstGeom prst="rect">
            <a:avLst/>
          </a:prstGeom>
        </p:spPr>
      </p:pic>
      <p:pic>
        <p:nvPicPr>
          <p:cNvPr id="63" name="Picture 62" descr="A blue rectangle with red and black lines&#10;&#10;AI-generated content may be incorrect.">
            <a:extLst>
              <a:ext uri="{FF2B5EF4-FFF2-40B4-BE49-F238E27FC236}">
                <a16:creationId xmlns:a16="http://schemas.microsoft.com/office/drawing/2014/main" id="{120AF847-C90A-202B-554F-CC2A5CDA09C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9564" r="4847" b="20027"/>
          <a:stretch>
            <a:fillRect/>
          </a:stretch>
        </p:blipFill>
        <p:spPr>
          <a:xfrm>
            <a:off x="2814550" y="4150302"/>
            <a:ext cx="1203532" cy="12291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6">
                <a:extLst>
                  <a:ext uri="{FF2B5EF4-FFF2-40B4-BE49-F238E27FC236}">
                    <a16:creationId xmlns:a16="http://schemas.microsoft.com/office/drawing/2014/main" id="{33FCF37A-1239-65B7-DC22-E391919C2D93}"/>
                  </a:ext>
                </a:extLst>
              </p:cNvPr>
              <p:cNvSpPr/>
              <p:nvPr/>
            </p:nvSpPr>
            <p:spPr>
              <a:xfrm>
                <a:off x="3721132" y="3524063"/>
                <a:ext cx="14281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5</a:t>
                </a:r>
                <a:r>
                  <a:rPr lang="en-US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6.0</a:t>
                </a:r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6" name="Rounded Rectangle 6">
                <a:extLst>
                  <a:ext uri="{FF2B5EF4-FFF2-40B4-BE49-F238E27FC236}">
                    <a16:creationId xmlns:a16="http://schemas.microsoft.com/office/drawing/2014/main" id="{33FCF37A-1239-65B7-DC22-E391919C2D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132" y="3524063"/>
                <a:ext cx="1428114" cy="415171"/>
              </a:xfrm>
              <a:prstGeom prst="roundRect">
                <a:avLst/>
              </a:prstGeom>
              <a:blipFill>
                <a:blip r:embed="rId19"/>
                <a:stretch>
                  <a:fillRect l="-6809" t="-27941" r="-5957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5E29D3B-EFB9-5C92-2540-680A00468752}"/>
              </a:ext>
            </a:extLst>
          </p:cNvPr>
          <p:cNvCxnSpPr>
            <a:cxnSpLocks/>
          </p:cNvCxnSpPr>
          <p:nvPr/>
        </p:nvCxnSpPr>
        <p:spPr>
          <a:xfrm flipV="1">
            <a:off x="3436925" y="3957048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プレースホルダー 2">
            <a:extLst>
              <a:ext uri="{FF2B5EF4-FFF2-40B4-BE49-F238E27FC236}">
                <a16:creationId xmlns:a16="http://schemas.microsoft.com/office/drawing/2014/main" id="{F2DF9DE9-63FC-9DD0-6EF9-6FD3BED202EF}"/>
              </a:ext>
            </a:extLst>
          </p:cNvPr>
          <p:cNvSpPr txBox="1">
            <a:spLocks/>
          </p:cNvSpPr>
          <p:nvPr/>
        </p:nvSpPr>
        <p:spPr>
          <a:xfrm>
            <a:off x="-780104" y="12808474"/>
            <a:ext cx="9461115" cy="447422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2000" b="1" u="sng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テキスト プレースホルダー 2">
                <a:extLst>
                  <a:ext uri="{FF2B5EF4-FFF2-40B4-BE49-F238E27FC236}">
                    <a16:creationId xmlns:a16="http://schemas.microsoft.com/office/drawing/2014/main" id="{1D0328AF-AAF4-8753-0E5A-BEBDE959F4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375236" y="22373075"/>
                <a:ext cx="2962456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32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32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32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79" name="テキスト プレースホルダー 2">
                <a:extLst>
                  <a:ext uri="{FF2B5EF4-FFF2-40B4-BE49-F238E27FC236}">
                    <a16:creationId xmlns:a16="http://schemas.microsoft.com/office/drawing/2014/main" id="{1D0328AF-AAF4-8753-0E5A-BEBDE959F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75236" y="22373075"/>
                <a:ext cx="2962456" cy="415171"/>
              </a:xfrm>
              <a:prstGeom prst="rect">
                <a:avLst/>
              </a:prstGeom>
              <a:blipFill>
                <a:blip r:embed="rId20"/>
                <a:stretch>
                  <a:fillRect l="-5144" t="-30882" r="-5350" b="-18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476939F9-0CC3-3B4A-FAAF-28CB6F33C18E}"/>
              </a:ext>
            </a:extLst>
          </p:cNvPr>
          <p:cNvSpPr txBox="1"/>
          <p:nvPr/>
        </p:nvSpPr>
        <p:spPr>
          <a:xfrm>
            <a:off x="7833079" y="15710834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CBC9A56-FBB5-C71D-1332-8DD7F89EB663}"/>
              </a:ext>
            </a:extLst>
          </p:cNvPr>
          <p:cNvGrpSpPr/>
          <p:nvPr/>
        </p:nvGrpSpPr>
        <p:grpSpPr>
          <a:xfrm>
            <a:off x="-2052151" y="12670088"/>
            <a:ext cx="872174" cy="854016"/>
            <a:chOff x="6750293" y="2407669"/>
            <a:chExt cx="1780068" cy="1743007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416167CD-FFB8-E48D-6280-68702D3B4D28}"/>
                </a:ext>
              </a:extLst>
            </p:cNvPr>
            <p:cNvSpPr/>
            <p:nvPr/>
          </p:nvSpPr>
          <p:spPr>
            <a:xfrm>
              <a:off x="6750293" y="2407669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5B891089-1B78-BC60-E45B-F328CD97472D}"/>
                </a:ext>
              </a:extLst>
            </p:cNvPr>
            <p:cNvGrpSpPr/>
            <p:nvPr/>
          </p:nvGrpSpPr>
          <p:grpSpPr>
            <a:xfrm>
              <a:off x="6978166" y="2617955"/>
              <a:ext cx="1320364" cy="1319180"/>
              <a:chOff x="6978166" y="2617955"/>
              <a:chExt cx="1320364" cy="1319180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77E3AF2B-C69D-96D6-45AB-D56A376E1BBC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B4947820-5E39-87FF-0549-F840245F1374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9BA63277-3FFA-3F3D-69A9-74A158ABC5FE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7E147B26-7AC4-82C3-C9CD-558974D1FC26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113BD063-01F6-0051-A4E2-86E8D9C0E3C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" name="フローチャート: 和接合 16">
                  <a:extLst>
                    <a:ext uri="{FF2B5EF4-FFF2-40B4-BE49-F238E27FC236}">
                      <a16:creationId xmlns:a16="http://schemas.microsoft.com/office/drawing/2014/main" id="{19EBC045-3673-4A06-CAE4-E1803AD71B7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064EF619-9474-FAAE-2E21-CD4195ED50A6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B37F318C-5E65-B213-A291-41EA2BC636DA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64" name="楕円 300">
                  <a:extLst>
                    <a:ext uri="{FF2B5EF4-FFF2-40B4-BE49-F238E27FC236}">
                      <a16:creationId xmlns:a16="http://schemas.microsoft.com/office/drawing/2014/main" id="{9A182DA2-A638-6E44-13FF-F9C6B70EE99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" name="楕円 301">
                  <a:extLst>
                    <a:ext uri="{FF2B5EF4-FFF2-40B4-BE49-F238E27FC236}">
                      <a16:creationId xmlns:a16="http://schemas.microsoft.com/office/drawing/2014/main" id="{71A279E2-14C0-E22C-598B-92A7C12BE34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FBF74BD0-2667-C93C-E9E3-A15364A755AA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E0A426B4-B155-17D3-9FAA-EA51E8489B7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" name="フローチャート: 和接合 16">
                  <a:extLst>
                    <a:ext uri="{FF2B5EF4-FFF2-40B4-BE49-F238E27FC236}">
                      <a16:creationId xmlns:a16="http://schemas.microsoft.com/office/drawing/2014/main" id="{73CF40B7-BB67-BA58-3A26-2FC3B3FD946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E876FBB8-EB70-41A8-5AF4-66ED74F6E33C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98EEE8D6-0426-0940-D391-FA15960816FA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60" name="楕円 300">
                  <a:extLst>
                    <a:ext uri="{FF2B5EF4-FFF2-40B4-BE49-F238E27FC236}">
                      <a16:creationId xmlns:a16="http://schemas.microsoft.com/office/drawing/2014/main" id="{2384FC1B-5405-A0E1-EBC6-2EEF968975E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楕円 301">
                  <a:extLst>
                    <a:ext uri="{FF2B5EF4-FFF2-40B4-BE49-F238E27FC236}">
                      <a16:creationId xmlns:a16="http://schemas.microsoft.com/office/drawing/2014/main" id="{657FB281-2988-D8FD-5EC6-00A2C2EAD80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1CCEBE98-06EA-D623-B09B-32E399F633DE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A6EA5478-D5E8-3E4F-FF5B-7324E7AB4CC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フローチャート: 和接合 16">
                  <a:extLst>
                    <a:ext uri="{FF2B5EF4-FFF2-40B4-BE49-F238E27FC236}">
                      <a16:creationId xmlns:a16="http://schemas.microsoft.com/office/drawing/2014/main" id="{9B8BD231-FC20-4F72-5D45-67CBAF2CAA6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CC07CA3A-381D-4A9A-196F-4A3955986E0F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C502E3AC-5E9B-B8C9-35F7-9543CACDE4C9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56" name="楕円 300">
                  <a:extLst>
                    <a:ext uri="{FF2B5EF4-FFF2-40B4-BE49-F238E27FC236}">
                      <a16:creationId xmlns:a16="http://schemas.microsoft.com/office/drawing/2014/main" id="{B56CEABF-12A7-45D2-19C0-FB4205D3445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7" name="楕円 301">
                  <a:extLst>
                    <a:ext uri="{FF2B5EF4-FFF2-40B4-BE49-F238E27FC236}">
                      <a16:creationId xmlns:a16="http://schemas.microsoft.com/office/drawing/2014/main" id="{CCA38D85-0A46-B246-3CA0-3840A3BE8D6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5DC956BC-1E29-84CC-C09F-3D107D8A7B21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D5E1918D-2439-C6BD-30D7-AA161CD3718F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" name="フローチャート: 和接合 16">
                  <a:extLst>
                    <a:ext uri="{FF2B5EF4-FFF2-40B4-BE49-F238E27FC236}">
                      <a16:creationId xmlns:a16="http://schemas.microsoft.com/office/drawing/2014/main" id="{4BEE7C11-9901-6CE7-E75E-B96B402CE26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DB617770-D43C-AE2E-D4C4-1C2AAA6ED6CC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ABF620CE-A6DB-E356-5B01-4424741CD3FD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152" name="楕円 300">
                  <a:extLst>
                    <a:ext uri="{FF2B5EF4-FFF2-40B4-BE49-F238E27FC236}">
                      <a16:creationId xmlns:a16="http://schemas.microsoft.com/office/drawing/2014/main" id="{23BAA47F-633F-1C65-C06E-DA5EF9F8CE9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楕円 301">
                  <a:extLst>
                    <a:ext uri="{FF2B5EF4-FFF2-40B4-BE49-F238E27FC236}">
                      <a16:creationId xmlns:a16="http://schemas.microsoft.com/office/drawing/2014/main" id="{579F096A-2DDC-977A-40BB-EE968125CF1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28BE3B8B-F0FE-7289-49C6-8CC63E0513DC}"/>
              </a:ext>
            </a:extLst>
          </p:cNvPr>
          <p:cNvGrpSpPr/>
          <p:nvPr/>
        </p:nvGrpSpPr>
        <p:grpSpPr>
          <a:xfrm>
            <a:off x="-2055474" y="18763297"/>
            <a:ext cx="925486" cy="906217"/>
            <a:chOff x="4693246" y="2402296"/>
            <a:chExt cx="1780068" cy="1743007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04544DFD-6345-1BC7-180B-C65D9E16923A}"/>
                </a:ext>
              </a:extLst>
            </p:cNvPr>
            <p:cNvSpPr/>
            <p:nvPr/>
          </p:nvSpPr>
          <p:spPr>
            <a:xfrm>
              <a:off x="4693246" y="2402296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FC5E1606-5410-0F4F-69DF-E6BE90C4D99C}"/>
                </a:ext>
              </a:extLst>
            </p:cNvPr>
            <p:cNvSpPr/>
            <p:nvPr/>
          </p:nvSpPr>
          <p:spPr>
            <a:xfrm>
              <a:off x="4921120" y="2612583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15578E14-82B6-3D8F-9BEC-F84A366648F1}"/>
                </a:ext>
              </a:extLst>
            </p:cNvPr>
            <p:cNvSpPr/>
            <p:nvPr/>
          </p:nvSpPr>
          <p:spPr>
            <a:xfrm rot="5400000">
              <a:off x="5559040" y="1974661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0891F60-0B71-3F8A-E8FD-BDC69A98E0A9}"/>
                </a:ext>
              </a:extLst>
            </p:cNvPr>
            <p:cNvSpPr/>
            <p:nvPr/>
          </p:nvSpPr>
          <p:spPr>
            <a:xfrm rot="5400000">
              <a:off x="5560873" y="3251149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611721D-F0F0-94C7-9307-6B8B9EACCBB8}"/>
                </a:ext>
              </a:extLst>
            </p:cNvPr>
            <p:cNvSpPr/>
            <p:nvPr/>
          </p:nvSpPr>
          <p:spPr>
            <a:xfrm rot="5400000">
              <a:off x="5519768" y="2256054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フローチャート: 和接合 16">
              <a:extLst>
                <a:ext uri="{FF2B5EF4-FFF2-40B4-BE49-F238E27FC236}">
                  <a16:creationId xmlns:a16="http://schemas.microsoft.com/office/drawing/2014/main" id="{F6B473CF-7DB1-E6C9-12D5-1CF1113E3207}"/>
                </a:ext>
              </a:extLst>
            </p:cNvPr>
            <p:cNvSpPr/>
            <p:nvPr/>
          </p:nvSpPr>
          <p:spPr bwMode="auto">
            <a:xfrm rot="10800000">
              <a:off x="5548568" y="2843234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55310755-D1DB-5B01-D680-7782D9A72565}"/>
                </a:ext>
              </a:extLst>
            </p:cNvPr>
            <p:cNvSpPr/>
            <p:nvPr/>
          </p:nvSpPr>
          <p:spPr>
            <a:xfrm rot="5400000">
              <a:off x="5520147" y="2097234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858E509C-CA43-BC7D-D99D-1D3B2DD2B2F5}"/>
                </a:ext>
              </a:extLst>
            </p:cNvPr>
            <p:cNvGrpSpPr/>
            <p:nvPr/>
          </p:nvGrpSpPr>
          <p:grpSpPr>
            <a:xfrm>
              <a:off x="5550747" y="2685552"/>
              <a:ext cx="57600" cy="58165"/>
              <a:chOff x="5550747" y="2678351"/>
              <a:chExt cx="57600" cy="58165"/>
            </a:xfrm>
          </p:grpSpPr>
          <p:sp>
            <p:nvSpPr>
              <p:cNvPr id="201" name="楕円 300">
                <a:extLst>
                  <a:ext uri="{FF2B5EF4-FFF2-40B4-BE49-F238E27FC236}">
                    <a16:creationId xmlns:a16="http://schemas.microsoft.com/office/drawing/2014/main" id="{D2201FF5-516F-08C0-3B1B-F0E07AA63074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2" name="楕円 301">
                <a:extLst>
                  <a:ext uri="{FF2B5EF4-FFF2-40B4-BE49-F238E27FC236}">
                    <a16:creationId xmlns:a16="http://schemas.microsoft.com/office/drawing/2014/main" id="{91DD37D8-3BA6-A123-9D17-ADF63A1B62A0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8804AC86-BA7F-76EC-1CD1-4E8878144292}"/>
                </a:ext>
              </a:extLst>
            </p:cNvPr>
            <p:cNvSpPr/>
            <p:nvPr/>
          </p:nvSpPr>
          <p:spPr>
            <a:xfrm rot="5400000">
              <a:off x="5519768" y="2574456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フローチャート: 和接合 16">
              <a:extLst>
                <a:ext uri="{FF2B5EF4-FFF2-40B4-BE49-F238E27FC236}">
                  <a16:creationId xmlns:a16="http://schemas.microsoft.com/office/drawing/2014/main" id="{93063C8F-AEB8-00CD-E360-F9515DB7A8F6}"/>
                </a:ext>
              </a:extLst>
            </p:cNvPr>
            <p:cNvSpPr/>
            <p:nvPr/>
          </p:nvSpPr>
          <p:spPr bwMode="auto">
            <a:xfrm rot="10800000">
              <a:off x="5548568" y="3161636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EE163C90-01A0-B5CF-4D47-612A94537FD1}"/>
                </a:ext>
              </a:extLst>
            </p:cNvPr>
            <p:cNvSpPr/>
            <p:nvPr/>
          </p:nvSpPr>
          <p:spPr>
            <a:xfrm rot="5400000">
              <a:off x="5520147" y="2415636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78951D8C-F1D5-16A0-AAFF-6FA10D58921F}"/>
                </a:ext>
              </a:extLst>
            </p:cNvPr>
            <p:cNvGrpSpPr/>
            <p:nvPr/>
          </p:nvGrpSpPr>
          <p:grpSpPr>
            <a:xfrm>
              <a:off x="5550747" y="3003954"/>
              <a:ext cx="57600" cy="58165"/>
              <a:chOff x="5550747" y="2678351"/>
              <a:chExt cx="57600" cy="58165"/>
            </a:xfrm>
          </p:grpSpPr>
          <p:sp>
            <p:nvSpPr>
              <p:cNvPr id="199" name="楕円 300">
                <a:extLst>
                  <a:ext uri="{FF2B5EF4-FFF2-40B4-BE49-F238E27FC236}">
                    <a16:creationId xmlns:a16="http://schemas.microsoft.com/office/drawing/2014/main" id="{208EC603-AB0C-D3C9-D1D6-7D85C36CE5CC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0" name="楕円 301">
                <a:extLst>
                  <a:ext uri="{FF2B5EF4-FFF2-40B4-BE49-F238E27FC236}">
                    <a16:creationId xmlns:a16="http://schemas.microsoft.com/office/drawing/2014/main" id="{57EED2BD-C7F2-56F1-0BE4-7E2D12F76CEF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114F27EE-8C26-F4ED-8367-B161AAC9E1AF}"/>
                </a:ext>
              </a:extLst>
            </p:cNvPr>
            <p:cNvSpPr/>
            <p:nvPr/>
          </p:nvSpPr>
          <p:spPr>
            <a:xfrm rot="5400000">
              <a:off x="5519768" y="2892858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フローチャート: 和接合 16">
              <a:extLst>
                <a:ext uri="{FF2B5EF4-FFF2-40B4-BE49-F238E27FC236}">
                  <a16:creationId xmlns:a16="http://schemas.microsoft.com/office/drawing/2014/main" id="{17289616-1BE5-40A5-3FA8-A9D1E2767433}"/>
                </a:ext>
              </a:extLst>
            </p:cNvPr>
            <p:cNvSpPr/>
            <p:nvPr/>
          </p:nvSpPr>
          <p:spPr bwMode="auto">
            <a:xfrm rot="10800000">
              <a:off x="5548568" y="3480038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E3037DD3-0C7F-E3CB-D093-E2045991A4BE}"/>
                </a:ext>
              </a:extLst>
            </p:cNvPr>
            <p:cNvSpPr/>
            <p:nvPr/>
          </p:nvSpPr>
          <p:spPr>
            <a:xfrm rot="5400000">
              <a:off x="5520147" y="2734038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15991208-4BBA-92AD-1375-3379548AE2B5}"/>
                </a:ext>
              </a:extLst>
            </p:cNvPr>
            <p:cNvGrpSpPr/>
            <p:nvPr/>
          </p:nvGrpSpPr>
          <p:grpSpPr>
            <a:xfrm>
              <a:off x="5550747" y="3322356"/>
              <a:ext cx="57600" cy="58165"/>
              <a:chOff x="5550747" y="2678351"/>
              <a:chExt cx="57600" cy="58165"/>
            </a:xfrm>
          </p:grpSpPr>
          <p:sp>
            <p:nvSpPr>
              <p:cNvPr id="197" name="楕円 300">
                <a:extLst>
                  <a:ext uri="{FF2B5EF4-FFF2-40B4-BE49-F238E27FC236}">
                    <a16:creationId xmlns:a16="http://schemas.microsoft.com/office/drawing/2014/main" id="{F2AD52F5-9A99-A362-78EC-91891C4D92AE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" name="楕円 301">
                <a:extLst>
                  <a:ext uri="{FF2B5EF4-FFF2-40B4-BE49-F238E27FC236}">
                    <a16:creationId xmlns:a16="http://schemas.microsoft.com/office/drawing/2014/main" id="{BC97B23B-771C-A4D9-1B88-505F7DD68B0D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4F0EEEF1-4320-7487-15F1-4E32CD3CE730}"/>
                </a:ext>
              </a:extLst>
            </p:cNvPr>
            <p:cNvSpPr/>
            <p:nvPr/>
          </p:nvSpPr>
          <p:spPr>
            <a:xfrm rot="5400000">
              <a:off x="5519768" y="3211262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フローチャート: 和接合 16">
              <a:extLst>
                <a:ext uri="{FF2B5EF4-FFF2-40B4-BE49-F238E27FC236}">
                  <a16:creationId xmlns:a16="http://schemas.microsoft.com/office/drawing/2014/main" id="{A943D71C-B770-2D92-F93B-2C70981878CB}"/>
                </a:ext>
              </a:extLst>
            </p:cNvPr>
            <p:cNvSpPr/>
            <p:nvPr/>
          </p:nvSpPr>
          <p:spPr bwMode="auto">
            <a:xfrm rot="10800000">
              <a:off x="5548568" y="3798442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E22AA905-FD5C-C6AE-8719-134CD1A85D7A}"/>
                </a:ext>
              </a:extLst>
            </p:cNvPr>
            <p:cNvSpPr/>
            <p:nvPr/>
          </p:nvSpPr>
          <p:spPr>
            <a:xfrm rot="5400000">
              <a:off x="5520147" y="3052440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564A76F4-2C68-D18F-FA07-614C534AD0DE}"/>
                </a:ext>
              </a:extLst>
            </p:cNvPr>
            <p:cNvGrpSpPr/>
            <p:nvPr/>
          </p:nvGrpSpPr>
          <p:grpSpPr>
            <a:xfrm>
              <a:off x="5550747" y="3640758"/>
              <a:ext cx="57600" cy="58165"/>
              <a:chOff x="5550747" y="2678351"/>
              <a:chExt cx="57600" cy="58165"/>
            </a:xfrm>
          </p:grpSpPr>
          <p:sp>
            <p:nvSpPr>
              <p:cNvPr id="195" name="楕円 300">
                <a:extLst>
                  <a:ext uri="{FF2B5EF4-FFF2-40B4-BE49-F238E27FC236}">
                    <a16:creationId xmlns:a16="http://schemas.microsoft.com/office/drawing/2014/main" id="{0C98C7A8-F0B1-C2F4-4D5E-8FF5766E8E29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6" name="楕円 301">
                <a:extLst>
                  <a:ext uri="{FF2B5EF4-FFF2-40B4-BE49-F238E27FC236}">
                    <a16:creationId xmlns:a16="http://schemas.microsoft.com/office/drawing/2014/main" id="{2FB11599-9C6A-4FE3-B4A3-259DDA152287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Rounded Rectangle 6">
                <a:extLst>
                  <a:ext uri="{FF2B5EF4-FFF2-40B4-BE49-F238E27FC236}">
                    <a16:creationId xmlns:a16="http://schemas.microsoft.com/office/drawing/2014/main" id="{80B43738-540C-BE29-5962-CB3322C1065A}"/>
                  </a:ext>
                </a:extLst>
              </p:cNvPr>
              <p:cNvSpPr/>
              <p:nvPr/>
            </p:nvSpPr>
            <p:spPr>
              <a:xfrm>
                <a:off x="9553388" y="21067952"/>
                <a:ext cx="13329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43.6</a:t>
                </a:r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03" name="Rounded Rectangle 6">
                <a:extLst>
                  <a:ext uri="{FF2B5EF4-FFF2-40B4-BE49-F238E27FC236}">
                    <a16:creationId xmlns:a16="http://schemas.microsoft.com/office/drawing/2014/main" id="{80B43738-540C-BE29-5962-CB3322C106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388" y="21067952"/>
                <a:ext cx="1332914" cy="415171"/>
              </a:xfrm>
              <a:prstGeom prst="roundRect">
                <a:avLst/>
              </a:prstGeom>
              <a:blipFill>
                <a:blip r:embed="rId21"/>
                <a:stretch>
                  <a:fillRect t="-79412" b="-10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" name="TextBox 206">
            <a:extLst>
              <a:ext uri="{FF2B5EF4-FFF2-40B4-BE49-F238E27FC236}">
                <a16:creationId xmlns:a16="http://schemas.microsoft.com/office/drawing/2014/main" id="{6A2B4FC8-EA0C-BB03-E66E-950BEE54F79B}"/>
              </a:ext>
            </a:extLst>
          </p:cNvPr>
          <p:cNvSpPr txBox="1"/>
          <p:nvPr/>
        </p:nvSpPr>
        <p:spPr>
          <a:xfrm>
            <a:off x="8547694" y="21593818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p:sp>
        <p:nvSpPr>
          <p:cNvPr id="208" name="テキスト プレースホルダー 2">
            <a:extLst>
              <a:ext uri="{FF2B5EF4-FFF2-40B4-BE49-F238E27FC236}">
                <a16:creationId xmlns:a16="http://schemas.microsoft.com/office/drawing/2014/main" id="{19D8B745-7C91-24DE-35BF-D4CDC1E94294}"/>
              </a:ext>
            </a:extLst>
          </p:cNvPr>
          <p:cNvSpPr txBox="1">
            <a:spLocks/>
          </p:cNvSpPr>
          <p:nvPr/>
        </p:nvSpPr>
        <p:spPr>
          <a:xfrm>
            <a:off x="5500104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Tr2F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09" name="テキスト プレースホルダー 2">
            <a:extLst>
              <a:ext uri="{FF2B5EF4-FFF2-40B4-BE49-F238E27FC236}">
                <a16:creationId xmlns:a16="http://schemas.microsoft.com/office/drawing/2014/main" id="{40804653-F2CF-83E4-F78F-FFC4FCA93F4A}"/>
              </a:ext>
            </a:extLst>
          </p:cNvPr>
          <p:cNvSpPr txBox="1">
            <a:spLocks/>
          </p:cNvSpPr>
          <p:nvPr/>
        </p:nvSpPr>
        <p:spPr>
          <a:xfrm>
            <a:off x="-1123950" y="19085870"/>
            <a:ext cx="6470650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b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Edgewise</a:t>
            </a:r>
            <a:endParaRPr kumimoji="1" lang="ja-JP" altLang="en-US" sz="3200" b="1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13" name="テキスト プレースホルダー 2">
            <a:extLst>
              <a:ext uri="{FF2B5EF4-FFF2-40B4-BE49-F238E27FC236}">
                <a16:creationId xmlns:a16="http://schemas.microsoft.com/office/drawing/2014/main" id="{E292D4EE-B2DB-CE8A-35DC-5DE83701A36A}"/>
              </a:ext>
            </a:extLst>
          </p:cNvPr>
          <p:cNvSpPr txBox="1">
            <a:spLocks/>
          </p:cNvSpPr>
          <p:nvPr/>
        </p:nvSpPr>
        <p:spPr>
          <a:xfrm>
            <a:off x="-1417714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Tr1F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E8FEBBC-DD9F-0FD0-AC95-67D521569380}"/>
              </a:ext>
            </a:extLst>
          </p:cNvPr>
          <p:cNvSpPr txBox="1"/>
          <p:nvPr/>
        </p:nvSpPr>
        <p:spPr>
          <a:xfrm>
            <a:off x="941552" y="15693146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p:pic>
        <p:nvPicPr>
          <p:cNvPr id="284" name="Picture 283" descr="A green and blue rectangles&#10;&#10;AI-generated content may be incorrect.">
            <a:extLst>
              <a:ext uri="{FF2B5EF4-FFF2-40B4-BE49-F238E27FC236}">
                <a16:creationId xmlns:a16="http://schemas.microsoft.com/office/drawing/2014/main" id="{8C53F922-9495-4A96-1DDA-2AD660DF21E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9" t="12724" r="4895" b="12858"/>
          <a:stretch>
            <a:fillRect/>
          </a:stretch>
        </p:blipFill>
        <p:spPr>
          <a:xfrm>
            <a:off x="8438674" y="21828979"/>
            <a:ext cx="1093864" cy="1064838"/>
          </a:xfrm>
          <a:prstGeom prst="rect">
            <a:avLst/>
          </a:prstGeom>
        </p:spPr>
      </p:pic>
      <p:sp>
        <p:nvSpPr>
          <p:cNvPr id="215" name="テキスト プレースホルダー 2">
            <a:extLst>
              <a:ext uri="{FF2B5EF4-FFF2-40B4-BE49-F238E27FC236}">
                <a16:creationId xmlns:a16="http://schemas.microsoft.com/office/drawing/2014/main" id="{C3BEEDDD-147B-4A4F-6C4A-DED8D4D98045}"/>
              </a:ext>
            </a:extLst>
          </p:cNvPr>
          <p:cNvSpPr txBox="1">
            <a:spLocks/>
          </p:cNvSpPr>
          <p:nvPr/>
        </p:nvSpPr>
        <p:spPr>
          <a:xfrm>
            <a:off x="11910125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Tr3F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Rounded Rectangle 6">
                <a:extLst>
                  <a:ext uri="{FF2B5EF4-FFF2-40B4-BE49-F238E27FC236}">
                    <a16:creationId xmlns:a16="http://schemas.microsoft.com/office/drawing/2014/main" id="{50A2F923-BB3B-38DC-F6E0-F921EF712846}"/>
                  </a:ext>
                </a:extLst>
              </p:cNvPr>
              <p:cNvSpPr/>
              <p:nvPr/>
            </p:nvSpPr>
            <p:spPr>
              <a:xfrm>
                <a:off x="15095340" y="15359137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30.2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16" name="Rounded Rectangle 6">
                <a:extLst>
                  <a:ext uri="{FF2B5EF4-FFF2-40B4-BE49-F238E27FC236}">
                    <a16:creationId xmlns:a16="http://schemas.microsoft.com/office/drawing/2014/main" id="{50A2F923-BB3B-38DC-F6E0-F921EF7128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5340" y="15359137"/>
                <a:ext cx="1339600" cy="415171"/>
              </a:xfrm>
              <a:prstGeom prst="roundRect">
                <a:avLst/>
              </a:prstGeom>
              <a:blipFill>
                <a:blip r:embed="rId23"/>
                <a:stretch>
                  <a:fillRect t="-79412" b="-10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TextBox 217">
            <a:extLst>
              <a:ext uri="{FF2B5EF4-FFF2-40B4-BE49-F238E27FC236}">
                <a16:creationId xmlns:a16="http://schemas.microsoft.com/office/drawing/2014/main" id="{161DA67C-3BA0-4B65-C288-6F55BD10224A}"/>
              </a:ext>
            </a:extLst>
          </p:cNvPr>
          <p:cNvSpPr txBox="1"/>
          <p:nvPr/>
        </p:nvSpPr>
        <p:spPr>
          <a:xfrm>
            <a:off x="14108873" y="1579531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p:sp>
        <p:nvSpPr>
          <p:cNvPr id="219" name="テキスト プレースホルダー 2">
            <a:extLst>
              <a:ext uri="{FF2B5EF4-FFF2-40B4-BE49-F238E27FC236}">
                <a16:creationId xmlns:a16="http://schemas.microsoft.com/office/drawing/2014/main" id="{D6A4EE85-661B-8272-06E8-BF11BEC5AF33}"/>
              </a:ext>
            </a:extLst>
          </p:cNvPr>
          <p:cNvSpPr txBox="1">
            <a:spLocks/>
          </p:cNvSpPr>
          <p:nvPr/>
        </p:nvSpPr>
        <p:spPr>
          <a:xfrm>
            <a:off x="5711297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Tr2E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20" name="テキスト プレースホルダー 2">
            <a:extLst>
              <a:ext uri="{FF2B5EF4-FFF2-40B4-BE49-F238E27FC236}">
                <a16:creationId xmlns:a16="http://schemas.microsoft.com/office/drawing/2014/main" id="{D9FF1D7B-DDC9-F635-2B1C-7922FF921DED}"/>
              </a:ext>
            </a:extLst>
          </p:cNvPr>
          <p:cNvSpPr txBox="1">
            <a:spLocks/>
          </p:cNvSpPr>
          <p:nvPr/>
        </p:nvSpPr>
        <p:spPr>
          <a:xfrm>
            <a:off x="-1206521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Tr1E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21" name="テキスト プレースホルダー 2">
            <a:extLst>
              <a:ext uri="{FF2B5EF4-FFF2-40B4-BE49-F238E27FC236}">
                <a16:creationId xmlns:a16="http://schemas.microsoft.com/office/drawing/2014/main" id="{8996BCED-2258-5E2D-442D-D2FAAC627D62}"/>
              </a:ext>
            </a:extLst>
          </p:cNvPr>
          <p:cNvSpPr txBox="1">
            <a:spLocks/>
          </p:cNvSpPr>
          <p:nvPr/>
        </p:nvSpPr>
        <p:spPr>
          <a:xfrm>
            <a:off x="11795163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Tr3E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93514AC7-4A77-D159-5C8F-AFC6DC47EAE5}"/>
              </a:ext>
            </a:extLst>
          </p:cNvPr>
          <p:cNvSpPr txBox="1"/>
          <p:nvPr/>
        </p:nvSpPr>
        <p:spPr>
          <a:xfrm>
            <a:off x="1115430" y="21634635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Rounded Rectangle 6">
                <a:extLst>
                  <a:ext uri="{FF2B5EF4-FFF2-40B4-BE49-F238E27FC236}">
                    <a16:creationId xmlns:a16="http://schemas.microsoft.com/office/drawing/2014/main" id="{5316910C-8949-B551-E275-B892ABD754E0}"/>
                  </a:ext>
                </a:extLst>
              </p:cNvPr>
              <p:cNvSpPr/>
              <p:nvPr/>
            </p:nvSpPr>
            <p:spPr>
              <a:xfrm>
                <a:off x="2105375" y="21066509"/>
                <a:ext cx="133504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40.5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24" name="Rounded Rectangle 6">
                <a:extLst>
                  <a:ext uri="{FF2B5EF4-FFF2-40B4-BE49-F238E27FC236}">
                    <a16:creationId xmlns:a16="http://schemas.microsoft.com/office/drawing/2014/main" id="{5316910C-8949-B551-E275-B892ABD754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375" y="21066509"/>
                <a:ext cx="1335040" cy="415171"/>
              </a:xfrm>
              <a:prstGeom prst="roundRect">
                <a:avLst/>
              </a:prstGeom>
              <a:blipFill>
                <a:blip r:embed="rId24"/>
                <a:stretch>
                  <a:fillRect t="-79412" b="-10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C5C9E879-EC53-943F-7C03-38143CFB44F0}"/>
              </a:ext>
            </a:extLst>
          </p:cNvPr>
          <p:cNvCxnSpPr>
            <a:cxnSpLocks/>
          </p:cNvCxnSpPr>
          <p:nvPr/>
        </p:nvCxnSpPr>
        <p:spPr>
          <a:xfrm flipV="1">
            <a:off x="1791467" y="21443853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Rounded Rectangle 6">
                <a:extLst>
                  <a:ext uri="{FF2B5EF4-FFF2-40B4-BE49-F238E27FC236}">
                    <a16:creationId xmlns:a16="http://schemas.microsoft.com/office/drawing/2014/main" id="{725BCA72-5062-5E10-E4DC-E21031D4039C}"/>
                  </a:ext>
                </a:extLst>
              </p:cNvPr>
              <p:cNvSpPr/>
              <p:nvPr/>
            </p:nvSpPr>
            <p:spPr>
              <a:xfrm>
                <a:off x="15621665" y="21066509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47.3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26" name="Rounded Rectangle 6">
                <a:extLst>
                  <a:ext uri="{FF2B5EF4-FFF2-40B4-BE49-F238E27FC236}">
                    <a16:creationId xmlns:a16="http://schemas.microsoft.com/office/drawing/2014/main" id="{725BCA72-5062-5E10-E4DC-E21031D403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665" y="21066509"/>
                <a:ext cx="1339600" cy="415171"/>
              </a:xfrm>
              <a:prstGeom prst="roundRect">
                <a:avLst/>
              </a:prstGeom>
              <a:blipFill>
                <a:blip r:embed="rId25"/>
                <a:stretch>
                  <a:fillRect t="-79412" b="-10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" name="TextBox 227">
            <a:extLst>
              <a:ext uri="{FF2B5EF4-FFF2-40B4-BE49-F238E27FC236}">
                <a16:creationId xmlns:a16="http://schemas.microsoft.com/office/drawing/2014/main" id="{A2BA5185-5780-DACC-D785-5B08B724FB53}"/>
              </a:ext>
            </a:extLst>
          </p:cNvPr>
          <p:cNvSpPr txBox="1"/>
          <p:nvPr/>
        </p:nvSpPr>
        <p:spPr>
          <a:xfrm>
            <a:off x="14418831" y="21531511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p:sp>
        <p:nvSpPr>
          <p:cNvPr id="229" name="テキスト プレースホルダー 2">
            <a:extLst>
              <a:ext uri="{FF2B5EF4-FFF2-40B4-BE49-F238E27FC236}">
                <a16:creationId xmlns:a16="http://schemas.microsoft.com/office/drawing/2014/main" id="{3E9AEC55-5C75-59F4-3002-B979AA05FB3B}"/>
              </a:ext>
            </a:extLst>
          </p:cNvPr>
          <p:cNvSpPr txBox="1">
            <a:spLocks/>
          </p:cNvSpPr>
          <p:nvPr/>
        </p:nvSpPr>
        <p:spPr>
          <a:xfrm>
            <a:off x="-1123950" y="12839455"/>
            <a:ext cx="6470650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b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Flatwise</a:t>
            </a:r>
            <a:endParaRPr kumimoji="1" lang="ja-JP" altLang="en-US" sz="3200" b="1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30" name="テキスト プレースホルダー 2">
            <a:extLst>
              <a:ext uri="{FF2B5EF4-FFF2-40B4-BE49-F238E27FC236}">
                <a16:creationId xmlns:a16="http://schemas.microsoft.com/office/drawing/2014/main" id="{E69A86EB-EBE2-46CB-C04E-E496C29B9870}"/>
              </a:ext>
            </a:extLst>
          </p:cNvPr>
          <p:cNvSpPr txBox="1">
            <a:spLocks/>
          </p:cNvSpPr>
          <p:nvPr/>
        </p:nvSpPr>
        <p:spPr>
          <a:xfrm>
            <a:off x="5566109" y="1786274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(c)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31" name="テキスト プレースホルダー 2">
            <a:extLst>
              <a:ext uri="{FF2B5EF4-FFF2-40B4-BE49-F238E27FC236}">
                <a16:creationId xmlns:a16="http://schemas.microsoft.com/office/drawing/2014/main" id="{42427F45-84AE-941A-D2B9-086150ECC8ED}"/>
              </a:ext>
            </a:extLst>
          </p:cNvPr>
          <p:cNvSpPr txBox="1">
            <a:spLocks/>
          </p:cNvSpPr>
          <p:nvPr/>
        </p:nvSpPr>
        <p:spPr>
          <a:xfrm>
            <a:off x="5566109" y="23993663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(d)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Rounded Rectangle 6">
                <a:extLst>
                  <a:ext uri="{FF2B5EF4-FFF2-40B4-BE49-F238E27FC236}">
                    <a16:creationId xmlns:a16="http://schemas.microsoft.com/office/drawing/2014/main" id="{53F1B991-9714-A2D2-8726-EB9D9D7B4096}"/>
                  </a:ext>
                </a:extLst>
              </p:cNvPr>
              <p:cNvSpPr/>
              <p:nvPr/>
            </p:nvSpPr>
            <p:spPr>
              <a:xfrm>
                <a:off x="8914779" y="15353627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30.2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36" name="Rounded Rectangle 6">
                <a:extLst>
                  <a:ext uri="{FF2B5EF4-FFF2-40B4-BE49-F238E27FC236}">
                    <a16:creationId xmlns:a16="http://schemas.microsoft.com/office/drawing/2014/main" id="{53F1B991-9714-A2D2-8726-EB9D9D7B40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4779" y="15353627"/>
                <a:ext cx="1380814" cy="415171"/>
              </a:xfrm>
              <a:prstGeom prst="roundRect">
                <a:avLst/>
              </a:prstGeom>
              <a:blipFill>
                <a:blip r:embed="rId26"/>
                <a:stretch>
                  <a:fillRect t="-79412" b="-10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Rounded Rectangle 6">
                <a:extLst>
                  <a:ext uri="{FF2B5EF4-FFF2-40B4-BE49-F238E27FC236}">
                    <a16:creationId xmlns:a16="http://schemas.microsoft.com/office/drawing/2014/main" id="{9E6115EE-BE96-CA1E-4F15-0CE411588EDD}"/>
                  </a:ext>
                </a:extLst>
              </p:cNvPr>
              <p:cNvSpPr/>
              <p:nvPr/>
            </p:nvSpPr>
            <p:spPr>
              <a:xfrm>
                <a:off x="1980006" y="15284235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30.4</a:t>
                </a:r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38" name="Rounded Rectangle 6">
                <a:extLst>
                  <a:ext uri="{FF2B5EF4-FFF2-40B4-BE49-F238E27FC236}">
                    <a16:creationId xmlns:a16="http://schemas.microsoft.com/office/drawing/2014/main" id="{9E6115EE-BE96-CA1E-4F15-0CE411588E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06" y="15284235"/>
                <a:ext cx="1380814" cy="415171"/>
              </a:xfrm>
              <a:prstGeom prst="roundRect">
                <a:avLst/>
              </a:prstGeom>
              <a:blipFill>
                <a:blip r:embed="rId27"/>
                <a:stretch>
                  <a:fillRect t="-79412" b="-10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0" name="Picture 289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73B160E0-5C36-F521-DA9E-6CE46C83D4E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1895" r="4917" b="21597"/>
          <a:stretch>
            <a:fillRect/>
          </a:stretch>
        </p:blipFill>
        <p:spPr>
          <a:xfrm>
            <a:off x="914532" y="16001246"/>
            <a:ext cx="1407783" cy="1044110"/>
          </a:xfrm>
          <a:prstGeom prst="rect">
            <a:avLst/>
          </a:prstGeom>
        </p:spPr>
      </p:pic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51B34072-B478-983D-568E-306AF6070EE1}"/>
              </a:ext>
            </a:extLst>
          </p:cNvPr>
          <p:cNvCxnSpPr>
            <a:cxnSpLocks/>
          </p:cNvCxnSpPr>
          <p:nvPr/>
        </p:nvCxnSpPr>
        <p:spPr>
          <a:xfrm flipV="1">
            <a:off x="8977428" y="21429818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" name="Picture 285" descr="A green and blue background with orange squares&#10;&#10;AI-generated content may be incorrect.">
            <a:extLst>
              <a:ext uri="{FF2B5EF4-FFF2-40B4-BE49-F238E27FC236}">
                <a16:creationId xmlns:a16="http://schemas.microsoft.com/office/drawing/2014/main" id="{C0F7D2FD-37D8-3645-8593-FBB5514ACC0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9" t="4578" r="10122" b="5052"/>
          <a:stretch>
            <a:fillRect/>
          </a:stretch>
        </p:blipFill>
        <p:spPr>
          <a:xfrm>
            <a:off x="14535476" y="21808510"/>
            <a:ext cx="916908" cy="1227335"/>
          </a:xfrm>
          <a:prstGeom prst="rect">
            <a:avLst/>
          </a:prstGeom>
        </p:spPr>
      </p:pic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6A99D54A-F866-CBA2-6AD8-4CB411E8B3E7}"/>
              </a:ext>
            </a:extLst>
          </p:cNvPr>
          <p:cNvCxnSpPr>
            <a:cxnSpLocks/>
          </p:cNvCxnSpPr>
          <p:nvPr/>
        </p:nvCxnSpPr>
        <p:spPr>
          <a:xfrm flipV="1">
            <a:off x="14993558" y="21440464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BBED6A87-D770-089C-CE13-78B796C243C9}"/>
              </a:ext>
            </a:extLst>
          </p:cNvPr>
          <p:cNvCxnSpPr>
            <a:cxnSpLocks/>
          </p:cNvCxnSpPr>
          <p:nvPr/>
        </p:nvCxnSpPr>
        <p:spPr>
          <a:xfrm flipV="1">
            <a:off x="1638607" y="15749277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2" name="Picture 291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58A5ADAE-8271-6A97-9932-67014937E56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89" t="11345" r="4907" b="12294"/>
          <a:stretch>
            <a:fillRect/>
          </a:stretch>
        </p:blipFill>
        <p:spPr>
          <a:xfrm>
            <a:off x="8016712" y="15977767"/>
            <a:ext cx="1307217" cy="1225334"/>
          </a:xfrm>
          <a:prstGeom prst="rect">
            <a:avLst/>
          </a:prstGeom>
        </p:spPr>
      </p:pic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D316C619-8475-74AB-25F5-356F16A09485}"/>
              </a:ext>
            </a:extLst>
          </p:cNvPr>
          <p:cNvCxnSpPr>
            <a:cxnSpLocks/>
          </p:cNvCxnSpPr>
          <p:nvPr/>
        </p:nvCxnSpPr>
        <p:spPr>
          <a:xfrm flipV="1">
            <a:off x="8630572" y="1578661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4" name="Picture 293" descr="A blue screen with a black line&#10;&#10;AI-generated content may be incorrect.">
            <a:extLst>
              <a:ext uri="{FF2B5EF4-FFF2-40B4-BE49-F238E27FC236}">
                <a16:creationId xmlns:a16="http://schemas.microsoft.com/office/drawing/2014/main" id="{A3A17F26-A44A-E22F-40AC-7DCBE398EB6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3" t="7837" r="6234" b="6572"/>
          <a:stretch>
            <a:fillRect/>
          </a:stretch>
        </p:blipFill>
        <p:spPr>
          <a:xfrm>
            <a:off x="14220543" y="16041193"/>
            <a:ext cx="1068828" cy="1218236"/>
          </a:xfrm>
          <a:prstGeom prst="rect">
            <a:avLst/>
          </a:prstGeom>
        </p:spPr>
      </p:pic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96A6DAF3-762D-8934-7E3D-7D831A757368}"/>
              </a:ext>
            </a:extLst>
          </p:cNvPr>
          <p:cNvCxnSpPr>
            <a:cxnSpLocks/>
          </p:cNvCxnSpPr>
          <p:nvPr/>
        </p:nvCxnSpPr>
        <p:spPr>
          <a:xfrm flipV="1">
            <a:off x="14671564" y="1575294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3">
                <a:extLst>
                  <a:ext uri="{FF2B5EF4-FFF2-40B4-BE49-F238E27FC236}">
                    <a16:creationId xmlns:a16="http://schemas.microsoft.com/office/drawing/2014/main" id="{043F3C51-604A-06E9-A53A-3BC1E713A263}"/>
                  </a:ext>
                </a:extLst>
              </p:cNvPr>
              <p:cNvSpPr/>
              <p:nvPr/>
            </p:nvSpPr>
            <p:spPr>
              <a:xfrm>
                <a:off x="-5752395" y="13460359"/>
                <a:ext cx="3609513" cy="1375773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4800" b="1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sz="4800" b="1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C]</a:t>
                </a:r>
                <a:endParaRPr lang="en-JP" sz="4800" b="1">
                  <a:solidFill>
                    <a:schemeClr val="tx1"/>
                  </a:solidFill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ounded Rectangle 3">
                <a:extLst>
                  <a:ext uri="{FF2B5EF4-FFF2-40B4-BE49-F238E27FC236}">
                    <a16:creationId xmlns:a16="http://schemas.microsoft.com/office/drawing/2014/main" id="{043F3C51-604A-06E9-A53A-3BC1E713A2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52395" y="13460359"/>
                <a:ext cx="3609513" cy="1375773"/>
              </a:xfrm>
              <a:prstGeom prst="roundRect">
                <a:avLst/>
              </a:prstGeom>
              <a:blipFill>
                <a:blip r:embed="rId32"/>
                <a:stretch>
                  <a:fillRect b="-2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プレースホルダー 2">
                <a:extLst>
                  <a:ext uri="{FF2B5EF4-FFF2-40B4-BE49-F238E27FC236}">
                    <a16:creationId xmlns:a16="http://schemas.microsoft.com/office/drawing/2014/main" id="{EC6C1C3A-3110-6CEF-8A49-B118FF52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316041" y="10375724"/>
                <a:ext cx="2962456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32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32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32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36" name="テキスト プレースホルダー 2">
                <a:extLst>
                  <a:ext uri="{FF2B5EF4-FFF2-40B4-BE49-F238E27FC236}">
                    <a16:creationId xmlns:a16="http://schemas.microsoft.com/office/drawing/2014/main" id="{EC6C1C3A-3110-6CEF-8A49-B118FF52B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16041" y="10375724"/>
                <a:ext cx="2962456" cy="415171"/>
              </a:xfrm>
              <a:prstGeom prst="rect">
                <a:avLst/>
              </a:prstGeom>
              <a:blipFill>
                <a:blip r:embed="rId33"/>
                <a:stretch>
                  <a:fillRect l="-5350" t="-30882" r="-5144" b="-18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4B192C17-00D8-7C42-BEB5-2393A1B85FA2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42" t="1195" b="95799"/>
          <a:stretch/>
        </p:blipFill>
        <p:spPr>
          <a:xfrm>
            <a:off x="10157212" y="1426848"/>
            <a:ext cx="1339117" cy="41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29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A0C84-40CC-3533-1019-5D2E4F93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Picture 277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8286080B-4859-64F3-24E1-B0837277B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7" t="4275" r="15025" b="4900"/>
          <a:stretch>
            <a:fillRect/>
          </a:stretch>
        </p:blipFill>
        <p:spPr>
          <a:xfrm flipH="1">
            <a:off x="6130637" y="1774341"/>
            <a:ext cx="3653377" cy="2823550"/>
          </a:xfrm>
          <a:prstGeom prst="rect">
            <a:avLst/>
          </a:prstGeom>
        </p:spPr>
      </p:pic>
      <p:pic>
        <p:nvPicPr>
          <p:cNvPr id="35" name="Picture 34" descr="A blue rectangular objec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517651C7-6778-AF10-15E5-8517BBA763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0" t="19241" r="74622" b="20824"/>
          <a:stretch>
            <a:fillRect/>
          </a:stretch>
        </p:blipFill>
        <p:spPr>
          <a:xfrm>
            <a:off x="-1256066" y="1897325"/>
            <a:ext cx="1222239" cy="3462844"/>
          </a:xfrm>
          <a:prstGeom prst="rect">
            <a:avLst/>
          </a:prstGeom>
        </p:spPr>
      </p:pic>
      <p:pic>
        <p:nvPicPr>
          <p:cNvPr id="276" name="Picture 275" descr="A green rectangular object with blue and green squares&#10;&#10;AI-generated content may be incorrect.">
            <a:extLst>
              <a:ext uri="{FF2B5EF4-FFF2-40B4-BE49-F238E27FC236}">
                <a16:creationId xmlns:a16="http://schemas.microsoft.com/office/drawing/2014/main" id="{7E7FF6F9-71A1-B3CE-20BD-0A1DD9150C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36" t="4714" r="17915" b="3752"/>
          <a:stretch>
            <a:fillRect/>
          </a:stretch>
        </p:blipFill>
        <p:spPr>
          <a:xfrm flipH="1">
            <a:off x="11980807" y="19685215"/>
            <a:ext cx="3409910" cy="2879053"/>
          </a:xfrm>
          <a:prstGeom prst="rect">
            <a:avLst/>
          </a:prstGeom>
        </p:spPr>
      </p:pic>
      <p:pic>
        <p:nvPicPr>
          <p:cNvPr id="280" name="Picture 279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63620ABD-2874-BD57-1FE4-A77A5AA5F6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7" t="4985" r="13918" b="4837"/>
          <a:stretch>
            <a:fillRect/>
          </a:stretch>
        </p:blipFill>
        <p:spPr>
          <a:xfrm flipH="1">
            <a:off x="-1587808" y="19752395"/>
            <a:ext cx="3806596" cy="2811873"/>
          </a:xfrm>
          <a:prstGeom prst="rect">
            <a:avLst/>
          </a:prstGeom>
        </p:spPr>
      </p:pic>
      <p:pic>
        <p:nvPicPr>
          <p:cNvPr id="274" name="Picture 273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BB02D55A-2B9F-3621-E191-53950F72A3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3" t="4905" r="15039" b="4461"/>
          <a:stretch>
            <a:fillRect/>
          </a:stretch>
        </p:blipFill>
        <p:spPr>
          <a:xfrm flipH="1">
            <a:off x="537924" y="1672571"/>
            <a:ext cx="3653377" cy="2820848"/>
          </a:xfrm>
          <a:prstGeom prst="rect">
            <a:avLst/>
          </a:prstGeom>
        </p:spPr>
      </p:pic>
      <p:pic>
        <p:nvPicPr>
          <p:cNvPr id="282" name="Picture 281" descr="A green and blue rectangle with black lines&#10;&#10;AI-generated content may be incorrect.">
            <a:extLst>
              <a:ext uri="{FF2B5EF4-FFF2-40B4-BE49-F238E27FC236}">
                <a16:creationId xmlns:a16="http://schemas.microsoft.com/office/drawing/2014/main" id="{68B88D12-2548-E28C-18C1-EF588C47BA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05" t="29437" r="11664" b="33103"/>
          <a:stretch>
            <a:fillRect/>
          </a:stretch>
        </p:blipFill>
        <p:spPr>
          <a:xfrm>
            <a:off x="1102096" y="21870817"/>
            <a:ext cx="1371430" cy="1015661"/>
          </a:xfrm>
          <a:prstGeom prst="rect">
            <a:avLst/>
          </a:prstGeom>
        </p:spPr>
      </p:pic>
      <p:pic>
        <p:nvPicPr>
          <p:cNvPr id="272" name="Picture 271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8E7B807C-8135-7030-72E4-1F33E12D47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1" t="5026" r="16263" b="5026"/>
          <a:stretch>
            <a:fillRect/>
          </a:stretch>
        </p:blipFill>
        <p:spPr>
          <a:xfrm flipH="1">
            <a:off x="12220009" y="13514663"/>
            <a:ext cx="3569133" cy="2817004"/>
          </a:xfrm>
          <a:prstGeom prst="rect">
            <a:avLst/>
          </a:prstGeom>
        </p:spPr>
      </p:pic>
      <p:pic>
        <p:nvPicPr>
          <p:cNvPr id="268" name="Picture 267" descr="A blue box with black lines&#10;&#10;AI-generated content may be incorrect.">
            <a:extLst>
              <a:ext uri="{FF2B5EF4-FFF2-40B4-BE49-F238E27FC236}">
                <a16:creationId xmlns:a16="http://schemas.microsoft.com/office/drawing/2014/main" id="{B2029F0A-18F1-42DE-3DFD-73DD643BBF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5" t="5025" r="12916" b="5025"/>
          <a:stretch>
            <a:fillRect/>
          </a:stretch>
        </p:blipFill>
        <p:spPr>
          <a:xfrm flipH="1">
            <a:off x="-1643807" y="13616433"/>
            <a:ext cx="3678636" cy="26552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3">
                <a:extLst>
                  <a:ext uri="{FF2B5EF4-FFF2-40B4-BE49-F238E27FC236}">
                    <a16:creationId xmlns:a16="http://schemas.microsoft.com/office/drawing/2014/main" id="{BEE022FA-5ABF-547C-D42C-7DD4C518A7CD}"/>
                  </a:ext>
                </a:extLst>
              </p:cNvPr>
              <p:cNvSpPr/>
              <p:nvPr/>
            </p:nvSpPr>
            <p:spPr>
              <a:xfrm>
                <a:off x="-1239949" y="1426848"/>
                <a:ext cx="1291570" cy="491798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b="1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b="1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C]</a:t>
                </a:r>
                <a:endParaRPr lang="en-JP" b="1">
                  <a:solidFill>
                    <a:schemeClr val="tx1"/>
                  </a:solidFill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Rounded Rectangle 3">
                <a:extLst>
                  <a:ext uri="{FF2B5EF4-FFF2-40B4-BE49-F238E27FC236}">
                    <a16:creationId xmlns:a16="http://schemas.microsoft.com/office/drawing/2014/main" id="{BEE022FA-5ABF-547C-D42C-7DD4C518A7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39949" y="1426848"/>
                <a:ext cx="1291570" cy="491798"/>
              </a:xfrm>
              <a:prstGeom prst="roundRect">
                <a:avLst/>
              </a:prstGeom>
              <a:blipFill>
                <a:blip r:embed="rId11"/>
                <a:stretch>
                  <a:fillRect l="-2370" r="-2370" b="-61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3A287C3-76FC-2F7E-49C0-A34E9FE7F3C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9" t="76256" r="86948" b="6623"/>
          <a:stretch>
            <a:fillRect/>
          </a:stretch>
        </p:blipFill>
        <p:spPr>
          <a:xfrm>
            <a:off x="232985" y="4585748"/>
            <a:ext cx="688629" cy="7744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437C59-AE6C-250E-E15E-5F387DB858B4}"/>
              </a:ext>
            </a:extLst>
          </p:cNvPr>
          <p:cNvSpPr txBox="1"/>
          <p:nvPr/>
        </p:nvSpPr>
        <p:spPr>
          <a:xfrm>
            <a:off x="2692440" y="388127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ounded Rectangle 6">
                <a:extLst>
                  <a:ext uri="{FF2B5EF4-FFF2-40B4-BE49-F238E27FC236}">
                    <a16:creationId xmlns:a16="http://schemas.microsoft.com/office/drawing/2014/main" id="{86F683DB-EB68-36DD-1A2B-1DDAAED66309}"/>
                  </a:ext>
                </a:extLst>
              </p:cNvPr>
              <p:cNvSpPr/>
              <p:nvPr/>
            </p:nvSpPr>
            <p:spPr>
              <a:xfrm>
                <a:off x="10163414" y="3524063"/>
                <a:ext cx="1490661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43</a:t>
                </a:r>
                <a:r>
                  <a:rPr lang="en-US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.6</a:t>
                </a:r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25" name="Rounded Rectangle 6">
                <a:extLst>
                  <a:ext uri="{FF2B5EF4-FFF2-40B4-BE49-F238E27FC236}">
                    <a16:creationId xmlns:a16="http://schemas.microsoft.com/office/drawing/2014/main" id="{86F683DB-EB68-36DD-1A2B-1DDAAED663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3414" y="3524063"/>
                <a:ext cx="1490661" cy="415171"/>
              </a:xfrm>
              <a:prstGeom prst="roundRect">
                <a:avLst/>
              </a:prstGeom>
              <a:blipFill>
                <a:blip r:embed="rId13"/>
                <a:stretch>
                  <a:fillRect l="-4082" t="-27941" r="-4082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TextBox 126">
            <a:extLst>
              <a:ext uri="{FF2B5EF4-FFF2-40B4-BE49-F238E27FC236}">
                <a16:creationId xmlns:a16="http://schemas.microsoft.com/office/drawing/2014/main" id="{43042A0C-B7EB-87FB-08F2-58727AD9AFCC}"/>
              </a:ext>
            </a:extLst>
          </p:cNvPr>
          <p:cNvSpPr txBox="1"/>
          <p:nvPr/>
        </p:nvSpPr>
        <p:spPr>
          <a:xfrm>
            <a:off x="8962618" y="3873303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6">
                <a:extLst>
                  <a:ext uri="{FF2B5EF4-FFF2-40B4-BE49-F238E27FC236}">
                    <a16:creationId xmlns:a16="http://schemas.microsoft.com/office/drawing/2014/main" id="{DB14F1DF-4DC8-9770-4AF0-7287098A78C7}"/>
                  </a:ext>
                </a:extLst>
              </p:cNvPr>
              <p:cNvSpPr/>
              <p:nvPr/>
            </p:nvSpPr>
            <p:spPr>
              <a:xfrm>
                <a:off x="3721132" y="3524063"/>
                <a:ext cx="14281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30.2</a:t>
                </a:r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6" name="Rounded Rectangle 6">
                <a:extLst>
                  <a:ext uri="{FF2B5EF4-FFF2-40B4-BE49-F238E27FC236}">
                    <a16:creationId xmlns:a16="http://schemas.microsoft.com/office/drawing/2014/main" id="{DB14F1DF-4DC8-9770-4AF0-7287098A78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132" y="3524063"/>
                <a:ext cx="1428114" cy="415171"/>
              </a:xfrm>
              <a:prstGeom prst="roundRect">
                <a:avLst/>
              </a:prstGeom>
              <a:blipFill>
                <a:blip r:embed="rId14"/>
                <a:stretch>
                  <a:fillRect l="-6809" t="-27941" r="-5957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テキスト プレースホルダー 2">
            <a:extLst>
              <a:ext uri="{FF2B5EF4-FFF2-40B4-BE49-F238E27FC236}">
                <a16:creationId xmlns:a16="http://schemas.microsoft.com/office/drawing/2014/main" id="{F341F233-5D06-92AD-DDAA-254CAF0D64E9}"/>
              </a:ext>
            </a:extLst>
          </p:cNvPr>
          <p:cNvSpPr txBox="1">
            <a:spLocks/>
          </p:cNvSpPr>
          <p:nvPr/>
        </p:nvSpPr>
        <p:spPr>
          <a:xfrm>
            <a:off x="-780104" y="12808474"/>
            <a:ext cx="9461115" cy="447422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2000" b="1" u="sng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テキスト プレースホルダー 2">
                <a:extLst>
                  <a:ext uri="{FF2B5EF4-FFF2-40B4-BE49-F238E27FC236}">
                    <a16:creationId xmlns:a16="http://schemas.microsoft.com/office/drawing/2014/main" id="{113503D5-C7F4-2AA8-FA15-7FAD9FCBC2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375236" y="22373075"/>
                <a:ext cx="2962456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32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32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32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79" name="テキスト プレースホルダー 2">
                <a:extLst>
                  <a:ext uri="{FF2B5EF4-FFF2-40B4-BE49-F238E27FC236}">
                    <a16:creationId xmlns:a16="http://schemas.microsoft.com/office/drawing/2014/main" id="{113503D5-C7F4-2AA8-FA15-7FAD9FCBC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75236" y="22373075"/>
                <a:ext cx="2962456" cy="415171"/>
              </a:xfrm>
              <a:prstGeom prst="rect">
                <a:avLst/>
              </a:prstGeom>
              <a:blipFill>
                <a:blip r:embed="rId15"/>
                <a:stretch>
                  <a:fillRect l="-5144" t="-30882" r="-5350" b="-18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DACAC382-F530-B4E7-8425-316C1F217704}"/>
              </a:ext>
            </a:extLst>
          </p:cNvPr>
          <p:cNvSpPr txBox="1"/>
          <p:nvPr/>
        </p:nvSpPr>
        <p:spPr>
          <a:xfrm>
            <a:off x="7833079" y="15710834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FB00C89-29AB-8C21-E8BC-7CB24D62BFE8}"/>
              </a:ext>
            </a:extLst>
          </p:cNvPr>
          <p:cNvGrpSpPr/>
          <p:nvPr/>
        </p:nvGrpSpPr>
        <p:grpSpPr>
          <a:xfrm>
            <a:off x="-2052151" y="12670088"/>
            <a:ext cx="872174" cy="854016"/>
            <a:chOff x="6750293" y="2407669"/>
            <a:chExt cx="1780068" cy="1743007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98535106-B7F9-E364-74F7-929F0C28C6C3}"/>
                </a:ext>
              </a:extLst>
            </p:cNvPr>
            <p:cNvSpPr/>
            <p:nvPr/>
          </p:nvSpPr>
          <p:spPr>
            <a:xfrm>
              <a:off x="6750293" y="2407669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7D063-B7B5-C94F-B4AB-C2E279436926}"/>
                </a:ext>
              </a:extLst>
            </p:cNvPr>
            <p:cNvGrpSpPr/>
            <p:nvPr/>
          </p:nvGrpSpPr>
          <p:grpSpPr>
            <a:xfrm>
              <a:off x="6978166" y="2617955"/>
              <a:ext cx="1320364" cy="1319180"/>
              <a:chOff x="6978166" y="2617955"/>
              <a:chExt cx="1320364" cy="1319180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7D78D429-BA1F-25C5-0D5D-BC6468E04D16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A9951C56-2B8E-7C82-D1A8-01394DD043D2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9E20D1FB-7EB5-74D9-8616-B05C6D66B42F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4A9687C0-77B1-48A2-10AF-E8D42BF72D8B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6F77A2A7-7154-5308-EE64-BE425F66FCD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9" name="フローチャート: 和接合 16">
                  <a:extLst>
                    <a:ext uri="{FF2B5EF4-FFF2-40B4-BE49-F238E27FC236}">
                      <a16:creationId xmlns:a16="http://schemas.microsoft.com/office/drawing/2014/main" id="{AC2651F2-A3B8-5C1D-6A6C-92EDAC280F0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B2D0C345-F395-A542-0AA1-83E0BDE31803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00119E5D-8727-4B48-D8C4-43A19C959011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64" name="楕円 300">
                  <a:extLst>
                    <a:ext uri="{FF2B5EF4-FFF2-40B4-BE49-F238E27FC236}">
                      <a16:creationId xmlns:a16="http://schemas.microsoft.com/office/drawing/2014/main" id="{C31732CD-8BA5-AAA3-591B-BC3262A5F7E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" name="楕円 301">
                  <a:extLst>
                    <a:ext uri="{FF2B5EF4-FFF2-40B4-BE49-F238E27FC236}">
                      <a16:creationId xmlns:a16="http://schemas.microsoft.com/office/drawing/2014/main" id="{65CA9549-C859-B4B5-E3CE-2049C611BA3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044FD8BC-CF1F-70E8-9D79-83C589A44272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DAF2E1DB-0766-38D7-5E95-D3DAA8AD83D8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" name="フローチャート: 和接合 16">
                  <a:extLst>
                    <a:ext uri="{FF2B5EF4-FFF2-40B4-BE49-F238E27FC236}">
                      <a16:creationId xmlns:a16="http://schemas.microsoft.com/office/drawing/2014/main" id="{80263A44-07EF-E52E-DD44-238A271D5E0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F66B5A92-C088-9184-9484-BE76297828C5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02B36A23-44FC-69A3-19B5-A7929F5A5A4A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60" name="楕円 300">
                  <a:extLst>
                    <a:ext uri="{FF2B5EF4-FFF2-40B4-BE49-F238E27FC236}">
                      <a16:creationId xmlns:a16="http://schemas.microsoft.com/office/drawing/2014/main" id="{784D8F35-3414-3529-F7CF-FA641EBBA5F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楕円 301">
                  <a:extLst>
                    <a:ext uri="{FF2B5EF4-FFF2-40B4-BE49-F238E27FC236}">
                      <a16:creationId xmlns:a16="http://schemas.microsoft.com/office/drawing/2014/main" id="{55A35E1A-D0F5-5063-EFEB-E03B2305C5E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D15722C4-329A-17EC-2843-CAF466875BCA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06BD25F4-F5AB-F121-6BF0-075DF52FD4DA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9" name="フローチャート: 和接合 16">
                  <a:extLst>
                    <a:ext uri="{FF2B5EF4-FFF2-40B4-BE49-F238E27FC236}">
                      <a16:creationId xmlns:a16="http://schemas.microsoft.com/office/drawing/2014/main" id="{0B412041-3F7C-5AD1-B91C-5B2EC27F7F9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6F9A6ED5-C1E7-FFF7-6FAF-DF412ECFC577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96D4B993-1C16-C489-F2BD-E26C06E05EB5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56" name="楕円 300">
                  <a:extLst>
                    <a:ext uri="{FF2B5EF4-FFF2-40B4-BE49-F238E27FC236}">
                      <a16:creationId xmlns:a16="http://schemas.microsoft.com/office/drawing/2014/main" id="{3E17220C-2721-BAF6-0D28-D9EEA678B2B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7" name="楕円 301">
                  <a:extLst>
                    <a:ext uri="{FF2B5EF4-FFF2-40B4-BE49-F238E27FC236}">
                      <a16:creationId xmlns:a16="http://schemas.microsoft.com/office/drawing/2014/main" id="{E10C6B5C-CAA4-3E5C-AAC0-3FEE3AB50E2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8A0AAC77-1F2E-6FCF-ED8C-2EF2829FD847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28D25EEF-1E87-6870-02D6-F4CCE4869BDF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" name="フローチャート: 和接合 16">
                  <a:extLst>
                    <a:ext uri="{FF2B5EF4-FFF2-40B4-BE49-F238E27FC236}">
                      <a16:creationId xmlns:a16="http://schemas.microsoft.com/office/drawing/2014/main" id="{4E872A84-91A1-7B1A-C5D1-E19777CCB7B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8CB0C813-19F2-18A5-10B1-5928E29D0010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04AA52AF-AE8D-4C1D-BC08-ABB2F50705A1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152" name="楕円 300">
                  <a:extLst>
                    <a:ext uri="{FF2B5EF4-FFF2-40B4-BE49-F238E27FC236}">
                      <a16:creationId xmlns:a16="http://schemas.microsoft.com/office/drawing/2014/main" id="{1CE55D9B-6514-6F0D-3919-9CB1BA64DBF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楕円 301">
                  <a:extLst>
                    <a:ext uri="{FF2B5EF4-FFF2-40B4-BE49-F238E27FC236}">
                      <a16:creationId xmlns:a16="http://schemas.microsoft.com/office/drawing/2014/main" id="{B06E8BC9-C71B-886C-CE7A-3D866D52EBE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193908F-BE52-7C97-1C40-BA8DF9E6F88F}"/>
              </a:ext>
            </a:extLst>
          </p:cNvPr>
          <p:cNvGrpSpPr/>
          <p:nvPr/>
        </p:nvGrpSpPr>
        <p:grpSpPr>
          <a:xfrm>
            <a:off x="-2055474" y="18763297"/>
            <a:ext cx="925486" cy="906217"/>
            <a:chOff x="4693246" y="2402296"/>
            <a:chExt cx="1780068" cy="1743007"/>
          </a:xfrm>
        </p:grpSpPr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9C2C7F61-67E7-8C2D-E9BD-EF989EBBEB72}"/>
                </a:ext>
              </a:extLst>
            </p:cNvPr>
            <p:cNvSpPr/>
            <p:nvPr/>
          </p:nvSpPr>
          <p:spPr>
            <a:xfrm>
              <a:off x="4693246" y="2402296"/>
              <a:ext cx="1780068" cy="174300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FA433E7-D2C6-B4A7-EB16-558B45EB3B89}"/>
                </a:ext>
              </a:extLst>
            </p:cNvPr>
            <p:cNvSpPr/>
            <p:nvPr/>
          </p:nvSpPr>
          <p:spPr>
            <a:xfrm>
              <a:off x="4921120" y="2612583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358516F0-F0F4-22AE-C407-2BE5DBC6AC16}"/>
                </a:ext>
              </a:extLst>
            </p:cNvPr>
            <p:cNvSpPr/>
            <p:nvPr/>
          </p:nvSpPr>
          <p:spPr>
            <a:xfrm rot="5400000">
              <a:off x="5559040" y="1974661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B4468540-868F-4128-5A46-F47280A8122E}"/>
                </a:ext>
              </a:extLst>
            </p:cNvPr>
            <p:cNvSpPr/>
            <p:nvPr/>
          </p:nvSpPr>
          <p:spPr>
            <a:xfrm rot="5400000">
              <a:off x="5560873" y="3251149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014F07A-B0A2-4983-208A-8A22C2663E3B}"/>
                </a:ext>
              </a:extLst>
            </p:cNvPr>
            <p:cNvSpPr/>
            <p:nvPr/>
          </p:nvSpPr>
          <p:spPr>
            <a:xfrm rot="5400000">
              <a:off x="5519768" y="2256054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フローチャート: 和接合 16">
              <a:extLst>
                <a:ext uri="{FF2B5EF4-FFF2-40B4-BE49-F238E27FC236}">
                  <a16:creationId xmlns:a16="http://schemas.microsoft.com/office/drawing/2014/main" id="{B96C2DC8-B1CA-2937-E454-9A1ABB8ED834}"/>
                </a:ext>
              </a:extLst>
            </p:cNvPr>
            <p:cNvSpPr/>
            <p:nvPr/>
          </p:nvSpPr>
          <p:spPr bwMode="auto">
            <a:xfrm rot="10800000">
              <a:off x="5548568" y="2843234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C46A2312-7816-01F5-0B44-BC1EF2C8315C}"/>
                </a:ext>
              </a:extLst>
            </p:cNvPr>
            <p:cNvSpPr/>
            <p:nvPr/>
          </p:nvSpPr>
          <p:spPr>
            <a:xfrm rot="5400000">
              <a:off x="5520147" y="2097234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AA1496DD-75D7-FD44-9DEC-9B2D77D311E7}"/>
                </a:ext>
              </a:extLst>
            </p:cNvPr>
            <p:cNvGrpSpPr/>
            <p:nvPr/>
          </p:nvGrpSpPr>
          <p:grpSpPr>
            <a:xfrm>
              <a:off x="5550747" y="2685552"/>
              <a:ext cx="57600" cy="58165"/>
              <a:chOff x="5550747" y="2678351"/>
              <a:chExt cx="57600" cy="58165"/>
            </a:xfrm>
          </p:grpSpPr>
          <p:sp>
            <p:nvSpPr>
              <p:cNvPr id="201" name="楕円 300">
                <a:extLst>
                  <a:ext uri="{FF2B5EF4-FFF2-40B4-BE49-F238E27FC236}">
                    <a16:creationId xmlns:a16="http://schemas.microsoft.com/office/drawing/2014/main" id="{13C31B24-817A-DC3C-1E6C-A1F39234D09E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2" name="楕円 301">
                <a:extLst>
                  <a:ext uri="{FF2B5EF4-FFF2-40B4-BE49-F238E27FC236}">
                    <a16:creationId xmlns:a16="http://schemas.microsoft.com/office/drawing/2014/main" id="{4442F432-57C1-FBBA-794F-16191F236378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F7E10769-A11D-5C47-A042-6FAF57845180}"/>
                </a:ext>
              </a:extLst>
            </p:cNvPr>
            <p:cNvSpPr/>
            <p:nvPr/>
          </p:nvSpPr>
          <p:spPr>
            <a:xfrm rot="5400000">
              <a:off x="5519768" y="2574456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フローチャート: 和接合 16">
              <a:extLst>
                <a:ext uri="{FF2B5EF4-FFF2-40B4-BE49-F238E27FC236}">
                  <a16:creationId xmlns:a16="http://schemas.microsoft.com/office/drawing/2014/main" id="{7947A670-2D3A-BEAD-D574-A496D4823F5F}"/>
                </a:ext>
              </a:extLst>
            </p:cNvPr>
            <p:cNvSpPr/>
            <p:nvPr/>
          </p:nvSpPr>
          <p:spPr bwMode="auto">
            <a:xfrm rot="10800000">
              <a:off x="5548568" y="3161636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850FF734-B32A-ED78-D9EC-5298B5FBED2B}"/>
                </a:ext>
              </a:extLst>
            </p:cNvPr>
            <p:cNvSpPr/>
            <p:nvPr/>
          </p:nvSpPr>
          <p:spPr>
            <a:xfrm rot="5400000">
              <a:off x="5520147" y="2415636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B3E1297B-B6EF-85F0-370C-C75B805BF295}"/>
                </a:ext>
              </a:extLst>
            </p:cNvPr>
            <p:cNvGrpSpPr/>
            <p:nvPr/>
          </p:nvGrpSpPr>
          <p:grpSpPr>
            <a:xfrm>
              <a:off x="5550747" y="3003954"/>
              <a:ext cx="57600" cy="58165"/>
              <a:chOff x="5550747" y="2678351"/>
              <a:chExt cx="57600" cy="58165"/>
            </a:xfrm>
          </p:grpSpPr>
          <p:sp>
            <p:nvSpPr>
              <p:cNvPr id="199" name="楕円 300">
                <a:extLst>
                  <a:ext uri="{FF2B5EF4-FFF2-40B4-BE49-F238E27FC236}">
                    <a16:creationId xmlns:a16="http://schemas.microsoft.com/office/drawing/2014/main" id="{83F4B03F-2E5F-E706-EB0B-0340624CED72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0" name="楕円 301">
                <a:extLst>
                  <a:ext uri="{FF2B5EF4-FFF2-40B4-BE49-F238E27FC236}">
                    <a16:creationId xmlns:a16="http://schemas.microsoft.com/office/drawing/2014/main" id="{D910B69E-B7F3-AECD-FF86-662C07C30BD4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8C43C44A-B924-9AD8-EA02-374566250708}"/>
                </a:ext>
              </a:extLst>
            </p:cNvPr>
            <p:cNvSpPr/>
            <p:nvPr/>
          </p:nvSpPr>
          <p:spPr>
            <a:xfrm rot="5400000">
              <a:off x="5519768" y="2892858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フローチャート: 和接合 16">
              <a:extLst>
                <a:ext uri="{FF2B5EF4-FFF2-40B4-BE49-F238E27FC236}">
                  <a16:creationId xmlns:a16="http://schemas.microsoft.com/office/drawing/2014/main" id="{554B44E9-687C-52CC-BC66-6E6CE15CFB93}"/>
                </a:ext>
              </a:extLst>
            </p:cNvPr>
            <p:cNvSpPr/>
            <p:nvPr/>
          </p:nvSpPr>
          <p:spPr bwMode="auto">
            <a:xfrm rot="10800000">
              <a:off x="5548568" y="3480038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68E7E312-FABE-6380-032D-F1B28CD0B8DA}"/>
                </a:ext>
              </a:extLst>
            </p:cNvPr>
            <p:cNvSpPr/>
            <p:nvPr/>
          </p:nvSpPr>
          <p:spPr>
            <a:xfrm rot="5400000">
              <a:off x="5520147" y="2734038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D8529D00-4C2D-9EFB-51AD-349AA87BE3D3}"/>
                </a:ext>
              </a:extLst>
            </p:cNvPr>
            <p:cNvGrpSpPr/>
            <p:nvPr/>
          </p:nvGrpSpPr>
          <p:grpSpPr>
            <a:xfrm>
              <a:off x="5550747" y="3322356"/>
              <a:ext cx="57600" cy="58165"/>
              <a:chOff x="5550747" y="2678351"/>
              <a:chExt cx="57600" cy="58165"/>
            </a:xfrm>
          </p:grpSpPr>
          <p:sp>
            <p:nvSpPr>
              <p:cNvPr id="197" name="楕円 300">
                <a:extLst>
                  <a:ext uri="{FF2B5EF4-FFF2-40B4-BE49-F238E27FC236}">
                    <a16:creationId xmlns:a16="http://schemas.microsoft.com/office/drawing/2014/main" id="{C96E12CA-A71D-14BE-7FA2-3B1DA812AF0E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" name="楕円 301">
                <a:extLst>
                  <a:ext uri="{FF2B5EF4-FFF2-40B4-BE49-F238E27FC236}">
                    <a16:creationId xmlns:a16="http://schemas.microsoft.com/office/drawing/2014/main" id="{E68E7D82-A234-E0DC-6366-F8A89230DB2D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8FED95EA-0014-3DF3-C0DF-666FEC992437}"/>
                </a:ext>
              </a:extLst>
            </p:cNvPr>
            <p:cNvSpPr/>
            <p:nvPr/>
          </p:nvSpPr>
          <p:spPr>
            <a:xfrm rot="5400000">
              <a:off x="5519768" y="3211262"/>
              <a:ext cx="118800" cy="123556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フローチャート: 和接合 16">
              <a:extLst>
                <a:ext uri="{FF2B5EF4-FFF2-40B4-BE49-F238E27FC236}">
                  <a16:creationId xmlns:a16="http://schemas.microsoft.com/office/drawing/2014/main" id="{D446F410-F7F0-38E0-8B93-44D47A2486FB}"/>
                </a:ext>
              </a:extLst>
            </p:cNvPr>
            <p:cNvSpPr/>
            <p:nvPr/>
          </p:nvSpPr>
          <p:spPr bwMode="auto">
            <a:xfrm rot="10800000">
              <a:off x="5548568" y="3798442"/>
              <a:ext cx="61200" cy="61200"/>
            </a:xfrm>
            <a:prstGeom prst="flowChartSummingJunction">
              <a:avLst/>
            </a:prstGeom>
            <a:solidFill>
              <a:srgbClr val="FFC000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D4AAA149-9DE6-B771-15B9-BB798B8DEEBA}"/>
                </a:ext>
              </a:extLst>
            </p:cNvPr>
            <p:cNvSpPr/>
            <p:nvPr/>
          </p:nvSpPr>
          <p:spPr>
            <a:xfrm rot="5400000">
              <a:off x="5520147" y="3052440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C7F371B6-14C6-D5D3-35FC-79E883EDC3F0}"/>
                </a:ext>
              </a:extLst>
            </p:cNvPr>
            <p:cNvGrpSpPr/>
            <p:nvPr/>
          </p:nvGrpSpPr>
          <p:grpSpPr>
            <a:xfrm>
              <a:off x="5550747" y="3640758"/>
              <a:ext cx="57600" cy="58165"/>
              <a:chOff x="5550747" y="2678351"/>
              <a:chExt cx="57600" cy="58165"/>
            </a:xfrm>
          </p:grpSpPr>
          <p:sp>
            <p:nvSpPr>
              <p:cNvPr id="195" name="楕円 300">
                <a:extLst>
                  <a:ext uri="{FF2B5EF4-FFF2-40B4-BE49-F238E27FC236}">
                    <a16:creationId xmlns:a16="http://schemas.microsoft.com/office/drawing/2014/main" id="{3C7E0AD8-73EE-8E1E-D51E-86D441B23512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6" name="楕円 301">
                <a:extLst>
                  <a:ext uri="{FF2B5EF4-FFF2-40B4-BE49-F238E27FC236}">
                    <a16:creationId xmlns:a16="http://schemas.microsoft.com/office/drawing/2014/main" id="{487AEB9D-9811-E52B-4E40-35B57B18FA15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Rounded Rectangle 6">
                <a:extLst>
                  <a:ext uri="{FF2B5EF4-FFF2-40B4-BE49-F238E27FC236}">
                    <a16:creationId xmlns:a16="http://schemas.microsoft.com/office/drawing/2014/main" id="{A11D16C6-2C59-A998-4E87-05EBDEDAE5E5}"/>
                  </a:ext>
                </a:extLst>
              </p:cNvPr>
              <p:cNvSpPr/>
              <p:nvPr/>
            </p:nvSpPr>
            <p:spPr>
              <a:xfrm>
                <a:off x="9553388" y="21067952"/>
                <a:ext cx="13329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43.6</a:t>
                </a:r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03" name="Rounded Rectangle 6">
                <a:extLst>
                  <a:ext uri="{FF2B5EF4-FFF2-40B4-BE49-F238E27FC236}">
                    <a16:creationId xmlns:a16="http://schemas.microsoft.com/office/drawing/2014/main" id="{A11D16C6-2C59-A998-4E87-05EBDEDAE5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388" y="21067952"/>
                <a:ext cx="1332914" cy="415171"/>
              </a:xfrm>
              <a:prstGeom prst="roundRect">
                <a:avLst/>
              </a:prstGeom>
              <a:blipFill>
                <a:blip r:embed="rId16"/>
                <a:stretch>
                  <a:fillRect t="-79412" b="-10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" name="TextBox 206">
            <a:extLst>
              <a:ext uri="{FF2B5EF4-FFF2-40B4-BE49-F238E27FC236}">
                <a16:creationId xmlns:a16="http://schemas.microsoft.com/office/drawing/2014/main" id="{CD91F8BA-805F-9276-69A7-23B532A659FC}"/>
              </a:ext>
            </a:extLst>
          </p:cNvPr>
          <p:cNvSpPr txBox="1"/>
          <p:nvPr/>
        </p:nvSpPr>
        <p:spPr>
          <a:xfrm>
            <a:off x="8547694" y="21593818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p:sp>
        <p:nvSpPr>
          <p:cNvPr id="208" name="テキスト プレースホルダー 2">
            <a:extLst>
              <a:ext uri="{FF2B5EF4-FFF2-40B4-BE49-F238E27FC236}">
                <a16:creationId xmlns:a16="http://schemas.microsoft.com/office/drawing/2014/main" id="{C75F47DE-B5B1-C596-91E1-767D1250E385}"/>
              </a:ext>
            </a:extLst>
          </p:cNvPr>
          <p:cNvSpPr txBox="1">
            <a:spLocks/>
          </p:cNvSpPr>
          <p:nvPr/>
        </p:nvSpPr>
        <p:spPr>
          <a:xfrm>
            <a:off x="5500104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Tr2F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09" name="テキスト プレースホルダー 2">
            <a:extLst>
              <a:ext uri="{FF2B5EF4-FFF2-40B4-BE49-F238E27FC236}">
                <a16:creationId xmlns:a16="http://schemas.microsoft.com/office/drawing/2014/main" id="{5C7C1482-39BB-03D8-76C9-103209D8ACCC}"/>
              </a:ext>
            </a:extLst>
          </p:cNvPr>
          <p:cNvSpPr txBox="1">
            <a:spLocks/>
          </p:cNvSpPr>
          <p:nvPr/>
        </p:nvSpPr>
        <p:spPr>
          <a:xfrm>
            <a:off x="-1123950" y="19085870"/>
            <a:ext cx="6470650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b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Edgewise</a:t>
            </a:r>
            <a:endParaRPr kumimoji="1" lang="ja-JP" altLang="en-US" sz="3200" b="1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13" name="テキスト プレースホルダー 2">
            <a:extLst>
              <a:ext uri="{FF2B5EF4-FFF2-40B4-BE49-F238E27FC236}">
                <a16:creationId xmlns:a16="http://schemas.microsoft.com/office/drawing/2014/main" id="{7D6151F7-4A9C-F707-8A1B-5A6CB2865841}"/>
              </a:ext>
            </a:extLst>
          </p:cNvPr>
          <p:cNvSpPr txBox="1">
            <a:spLocks/>
          </p:cNvSpPr>
          <p:nvPr/>
        </p:nvSpPr>
        <p:spPr>
          <a:xfrm>
            <a:off x="-1417714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Tr1F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5FD29F5D-B5E1-7F73-C22F-4E181947DE4E}"/>
              </a:ext>
            </a:extLst>
          </p:cNvPr>
          <p:cNvSpPr txBox="1"/>
          <p:nvPr/>
        </p:nvSpPr>
        <p:spPr>
          <a:xfrm>
            <a:off x="941552" y="15693146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p:sp>
        <p:nvSpPr>
          <p:cNvPr id="215" name="テキスト プレースホルダー 2">
            <a:extLst>
              <a:ext uri="{FF2B5EF4-FFF2-40B4-BE49-F238E27FC236}">
                <a16:creationId xmlns:a16="http://schemas.microsoft.com/office/drawing/2014/main" id="{8841B36E-B1F4-991F-641C-77E8AB90B33B}"/>
              </a:ext>
            </a:extLst>
          </p:cNvPr>
          <p:cNvSpPr txBox="1">
            <a:spLocks/>
          </p:cNvSpPr>
          <p:nvPr/>
        </p:nvSpPr>
        <p:spPr>
          <a:xfrm>
            <a:off x="11910125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Tr3F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Rounded Rectangle 6">
                <a:extLst>
                  <a:ext uri="{FF2B5EF4-FFF2-40B4-BE49-F238E27FC236}">
                    <a16:creationId xmlns:a16="http://schemas.microsoft.com/office/drawing/2014/main" id="{D3795BA8-7DCE-239A-5177-432C750AC4F8}"/>
                  </a:ext>
                </a:extLst>
              </p:cNvPr>
              <p:cNvSpPr/>
              <p:nvPr/>
            </p:nvSpPr>
            <p:spPr>
              <a:xfrm>
                <a:off x="15095340" y="15359137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30.2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16" name="Rounded Rectangle 6">
                <a:extLst>
                  <a:ext uri="{FF2B5EF4-FFF2-40B4-BE49-F238E27FC236}">
                    <a16:creationId xmlns:a16="http://schemas.microsoft.com/office/drawing/2014/main" id="{D3795BA8-7DCE-239A-5177-432C750AC4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5340" y="15359137"/>
                <a:ext cx="1339600" cy="415171"/>
              </a:xfrm>
              <a:prstGeom prst="roundRect">
                <a:avLst/>
              </a:prstGeom>
              <a:blipFill>
                <a:blip r:embed="rId17"/>
                <a:stretch>
                  <a:fillRect t="-79412" b="-10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TextBox 217">
            <a:extLst>
              <a:ext uri="{FF2B5EF4-FFF2-40B4-BE49-F238E27FC236}">
                <a16:creationId xmlns:a16="http://schemas.microsoft.com/office/drawing/2014/main" id="{A589F453-0A15-055C-2E48-28EDFC88F46F}"/>
              </a:ext>
            </a:extLst>
          </p:cNvPr>
          <p:cNvSpPr txBox="1"/>
          <p:nvPr/>
        </p:nvSpPr>
        <p:spPr>
          <a:xfrm>
            <a:off x="14108873" y="1579531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p:sp>
        <p:nvSpPr>
          <p:cNvPr id="219" name="テキスト プレースホルダー 2">
            <a:extLst>
              <a:ext uri="{FF2B5EF4-FFF2-40B4-BE49-F238E27FC236}">
                <a16:creationId xmlns:a16="http://schemas.microsoft.com/office/drawing/2014/main" id="{95FB3D26-3342-6D6E-8E62-D0AE52D26202}"/>
              </a:ext>
            </a:extLst>
          </p:cNvPr>
          <p:cNvSpPr txBox="1">
            <a:spLocks/>
          </p:cNvSpPr>
          <p:nvPr/>
        </p:nvSpPr>
        <p:spPr>
          <a:xfrm>
            <a:off x="5711297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Tr2E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20" name="テキスト プレースホルダー 2">
            <a:extLst>
              <a:ext uri="{FF2B5EF4-FFF2-40B4-BE49-F238E27FC236}">
                <a16:creationId xmlns:a16="http://schemas.microsoft.com/office/drawing/2014/main" id="{690D1CA4-EAF2-A0B1-4DF2-1561B5C110FB}"/>
              </a:ext>
            </a:extLst>
          </p:cNvPr>
          <p:cNvSpPr txBox="1">
            <a:spLocks/>
          </p:cNvSpPr>
          <p:nvPr/>
        </p:nvSpPr>
        <p:spPr>
          <a:xfrm>
            <a:off x="-1206521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Tr1E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21" name="テキスト プレースホルダー 2">
            <a:extLst>
              <a:ext uri="{FF2B5EF4-FFF2-40B4-BE49-F238E27FC236}">
                <a16:creationId xmlns:a16="http://schemas.microsoft.com/office/drawing/2014/main" id="{F1104240-9C2A-D5CE-7623-71EF34482586}"/>
              </a:ext>
            </a:extLst>
          </p:cNvPr>
          <p:cNvSpPr txBox="1">
            <a:spLocks/>
          </p:cNvSpPr>
          <p:nvPr/>
        </p:nvSpPr>
        <p:spPr>
          <a:xfrm>
            <a:off x="11795163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Tr3E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5778EA59-4576-D1A7-7A62-86B671393E24}"/>
              </a:ext>
            </a:extLst>
          </p:cNvPr>
          <p:cNvSpPr txBox="1"/>
          <p:nvPr/>
        </p:nvSpPr>
        <p:spPr>
          <a:xfrm>
            <a:off x="1115430" y="21634635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Rounded Rectangle 6">
                <a:extLst>
                  <a:ext uri="{FF2B5EF4-FFF2-40B4-BE49-F238E27FC236}">
                    <a16:creationId xmlns:a16="http://schemas.microsoft.com/office/drawing/2014/main" id="{EAE84ADC-C695-1D15-FE7A-91B030AB330C}"/>
                  </a:ext>
                </a:extLst>
              </p:cNvPr>
              <p:cNvSpPr/>
              <p:nvPr/>
            </p:nvSpPr>
            <p:spPr>
              <a:xfrm>
                <a:off x="2105375" y="21066509"/>
                <a:ext cx="133504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40.5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24" name="Rounded Rectangle 6">
                <a:extLst>
                  <a:ext uri="{FF2B5EF4-FFF2-40B4-BE49-F238E27FC236}">
                    <a16:creationId xmlns:a16="http://schemas.microsoft.com/office/drawing/2014/main" id="{EAE84ADC-C695-1D15-FE7A-91B030AB33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375" y="21066509"/>
                <a:ext cx="1335040" cy="415171"/>
              </a:xfrm>
              <a:prstGeom prst="roundRect">
                <a:avLst/>
              </a:prstGeom>
              <a:blipFill>
                <a:blip r:embed="rId18"/>
                <a:stretch>
                  <a:fillRect t="-79412" b="-10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C4C1BF73-A39E-B808-F76B-D80DCC071A48}"/>
              </a:ext>
            </a:extLst>
          </p:cNvPr>
          <p:cNvCxnSpPr>
            <a:cxnSpLocks/>
          </p:cNvCxnSpPr>
          <p:nvPr/>
        </p:nvCxnSpPr>
        <p:spPr>
          <a:xfrm flipV="1">
            <a:off x="1791467" y="21443853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Rounded Rectangle 6">
                <a:extLst>
                  <a:ext uri="{FF2B5EF4-FFF2-40B4-BE49-F238E27FC236}">
                    <a16:creationId xmlns:a16="http://schemas.microsoft.com/office/drawing/2014/main" id="{B529DDCA-4224-C82B-6A3F-4143C57C5621}"/>
                  </a:ext>
                </a:extLst>
              </p:cNvPr>
              <p:cNvSpPr/>
              <p:nvPr/>
            </p:nvSpPr>
            <p:spPr>
              <a:xfrm>
                <a:off x="15621665" y="21066509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47.3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26" name="Rounded Rectangle 6">
                <a:extLst>
                  <a:ext uri="{FF2B5EF4-FFF2-40B4-BE49-F238E27FC236}">
                    <a16:creationId xmlns:a16="http://schemas.microsoft.com/office/drawing/2014/main" id="{B529DDCA-4224-C82B-6A3F-4143C57C56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665" y="21066509"/>
                <a:ext cx="1339600" cy="415171"/>
              </a:xfrm>
              <a:prstGeom prst="roundRect">
                <a:avLst/>
              </a:prstGeom>
              <a:blipFill>
                <a:blip r:embed="rId19"/>
                <a:stretch>
                  <a:fillRect t="-79412" b="-10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" name="TextBox 227">
            <a:extLst>
              <a:ext uri="{FF2B5EF4-FFF2-40B4-BE49-F238E27FC236}">
                <a16:creationId xmlns:a16="http://schemas.microsoft.com/office/drawing/2014/main" id="{99FFD14A-9CDA-7457-DB6F-6D045CC709C0}"/>
              </a:ext>
            </a:extLst>
          </p:cNvPr>
          <p:cNvSpPr txBox="1"/>
          <p:nvPr/>
        </p:nvSpPr>
        <p:spPr>
          <a:xfrm>
            <a:off x="14418831" y="21531511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Cross-section</a:t>
            </a:r>
          </a:p>
        </p:txBody>
      </p:sp>
      <p:sp>
        <p:nvSpPr>
          <p:cNvPr id="229" name="テキスト プレースホルダー 2">
            <a:extLst>
              <a:ext uri="{FF2B5EF4-FFF2-40B4-BE49-F238E27FC236}">
                <a16:creationId xmlns:a16="http://schemas.microsoft.com/office/drawing/2014/main" id="{921C9BC0-3EC5-5225-68E9-91BFB444E6D6}"/>
              </a:ext>
            </a:extLst>
          </p:cNvPr>
          <p:cNvSpPr txBox="1">
            <a:spLocks/>
          </p:cNvSpPr>
          <p:nvPr/>
        </p:nvSpPr>
        <p:spPr>
          <a:xfrm>
            <a:off x="-1123950" y="12839455"/>
            <a:ext cx="6470650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b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Flatwise</a:t>
            </a:r>
            <a:endParaRPr kumimoji="1" lang="ja-JP" altLang="en-US" sz="3200" b="1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30" name="テキスト プレースホルダー 2">
            <a:extLst>
              <a:ext uri="{FF2B5EF4-FFF2-40B4-BE49-F238E27FC236}">
                <a16:creationId xmlns:a16="http://schemas.microsoft.com/office/drawing/2014/main" id="{3C2C5FD8-73C4-41E0-1B2D-1AD54B479042}"/>
              </a:ext>
            </a:extLst>
          </p:cNvPr>
          <p:cNvSpPr txBox="1">
            <a:spLocks/>
          </p:cNvSpPr>
          <p:nvPr/>
        </p:nvSpPr>
        <p:spPr>
          <a:xfrm>
            <a:off x="5566109" y="1786274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(c)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31" name="テキスト プレースホルダー 2">
            <a:extLst>
              <a:ext uri="{FF2B5EF4-FFF2-40B4-BE49-F238E27FC236}">
                <a16:creationId xmlns:a16="http://schemas.microsoft.com/office/drawing/2014/main" id="{42753E72-BB01-E6F0-6EBB-12F57953B150}"/>
              </a:ext>
            </a:extLst>
          </p:cNvPr>
          <p:cNvSpPr txBox="1">
            <a:spLocks/>
          </p:cNvSpPr>
          <p:nvPr/>
        </p:nvSpPr>
        <p:spPr>
          <a:xfrm>
            <a:off x="5566109" y="23993663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(d)</a:t>
            </a:r>
            <a:endParaRPr kumimoji="1" lang="ja-JP" altLang="en-US" sz="32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Rounded Rectangle 6">
                <a:extLst>
                  <a:ext uri="{FF2B5EF4-FFF2-40B4-BE49-F238E27FC236}">
                    <a16:creationId xmlns:a16="http://schemas.microsoft.com/office/drawing/2014/main" id="{13599118-C06A-0640-4F91-4F9BBA2DCC16}"/>
                  </a:ext>
                </a:extLst>
              </p:cNvPr>
              <p:cNvSpPr/>
              <p:nvPr/>
            </p:nvSpPr>
            <p:spPr>
              <a:xfrm>
                <a:off x="8914779" y="15353627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30.2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36" name="Rounded Rectangle 6">
                <a:extLst>
                  <a:ext uri="{FF2B5EF4-FFF2-40B4-BE49-F238E27FC236}">
                    <a16:creationId xmlns:a16="http://schemas.microsoft.com/office/drawing/2014/main" id="{13599118-C06A-0640-4F91-4F9BBA2DCC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4779" y="15353627"/>
                <a:ext cx="1380814" cy="415171"/>
              </a:xfrm>
              <a:prstGeom prst="roundRect">
                <a:avLst/>
              </a:prstGeom>
              <a:blipFill>
                <a:blip r:embed="rId20"/>
                <a:stretch>
                  <a:fillRect t="-79412" b="-10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Rounded Rectangle 6">
                <a:extLst>
                  <a:ext uri="{FF2B5EF4-FFF2-40B4-BE49-F238E27FC236}">
                    <a16:creationId xmlns:a16="http://schemas.microsoft.com/office/drawing/2014/main" id="{7FD02BD7-9BE8-60FC-D23E-009E3711FBAA}"/>
                  </a:ext>
                </a:extLst>
              </p:cNvPr>
              <p:cNvSpPr/>
              <p:nvPr/>
            </p:nvSpPr>
            <p:spPr>
              <a:xfrm>
                <a:off x="1980006" y="15284235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30.4</a:t>
                </a:r>
                <a:r>
                  <a:rPr lang="en-PH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38" name="Rounded Rectangle 6">
                <a:extLst>
                  <a:ext uri="{FF2B5EF4-FFF2-40B4-BE49-F238E27FC236}">
                    <a16:creationId xmlns:a16="http://schemas.microsoft.com/office/drawing/2014/main" id="{7FD02BD7-9BE8-60FC-D23E-009E3711FB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06" y="15284235"/>
                <a:ext cx="1380814" cy="415171"/>
              </a:xfrm>
              <a:prstGeom prst="roundRect">
                <a:avLst/>
              </a:prstGeom>
              <a:blipFill>
                <a:blip r:embed="rId21"/>
                <a:stretch>
                  <a:fillRect t="-79412" b="-10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0" name="Picture 289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2FB45443-635F-B535-FF76-EA9EEE834F2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1895" r="4917" b="21597"/>
          <a:stretch>
            <a:fillRect/>
          </a:stretch>
        </p:blipFill>
        <p:spPr>
          <a:xfrm>
            <a:off x="914532" y="16001246"/>
            <a:ext cx="1407783" cy="1044110"/>
          </a:xfrm>
          <a:prstGeom prst="rect">
            <a:avLst/>
          </a:prstGeom>
        </p:spPr>
      </p:pic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D0BC4733-902B-E0CC-4DA4-35A43F09096E}"/>
              </a:ext>
            </a:extLst>
          </p:cNvPr>
          <p:cNvCxnSpPr>
            <a:cxnSpLocks/>
          </p:cNvCxnSpPr>
          <p:nvPr/>
        </p:nvCxnSpPr>
        <p:spPr>
          <a:xfrm flipV="1">
            <a:off x="8977428" y="21429818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" name="Picture 285" descr="A green and blue background with orange squares&#10;&#10;AI-generated content may be incorrect.">
            <a:extLst>
              <a:ext uri="{FF2B5EF4-FFF2-40B4-BE49-F238E27FC236}">
                <a16:creationId xmlns:a16="http://schemas.microsoft.com/office/drawing/2014/main" id="{8128082F-9700-1EDA-7F71-CF1AD3CE001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9" t="4578" r="10122" b="5052"/>
          <a:stretch>
            <a:fillRect/>
          </a:stretch>
        </p:blipFill>
        <p:spPr>
          <a:xfrm>
            <a:off x="14535476" y="21808510"/>
            <a:ext cx="916908" cy="1227335"/>
          </a:xfrm>
          <a:prstGeom prst="rect">
            <a:avLst/>
          </a:prstGeom>
        </p:spPr>
      </p:pic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06ED1D22-8C93-214F-2FFC-46B9597314F9}"/>
              </a:ext>
            </a:extLst>
          </p:cNvPr>
          <p:cNvCxnSpPr>
            <a:cxnSpLocks/>
          </p:cNvCxnSpPr>
          <p:nvPr/>
        </p:nvCxnSpPr>
        <p:spPr>
          <a:xfrm flipV="1">
            <a:off x="14993558" y="21440464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27532C93-6FD2-28DD-271E-90C7E33522E5}"/>
              </a:ext>
            </a:extLst>
          </p:cNvPr>
          <p:cNvCxnSpPr>
            <a:cxnSpLocks/>
          </p:cNvCxnSpPr>
          <p:nvPr/>
        </p:nvCxnSpPr>
        <p:spPr>
          <a:xfrm flipV="1">
            <a:off x="1638607" y="15749277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70BF3DC9-1D4B-72DE-B8F4-AA414ACBBC71}"/>
              </a:ext>
            </a:extLst>
          </p:cNvPr>
          <p:cNvCxnSpPr>
            <a:cxnSpLocks/>
          </p:cNvCxnSpPr>
          <p:nvPr/>
        </p:nvCxnSpPr>
        <p:spPr>
          <a:xfrm flipV="1">
            <a:off x="8630572" y="1578661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4" name="Picture 293" descr="A blue screen with a black line&#10;&#10;AI-generated content may be incorrect.">
            <a:extLst>
              <a:ext uri="{FF2B5EF4-FFF2-40B4-BE49-F238E27FC236}">
                <a16:creationId xmlns:a16="http://schemas.microsoft.com/office/drawing/2014/main" id="{D1CCAEB4-F0F6-CB4B-ED91-8649D28D0D4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3" t="7837" r="6234" b="6572"/>
          <a:stretch>
            <a:fillRect/>
          </a:stretch>
        </p:blipFill>
        <p:spPr>
          <a:xfrm>
            <a:off x="14220543" y="16041193"/>
            <a:ext cx="1068828" cy="1218236"/>
          </a:xfrm>
          <a:prstGeom prst="rect">
            <a:avLst/>
          </a:prstGeom>
        </p:spPr>
      </p:pic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A6DAD36F-A7EC-ACF9-5BE3-B4EF8ABBECC0}"/>
              </a:ext>
            </a:extLst>
          </p:cNvPr>
          <p:cNvCxnSpPr>
            <a:cxnSpLocks/>
          </p:cNvCxnSpPr>
          <p:nvPr/>
        </p:nvCxnSpPr>
        <p:spPr>
          <a:xfrm flipV="1">
            <a:off x="14671564" y="1575294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3">
                <a:extLst>
                  <a:ext uri="{FF2B5EF4-FFF2-40B4-BE49-F238E27FC236}">
                    <a16:creationId xmlns:a16="http://schemas.microsoft.com/office/drawing/2014/main" id="{8AEBE76F-9DDE-2220-F18D-8399DD3294A1}"/>
                  </a:ext>
                </a:extLst>
              </p:cNvPr>
              <p:cNvSpPr/>
              <p:nvPr/>
            </p:nvSpPr>
            <p:spPr>
              <a:xfrm>
                <a:off x="-5752395" y="13460359"/>
                <a:ext cx="3609513" cy="1375773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4800" b="1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sz="4800" b="1">
                    <a:solidFill>
                      <a:schemeClr val="tx1"/>
                    </a:solidFill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C]</a:t>
                </a:r>
                <a:endParaRPr lang="en-JP" sz="4800" b="1">
                  <a:solidFill>
                    <a:schemeClr val="tx1"/>
                  </a:solidFill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ounded Rectangle 3">
                <a:extLst>
                  <a:ext uri="{FF2B5EF4-FFF2-40B4-BE49-F238E27FC236}">
                    <a16:creationId xmlns:a16="http://schemas.microsoft.com/office/drawing/2014/main" id="{8AEBE76F-9DDE-2220-F18D-8399DD3294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52395" y="13460359"/>
                <a:ext cx="3609513" cy="1375773"/>
              </a:xfrm>
              <a:prstGeom prst="roundRect">
                <a:avLst/>
              </a:prstGeom>
              <a:blipFill>
                <a:blip r:embed="rId25"/>
                <a:stretch>
                  <a:fillRect b="-2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プレースホルダー 2">
                <a:extLst>
                  <a:ext uri="{FF2B5EF4-FFF2-40B4-BE49-F238E27FC236}">
                    <a16:creationId xmlns:a16="http://schemas.microsoft.com/office/drawing/2014/main" id="{C688204D-57D1-E6F5-2E6A-D71AD66A4D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316041" y="10375724"/>
                <a:ext cx="2962456" cy="415171"/>
              </a:xfrm>
              <a:prstGeom prst="rect">
                <a:avLst/>
              </a:prstGeom>
            </p:spPr>
            <p:txBody>
              <a:bodyPr vert="horz" lIns="91440" tIns="45720" rIns="91440" bIns="45720" numCol="1" spcCol="82800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kumimoji="1" lang="en-US" altLang="ja-JP" sz="32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*ambient: 25 </a:t>
                </a:r>
                <a14:m>
                  <m:oMath xmlns:m="http://schemas.openxmlformats.org/officeDocument/2006/math">
                    <m:r>
                      <a:rPr kumimoji="1" lang="en-PH" altLang="ja-JP" sz="3200" b="0" i="1" smtClean="0">
                        <a:latin typeface="Cambria Math" panose="02040503050406030204" pitchFamily="18" charset="0"/>
                        <a:ea typeface="Malgun Gothic" panose="020B0503020000020004" pitchFamily="34" charset="-127"/>
                      </a:rPr>
                      <m:t>°</m:t>
                    </m:r>
                  </m:oMath>
                </a14:m>
                <a:r>
                  <a:rPr kumimoji="1" lang="en-US" altLang="ja-JP" sz="32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rPr>
                  <a:t>C</a:t>
                </a:r>
              </a:p>
            </p:txBody>
          </p:sp>
        </mc:Choice>
        <mc:Fallback xmlns="">
          <p:sp>
            <p:nvSpPr>
              <p:cNvPr id="36" name="テキスト プレースホルダー 2">
                <a:extLst>
                  <a:ext uri="{FF2B5EF4-FFF2-40B4-BE49-F238E27FC236}">
                    <a16:creationId xmlns:a16="http://schemas.microsoft.com/office/drawing/2014/main" id="{C688204D-57D1-E6F5-2E6A-D71AD66A4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16041" y="10375724"/>
                <a:ext cx="2962456" cy="415171"/>
              </a:xfrm>
              <a:prstGeom prst="rect">
                <a:avLst/>
              </a:prstGeom>
              <a:blipFill>
                <a:blip r:embed="rId26"/>
                <a:stretch>
                  <a:fillRect l="-5350" t="-30882" r="-5144" b="-18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blue rectangular object with a yellow grid&#10;&#10;AI-generated content may be incorrect.">
            <a:extLst>
              <a:ext uri="{FF2B5EF4-FFF2-40B4-BE49-F238E27FC236}">
                <a16:creationId xmlns:a16="http://schemas.microsoft.com/office/drawing/2014/main" id="{32EB97BE-3BB2-063A-0472-E17912138BA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42" t="1195" b="95799"/>
          <a:stretch/>
        </p:blipFill>
        <p:spPr>
          <a:xfrm>
            <a:off x="10157212" y="1426848"/>
            <a:ext cx="1339117" cy="414928"/>
          </a:xfrm>
          <a:prstGeom prst="rect">
            <a:avLst/>
          </a:prstGeom>
        </p:spPr>
      </p:pic>
      <p:pic>
        <p:nvPicPr>
          <p:cNvPr id="292" name="Picture 291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C50D8B62-A6A6-DCBC-4042-CD18CE2B885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89" t="11345" r="4907" b="12294"/>
          <a:stretch>
            <a:fillRect/>
          </a:stretch>
        </p:blipFill>
        <p:spPr>
          <a:xfrm>
            <a:off x="2756653" y="4179034"/>
            <a:ext cx="1307217" cy="1225334"/>
          </a:xfrm>
          <a:prstGeom prst="rect">
            <a:avLst/>
          </a:prstGeom>
        </p:spPr>
      </p:pic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03DE27F2-E659-25D0-35D2-C58D658080D7}"/>
              </a:ext>
            </a:extLst>
          </p:cNvPr>
          <p:cNvCxnSpPr>
            <a:cxnSpLocks/>
          </p:cNvCxnSpPr>
          <p:nvPr/>
        </p:nvCxnSpPr>
        <p:spPr>
          <a:xfrm flipV="1">
            <a:off x="3436925" y="-947036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Picture 283" descr="A green and blue rectangles&#10;&#10;AI-generated content may be incorrect.">
            <a:extLst>
              <a:ext uri="{FF2B5EF4-FFF2-40B4-BE49-F238E27FC236}">
                <a16:creationId xmlns:a16="http://schemas.microsoft.com/office/drawing/2014/main" id="{0B6CCE14-4A09-94B3-43A8-14D6519DFBE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9" t="12724" r="4895" b="12858"/>
          <a:stretch>
            <a:fillRect/>
          </a:stretch>
        </p:blipFill>
        <p:spPr>
          <a:xfrm>
            <a:off x="9048702" y="4113974"/>
            <a:ext cx="1257365" cy="1224000"/>
          </a:xfrm>
          <a:prstGeom prst="rect">
            <a:avLst/>
          </a:prstGeom>
        </p:spPr>
      </p:pic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C842F76-FB8A-F7C0-4B44-A1BD4999589D}"/>
              </a:ext>
            </a:extLst>
          </p:cNvPr>
          <p:cNvCxnSpPr>
            <a:cxnSpLocks/>
          </p:cNvCxnSpPr>
          <p:nvPr/>
        </p:nvCxnSpPr>
        <p:spPr>
          <a:xfrm flipV="1">
            <a:off x="9658575" y="3921502"/>
            <a:ext cx="889363" cy="80555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75C7BF-D9EF-8E77-DF9F-38EB83F4F36E}"/>
              </a:ext>
            </a:extLst>
          </p:cNvPr>
          <p:cNvCxnSpPr>
            <a:cxnSpLocks/>
          </p:cNvCxnSpPr>
          <p:nvPr/>
        </p:nvCxnSpPr>
        <p:spPr>
          <a:xfrm flipV="1">
            <a:off x="3436925" y="3957048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501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7941F6-6504-425A-7395-7937BC11B691}"/>
              </a:ext>
            </a:extLst>
          </p:cNvPr>
          <p:cNvSpPr/>
          <p:nvPr/>
        </p:nvSpPr>
        <p:spPr>
          <a:xfrm>
            <a:off x="433774" y="1415084"/>
            <a:ext cx="25308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4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Decision of Circuit Parameters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DEC93C-83B1-94BC-00BC-6C9844786651}"/>
              </a:ext>
            </a:extLst>
          </p:cNvPr>
          <p:cNvSpPr/>
          <p:nvPr/>
        </p:nvSpPr>
        <p:spPr>
          <a:xfrm>
            <a:off x="6710200" y="1415084"/>
            <a:ext cx="25308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Choose transformer geometry and winding geometry</a:t>
            </a:r>
            <a:endParaRPr lang="en-JP" sz="1400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CD039EC-D942-7B61-89E6-6B4529CE4D1F}"/>
              </a:ext>
            </a:extLst>
          </p:cNvPr>
          <p:cNvSpPr/>
          <p:nvPr/>
        </p:nvSpPr>
        <p:spPr>
          <a:xfrm>
            <a:off x="3571268" y="1415084"/>
            <a:ext cx="2532238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Select Winding Strategy and set transformer constraints</a:t>
            </a:r>
            <a:endParaRPr lang="en-JP" sz="1400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165343-082A-51AF-74B5-F13862AAD16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964574" y="1701803"/>
            <a:ext cx="60669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mond 18">
            <a:extLst>
              <a:ext uri="{FF2B5EF4-FFF2-40B4-BE49-F238E27FC236}">
                <a16:creationId xmlns:a16="http://schemas.microsoft.com/office/drawing/2014/main" id="{8A310917-FA5D-420E-A4A4-AA9A686B0BCF}"/>
              </a:ext>
            </a:extLst>
          </p:cNvPr>
          <p:cNvSpPr/>
          <p:nvPr/>
        </p:nvSpPr>
        <p:spPr>
          <a:xfrm>
            <a:off x="9855730" y="2068340"/>
            <a:ext cx="2097204" cy="1184274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Aspect Ratio Acceptable?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170E3B1-D516-F8A7-E86F-3D83E49B7AC7}"/>
              </a:ext>
            </a:extLst>
          </p:cNvPr>
          <p:cNvCxnSpPr>
            <a:cxnSpLocks/>
          </p:cNvCxnSpPr>
          <p:nvPr/>
        </p:nvCxnSpPr>
        <p:spPr>
          <a:xfrm>
            <a:off x="6103506" y="1701803"/>
            <a:ext cx="60669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1879D6E-FE4F-B4BB-47AA-6D05FEBFFD3A}"/>
              </a:ext>
            </a:extLst>
          </p:cNvPr>
          <p:cNvSpPr/>
          <p:nvPr/>
        </p:nvSpPr>
        <p:spPr>
          <a:xfrm>
            <a:off x="6710200" y="2382181"/>
            <a:ext cx="25308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Calculate winding and core losses</a:t>
            </a:r>
            <a:endParaRPr lang="en-JP" sz="1400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3FA575-7998-09F5-B68E-FB444D1CA153}"/>
              </a:ext>
            </a:extLst>
          </p:cNvPr>
          <p:cNvCxnSpPr>
            <a:cxnSpLocks/>
          </p:cNvCxnSpPr>
          <p:nvPr/>
        </p:nvCxnSpPr>
        <p:spPr>
          <a:xfrm flipH="1">
            <a:off x="9249037" y="2660477"/>
            <a:ext cx="60669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A732A1F4-314E-9D60-9A50-1AA28AFAD392}"/>
              </a:ext>
            </a:extLst>
          </p:cNvPr>
          <p:cNvCxnSpPr>
            <a:stCxn id="8" idx="3"/>
            <a:endCxn id="19" idx="0"/>
          </p:cNvCxnSpPr>
          <p:nvPr/>
        </p:nvCxnSpPr>
        <p:spPr>
          <a:xfrm>
            <a:off x="9241000" y="1701803"/>
            <a:ext cx="1663332" cy="36653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mond 22">
            <a:extLst>
              <a:ext uri="{FF2B5EF4-FFF2-40B4-BE49-F238E27FC236}">
                <a16:creationId xmlns:a16="http://schemas.microsoft.com/office/drawing/2014/main" id="{4ABF72B1-5F0D-51DE-83D5-AE4C162D3052}"/>
              </a:ext>
            </a:extLst>
          </p:cNvPr>
          <p:cNvSpPr/>
          <p:nvPr/>
        </p:nvSpPr>
        <p:spPr>
          <a:xfrm>
            <a:off x="3856916" y="2076763"/>
            <a:ext cx="2097204" cy="1184274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Losses Balanced?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4E075A0-F08B-7CC4-6CC8-76141BAB3B61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5954120" y="2668900"/>
            <a:ext cx="7367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1864DDD-6DC0-302D-5680-CDE14DDF8C02}"/>
              </a:ext>
            </a:extLst>
          </p:cNvPr>
          <p:cNvSpPr/>
          <p:nvPr/>
        </p:nvSpPr>
        <p:spPr>
          <a:xfrm>
            <a:off x="719422" y="2405183"/>
            <a:ext cx="25308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Thermal simulation of transformer</a:t>
            </a:r>
            <a:endParaRPr lang="en-JP" sz="1400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CC30656-0929-F983-2A35-CEBDC2411B6A}"/>
              </a:ext>
            </a:extLst>
          </p:cNvPr>
          <p:cNvCxnSpPr>
            <a:cxnSpLocks/>
          </p:cNvCxnSpPr>
          <p:nvPr/>
        </p:nvCxnSpPr>
        <p:spPr>
          <a:xfrm flipH="1">
            <a:off x="3250223" y="2683479"/>
            <a:ext cx="60669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B31664E-34C0-8328-DE07-47BE16B7E12A}"/>
              </a:ext>
            </a:extLst>
          </p:cNvPr>
          <p:cNvSpPr/>
          <p:nvPr/>
        </p:nvSpPr>
        <p:spPr>
          <a:xfrm>
            <a:off x="719423" y="3844184"/>
            <a:ext cx="25308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Simulation of parasitic components (capacitance and leakage inductance)</a:t>
            </a:r>
            <a:endParaRPr lang="en-JP" sz="1200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26260730-7B8F-FD9F-444B-F8734D08F386}"/>
              </a:ext>
            </a:extLst>
          </p:cNvPr>
          <p:cNvCxnSpPr>
            <a:cxnSpLocks/>
            <a:stCxn id="27" idx="1"/>
            <a:endCxn id="34" idx="1"/>
          </p:cNvCxnSpPr>
          <p:nvPr/>
        </p:nvCxnSpPr>
        <p:spPr>
          <a:xfrm rot="10800000" flipH="1" flipV="1">
            <a:off x="719421" y="2691901"/>
            <a:ext cx="1" cy="1439001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iamond 40">
            <a:extLst>
              <a:ext uri="{FF2B5EF4-FFF2-40B4-BE49-F238E27FC236}">
                <a16:creationId xmlns:a16="http://schemas.microsoft.com/office/drawing/2014/main" id="{CED2B3AA-A6B3-BA31-7BF3-BA794F6C9273}"/>
              </a:ext>
            </a:extLst>
          </p:cNvPr>
          <p:cNvSpPr/>
          <p:nvPr/>
        </p:nvSpPr>
        <p:spPr>
          <a:xfrm>
            <a:off x="3856916" y="3491413"/>
            <a:ext cx="2097204" cy="1184274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Meets all requirements </a:t>
            </a:r>
            <a:r>
              <a:rPr lang="en-US" sz="105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(thermal, ZVS operational)?</a:t>
            </a:r>
            <a:endParaRPr lang="en-US" sz="1200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431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FCC91-6351-0572-0688-7449E7AE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36EF52-19D4-3D79-DE79-D7E117806DF4}"/>
              </a:ext>
            </a:extLst>
          </p:cNvPr>
          <p:cNvSpPr/>
          <p:nvPr/>
        </p:nvSpPr>
        <p:spPr>
          <a:xfrm>
            <a:off x="2310250" y="407458"/>
            <a:ext cx="22320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4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Decision of Circuit Parameters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6C50A89-D203-2225-AE2B-09C0EDBDF629}"/>
              </a:ext>
            </a:extLst>
          </p:cNvPr>
          <p:cNvSpPr/>
          <p:nvPr/>
        </p:nvSpPr>
        <p:spPr>
          <a:xfrm>
            <a:off x="7342496" y="1125407"/>
            <a:ext cx="22320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Selection of transformer and winding geometry</a:t>
            </a:r>
            <a:endParaRPr lang="en-JP" sz="1400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054793-F4CD-B13A-88E9-FEF1E27CFA71}"/>
              </a:ext>
            </a:extLst>
          </p:cNvPr>
          <p:cNvSpPr/>
          <p:nvPr/>
        </p:nvSpPr>
        <p:spPr>
          <a:xfrm>
            <a:off x="4874149" y="407458"/>
            <a:ext cx="22320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Selection of winding strategy and transformer constraints</a:t>
            </a:r>
            <a:endParaRPr lang="en-JP" sz="1300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4538D0FA-A846-9346-2B0E-691844A4779B}"/>
              </a:ext>
            </a:extLst>
          </p:cNvPr>
          <p:cNvSpPr/>
          <p:nvPr/>
        </p:nvSpPr>
        <p:spPr>
          <a:xfrm>
            <a:off x="7409894" y="2082365"/>
            <a:ext cx="2097204" cy="1184274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Aspect ratio acceptable?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88C6F7-3F31-CED1-1A92-A7C637D8F6EB}"/>
              </a:ext>
            </a:extLst>
          </p:cNvPr>
          <p:cNvSpPr/>
          <p:nvPr/>
        </p:nvSpPr>
        <p:spPr>
          <a:xfrm>
            <a:off x="4874153" y="2396336"/>
            <a:ext cx="22320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Calculation of winding and core losses</a:t>
            </a:r>
            <a:endParaRPr lang="en-JP" sz="1400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3FFFD348-6BC9-5188-183D-BC1281D9AEA9}"/>
              </a:ext>
            </a:extLst>
          </p:cNvPr>
          <p:cNvSpPr/>
          <p:nvPr/>
        </p:nvSpPr>
        <p:spPr>
          <a:xfrm>
            <a:off x="2445049" y="2082365"/>
            <a:ext cx="2097204" cy="1184274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Losses balanced?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72DC34F-8417-E1D8-04E1-D5F085C1E520}"/>
              </a:ext>
            </a:extLst>
          </p:cNvPr>
          <p:cNvSpPr/>
          <p:nvPr/>
        </p:nvSpPr>
        <p:spPr>
          <a:xfrm flipH="1">
            <a:off x="2307537" y="3932435"/>
            <a:ext cx="2234713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Thermo-magnetic simulation of transformer</a:t>
            </a:r>
            <a:endParaRPr lang="en-JP" sz="1400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A25BA6D-EB1D-E85D-4280-6EB5DA485610}"/>
              </a:ext>
            </a:extLst>
          </p:cNvPr>
          <p:cNvSpPr/>
          <p:nvPr/>
        </p:nvSpPr>
        <p:spPr>
          <a:xfrm flipH="1">
            <a:off x="4874153" y="3932435"/>
            <a:ext cx="22320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Simulation of parasitic components (capacitance and leakage inductance)</a:t>
            </a:r>
            <a:endParaRPr lang="en-JP" sz="1200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83E1E377-A18F-BE47-BB65-27ABE7A4ECC3}"/>
              </a:ext>
            </a:extLst>
          </p:cNvPr>
          <p:cNvSpPr/>
          <p:nvPr/>
        </p:nvSpPr>
        <p:spPr>
          <a:xfrm>
            <a:off x="7409894" y="3627016"/>
            <a:ext cx="2097204" cy="1184274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Meets requirements? </a:t>
            </a:r>
            <a:br>
              <a:rPr lang="en-US" sz="11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</a:br>
            <a:r>
              <a:rPr lang="en-US" sz="1000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(thermal, ZVS operational)</a:t>
            </a:r>
            <a:endParaRPr lang="en-US" sz="1100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82E0E13-2CD9-3966-FC7A-EA47E8CF333A}"/>
              </a:ext>
            </a:extLst>
          </p:cNvPr>
          <p:cNvCxnSpPr>
            <a:stCxn id="5" idx="3"/>
            <a:endCxn id="10" idx="1"/>
          </p:cNvCxnSpPr>
          <p:nvPr/>
        </p:nvCxnSpPr>
        <p:spPr>
          <a:xfrm>
            <a:off x="4542250" y="694177"/>
            <a:ext cx="3318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16352CE7-4BB8-2E81-C18B-ECF567C5507A}"/>
              </a:ext>
            </a:extLst>
          </p:cNvPr>
          <p:cNvCxnSpPr>
            <a:stCxn id="10" idx="3"/>
            <a:endCxn id="8" idx="0"/>
          </p:cNvCxnSpPr>
          <p:nvPr/>
        </p:nvCxnSpPr>
        <p:spPr>
          <a:xfrm>
            <a:off x="7106149" y="694177"/>
            <a:ext cx="1352347" cy="4312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00C57E0-727E-6DBA-B0A2-FB68B00426F2}"/>
              </a:ext>
            </a:extLst>
          </p:cNvPr>
          <p:cNvCxnSpPr>
            <a:stCxn id="8" idx="2"/>
            <a:endCxn id="19" idx="0"/>
          </p:cNvCxnSpPr>
          <p:nvPr/>
        </p:nvCxnSpPr>
        <p:spPr>
          <a:xfrm>
            <a:off x="8458496" y="1698845"/>
            <a:ext cx="0" cy="3835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FF7A6376-3922-910C-B8B5-7D21EBA1B70D}"/>
              </a:ext>
            </a:extLst>
          </p:cNvPr>
          <p:cNvCxnSpPr>
            <a:cxnSpLocks/>
            <a:stCxn id="23" idx="1"/>
            <a:endCxn id="27" idx="3"/>
          </p:cNvCxnSpPr>
          <p:nvPr/>
        </p:nvCxnSpPr>
        <p:spPr>
          <a:xfrm rot="10800000" flipV="1">
            <a:off x="2307537" y="2674502"/>
            <a:ext cx="137512" cy="1544652"/>
          </a:xfrm>
          <a:prstGeom prst="bentConnector3">
            <a:avLst>
              <a:gd name="adj1" fmla="val 20469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2C20E88-547B-8508-2F42-D6134E8AC65F}"/>
              </a:ext>
            </a:extLst>
          </p:cNvPr>
          <p:cNvCxnSpPr>
            <a:cxnSpLocks/>
          </p:cNvCxnSpPr>
          <p:nvPr/>
        </p:nvCxnSpPr>
        <p:spPr>
          <a:xfrm flipH="1">
            <a:off x="7106153" y="2672280"/>
            <a:ext cx="3318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754287B-A338-AF7C-F945-77D0B48A9282}"/>
              </a:ext>
            </a:extLst>
          </p:cNvPr>
          <p:cNvCxnSpPr>
            <a:cxnSpLocks/>
          </p:cNvCxnSpPr>
          <p:nvPr/>
        </p:nvCxnSpPr>
        <p:spPr>
          <a:xfrm flipH="1">
            <a:off x="4542253" y="2672280"/>
            <a:ext cx="3318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301D4A7-6503-C5C3-8CCF-71A7E5C5D977}"/>
              </a:ext>
            </a:extLst>
          </p:cNvPr>
          <p:cNvCxnSpPr>
            <a:cxnSpLocks/>
          </p:cNvCxnSpPr>
          <p:nvPr/>
        </p:nvCxnSpPr>
        <p:spPr>
          <a:xfrm>
            <a:off x="4542252" y="4219153"/>
            <a:ext cx="3318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5961D17-EE58-5F15-7B0B-D93F454A06FB}"/>
              </a:ext>
            </a:extLst>
          </p:cNvPr>
          <p:cNvCxnSpPr>
            <a:cxnSpLocks/>
          </p:cNvCxnSpPr>
          <p:nvPr/>
        </p:nvCxnSpPr>
        <p:spPr>
          <a:xfrm>
            <a:off x="7106153" y="4219153"/>
            <a:ext cx="3318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1BD09C7F-0AB5-8ADC-D9AE-369D0C65E69B}"/>
              </a:ext>
            </a:extLst>
          </p:cNvPr>
          <p:cNvCxnSpPr>
            <a:stCxn id="23" idx="0"/>
            <a:endCxn id="8" idx="1"/>
          </p:cNvCxnSpPr>
          <p:nvPr/>
        </p:nvCxnSpPr>
        <p:spPr>
          <a:xfrm rot="5400000" flipH="1" flipV="1">
            <a:off x="5082954" y="-177176"/>
            <a:ext cx="670239" cy="384884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674D9153-95F2-1F6A-1693-F3EE778C2FEC}"/>
              </a:ext>
            </a:extLst>
          </p:cNvPr>
          <p:cNvCxnSpPr>
            <a:stCxn id="19" idx="3"/>
            <a:endCxn id="8" idx="3"/>
          </p:cNvCxnSpPr>
          <p:nvPr/>
        </p:nvCxnSpPr>
        <p:spPr>
          <a:xfrm flipV="1">
            <a:off x="9507098" y="1412126"/>
            <a:ext cx="67398" cy="1262376"/>
          </a:xfrm>
          <a:prstGeom prst="bentConnector3">
            <a:avLst>
              <a:gd name="adj1" fmla="val 4391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4B05E21E-54A3-5E58-53AF-B21B7F404E43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9507098" y="2683055"/>
            <a:ext cx="291255" cy="153609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">
            <a:extLst>
              <a:ext uri="{FF2B5EF4-FFF2-40B4-BE49-F238E27FC236}">
                <a16:creationId xmlns:a16="http://schemas.microsoft.com/office/drawing/2014/main" id="{118101DF-ED08-A27D-FC7A-5F40449C75CF}"/>
              </a:ext>
            </a:extLst>
          </p:cNvPr>
          <p:cNvSpPr/>
          <p:nvPr/>
        </p:nvSpPr>
        <p:spPr>
          <a:xfrm>
            <a:off x="3113800" y="1800822"/>
            <a:ext cx="453319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</a:t>
            </a:r>
            <a:endParaRPr lang="en-JP" sz="140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70" name="Rounded Rectangle 6">
            <a:extLst>
              <a:ext uri="{FF2B5EF4-FFF2-40B4-BE49-F238E27FC236}">
                <a16:creationId xmlns:a16="http://schemas.microsoft.com/office/drawing/2014/main" id="{BA022086-5863-66C8-E8DC-DDCC47EFAF1B}"/>
              </a:ext>
            </a:extLst>
          </p:cNvPr>
          <p:cNvSpPr/>
          <p:nvPr/>
        </p:nvSpPr>
        <p:spPr>
          <a:xfrm>
            <a:off x="9314138" y="2220187"/>
            <a:ext cx="453319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</a:t>
            </a:r>
            <a:endParaRPr lang="en-JP" sz="140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id="{E8673B30-CE08-96C8-F8DD-341AD03C2A91}"/>
              </a:ext>
            </a:extLst>
          </p:cNvPr>
          <p:cNvSpPr/>
          <p:nvPr/>
        </p:nvSpPr>
        <p:spPr>
          <a:xfrm>
            <a:off x="9296596" y="3778607"/>
            <a:ext cx="453319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</a:t>
            </a:r>
            <a:endParaRPr lang="en-JP" sz="140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9D494A9F-977E-58B4-CF6F-A0DFCD9AC8E0}"/>
              </a:ext>
            </a:extLst>
          </p:cNvPr>
          <p:cNvSpPr/>
          <p:nvPr/>
        </p:nvSpPr>
        <p:spPr>
          <a:xfrm>
            <a:off x="7370654" y="5198732"/>
            <a:ext cx="22320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design is  acceptable</a:t>
            </a:r>
            <a:endParaRPr lang="en-JP" sz="1400" b="1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98E3E8B-CB39-B3C5-2877-BBA368307FEB}"/>
              </a:ext>
            </a:extLst>
          </p:cNvPr>
          <p:cNvCxnSpPr/>
          <p:nvPr/>
        </p:nvCxnSpPr>
        <p:spPr>
          <a:xfrm>
            <a:off x="8458496" y="4811290"/>
            <a:ext cx="0" cy="3835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6">
            <a:extLst>
              <a:ext uri="{FF2B5EF4-FFF2-40B4-BE49-F238E27FC236}">
                <a16:creationId xmlns:a16="http://schemas.microsoft.com/office/drawing/2014/main" id="{D5CE7600-0651-632D-EB10-253C41D9DC43}"/>
              </a:ext>
            </a:extLst>
          </p:cNvPr>
          <p:cNvSpPr/>
          <p:nvPr/>
        </p:nvSpPr>
        <p:spPr>
          <a:xfrm>
            <a:off x="2184691" y="2267884"/>
            <a:ext cx="453319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Y</a:t>
            </a:r>
            <a:endParaRPr lang="en-JP" sz="140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0" name="Rounded Rectangle 6">
            <a:extLst>
              <a:ext uri="{FF2B5EF4-FFF2-40B4-BE49-F238E27FC236}">
                <a16:creationId xmlns:a16="http://schemas.microsoft.com/office/drawing/2014/main" id="{85EE8272-6D06-2D43-E119-B1B9ABDCA77C}"/>
              </a:ext>
            </a:extLst>
          </p:cNvPr>
          <p:cNvSpPr/>
          <p:nvPr/>
        </p:nvSpPr>
        <p:spPr>
          <a:xfrm>
            <a:off x="7185477" y="2264695"/>
            <a:ext cx="453319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Y</a:t>
            </a:r>
            <a:endParaRPr lang="en-JP" sz="140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1" name="Rounded Rectangle 6">
            <a:extLst>
              <a:ext uri="{FF2B5EF4-FFF2-40B4-BE49-F238E27FC236}">
                <a16:creationId xmlns:a16="http://schemas.microsoft.com/office/drawing/2014/main" id="{8BB93D6F-5643-C7EB-E669-BD4FD1D06500}"/>
              </a:ext>
            </a:extLst>
          </p:cNvPr>
          <p:cNvSpPr/>
          <p:nvPr/>
        </p:nvSpPr>
        <p:spPr>
          <a:xfrm>
            <a:off x="8458496" y="4743984"/>
            <a:ext cx="453319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Y</a:t>
            </a:r>
            <a:endParaRPr lang="en-JP" sz="140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F4F0512D-66F8-4F03-BC4E-22901D6D2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343" y="3280470"/>
            <a:ext cx="1844306" cy="1728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591E4F07-3E66-097E-2031-575479F83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73" y="3278580"/>
            <a:ext cx="1797105" cy="17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236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C5802-4CFD-5018-B7F8-4227CDA5B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113EB8-CD6C-C7D2-EE08-A2DEBD5396DE}"/>
              </a:ext>
            </a:extLst>
          </p:cNvPr>
          <p:cNvSpPr/>
          <p:nvPr/>
        </p:nvSpPr>
        <p:spPr>
          <a:xfrm>
            <a:off x="1198142" y="407458"/>
            <a:ext cx="22320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400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Decision of Circuit Parameters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6E0F058-3E23-4129-C7F7-A9687BBD9174}"/>
              </a:ext>
            </a:extLst>
          </p:cNvPr>
          <p:cNvSpPr/>
          <p:nvPr/>
        </p:nvSpPr>
        <p:spPr>
          <a:xfrm>
            <a:off x="7342496" y="1125407"/>
            <a:ext cx="22320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Selection of transformer and winding geometry</a:t>
            </a:r>
            <a:endParaRPr lang="en-JP" sz="1400">
              <a:solidFill>
                <a:sysClr val="windowText" lastClr="000000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AA6DDE4-55E0-FD35-5CB3-28D9CA3C6AFC}"/>
              </a:ext>
            </a:extLst>
          </p:cNvPr>
          <p:cNvSpPr/>
          <p:nvPr/>
        </p:nvSpPr>
        <p:spPr>
          <a:xfrm>
            <a:off x="3762041" y="407458"/>
            <a:ext cx="22320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Selection of winding strategy and transformer constraints</a:t>
            </a:r>
            <a:endParaRPr lang="en-JP" sz="1300">
              <a:solidFill>
                <a:sysClr val="windowText" lastClr="000000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D5034421-452B-3264-78AD-ED393FC1134A}"/>
              </a:ext>
            </a:extLst>
          </p:cNvPr>
          <p:cNvSpPr/>
          <p:nvPr/>
        </p:nvSpPr>
        <p:spPr>
          <a:xfrm>
            <a:off x="7409894" y="2082365"/>
            <a:ext cx="2097204" cy="1184274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Aspect ratio acceptable?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ECE574C-766E-56E1-6267-C4CED4FA0866}"/>
              </a:ext>
            </a:extLst>
          </p:cNvPr>
          <p:cNvSpPr/>
          <p:nvPr/>
        </p:nvSpPr>
        <p:spPr>
          <a:xfrm>
            <a:off x="3762045" y="2396336"/>
            <a:ext cx="22320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Calculation of winding and core losses</a:t>
            </a:r>
            <a:endParaRPr lang="en-JP" sz="1400">
              <a:solidFill>
                <a:sysClr val="windowText" lastClr="000000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E7ABC38B-1628-B1B4-B560-E94730C2B6C6}"/>
              </a:ext>
            </a:extLst>
          </p:cNvPr>
          <p:cNvSpPr/>
          <p:nvPr/>
        </p:nvSpPr>
        <p:spPr>
          <a:xfrm>
            <a:off x="1332941" y="2082365"/>
            <a:ext cx="2097204" cy="1184274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Losses balanced?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A66BF4D-225C-7DD6-95ED-4D0077A4FA6E}"/>
              </a:ext>
            </a:extLst>
          </p:cNvPr>
          <p:cNvSpPr/>
          <p:nvPr/>
        </p:nvSpPr>
        <p:spPr>
          <a:xfrm flipH="1">
            <a:off x="1195429" y="3932435"/>
            <a:ext cx="2234713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Thermo-magnetic simulation of transformer</a:t>
            </a:r>
            <a:endParaRPr lang="en-JP" sz="1400">
              <a:solidFill>
                <a:sysClr val="windowText" lastClr="000000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EA9167B-6B22-9D77-36C0-29366C017D18}"/>
              </a:ext>
            </a:extLst>
          </p:cNvPr>
          <p:cNvSpPr/>
          <p:nvPr/>
        </p:nvSpPr>
        <p:spPr>
          <a:xfrm flipH="1">
            <a:off x="3762045" y="3932435"/>
            <a:ext cx="22320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Simulation of parasitic components (capacitance and leakage inductance)</a:t>
            </a:r>
            <a:endParaRPr lang="en-JP" sz="1200">
              <a:solidFill>
                <a:sysClr val="windowText" lastClr="000000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A18A8D7A-9F2E-F69A-D1D0-E93310F047C3}"/>
              </a:ext>
            </a:extLst>
          </p:cNvPr>
          <p:cNvSpPr/>
          <p:nvPr/>
        </p:nvSpPr>
        <p:spPr>
          <a:xfrm>
            <a:off x="7409894" y="3627016"/>
            <a:ext cx="2097204" cy="1184274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Meets requirements? </a:t>
            </a:r>
            <a:br>
              <a:rPr lang="en-US" sz="1050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</a:br>
            <a:r>
              <a:rPr lang="en-US" sz="900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(thermal, ZVS operational)</a:t>
            </a:r>
            <a:endParaRPr lang="en-US" sz="1050">
              <a:solidFill>
                <a:sysClr val="windowText" lastClr="000000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AF66B7-B660-0463-4AD3-15EC307AFC6F}"/>
              </a:ext>
            </a:extLst>
          </p:cNvPr>
          <p:cNvCxnSpPr>
            <a:stCxn id="5" idx="3"/>
            <a:endCxn id="10" idx="1"/>
          </p:cNvCxnSpPr>
          <p:nvPr/>
        </p:nvCxnSpPr>
        <p:spPr>
          <a:xfrm>
            <a:off x="3430142" y="694177"/>
            <a:ext cx="3318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A9DF2840-F9FE-9AEC-D478-61A3C6915C9F}"/>
              </a:ext>
            </a:extLst>
          </p:cNvPr>
          <p:cNvCxnSpPr>
            <a:cxnSpLocks/>
            <a:stCxn id="10" idx="3"/>
            <a:endCxn id="8" idx="0"/>
          </p:cNvCxnSpPr>
          <p:nvPr/>
        </p:nvCxnSpPr>
        <p:spPr>
          <a:xfrm>
            <a:off x="5994041" y="694177"/>
            <a:ext cx="2464455" cy="4312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DFBA0CD-4218-926B-DE0A-3419F784898A}"/>
              </a:ext>
            </a:extLst>
          </p:cNvPr>
          <p:cNvCxnSpPr>
            <a:stCxn id="8" idx="2"/>
            <a:endCxn id="19" idx="0"/>
          </p:cNvCxnSpPr>
          <p:nvPr/>
        </p:nvCxnSpPr>
        <p:spPr>
          <a:xfrm>
            <a:off x="8458496" y="1698845"/>
            <a:ext cx="0" cy="3835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33657EC3-F862-5B8F-D00E-E26D19FED016}"/>
              </a:ext>
            </a:extLst>
          </p:cNvPr>
          <p:cNvCxnSpPr>
            <a:cxnSpLocks/>
            <a:stCxn id="23" idx="1"/>
            <a:endCxn id="27" idx="3"/>
          </p:cNvCxnSpPr>
          <p:nvPr/>
        </p:nvCxnSpPr>
        <p:spPr>
          <a:xfrm rot="10800000" flipV="1">
            <a:off x="1195429" y="2674502"/>
            <a:ext cx="137512" cy="1544652"/>
          </a:xfrm>
          <a:prstGeom prst="bentConnector3">
            <a:avLst>
              <a:gd name="adj1" fmla="val 26624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C6E756F-2B59-8659-5D6B-70380FF77249}"/>
              </a:ext>
            </a:extLst>
          </p:cNvPr>
          <p:cNvCxnSpPr>
            <a:cxnSpLocks/>
          </p:cNvCxnSpPr>
          <p:nvPr/>
        </p:nvCxnSpPr>
        <p:spPr>
          <a:xfrm flipH="1">
            <a:off x="5994041" y="2672280"/>
            <a:ext cx="14440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4DE4AE6-CACD-EE71-5311-D802E2E8D370}"/>
              </a:ext>
            </a:extLst>
          </p:cNvPr>
          <p:cNvCxnSpPr>
            <a:cxnSpLocks/>
          </p:cNvCxnSpPr>
          <p:nvPr/>
        </p:nvCxnSpPr>
        <p:spPr>
          <a:xfrm flipH="1">
            <a:off x="3430145" y="2672280"/>
            <a:ext cx="3318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E0AAEEB-54DF-84E4-BD49-6FBF7321FB12}"/>
              </a:ext>
            </a:extLst>
          </p:cNvPr>
          <p:cNvCxnSpPr>
            <a:cxnSpLocks/>
          </p:cNvCxnSpPr>
          <p:nvPr/>
        </p:nvCxnSpPr>
        <p:spPr>
          <a:xfrm>
            <a:off x="3430144" y="4219153"/>
            <a:ext cx="3318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98186DF-EB17-9A92-82AB-BE13605C0FE6}"/>
              </a:ext>
            </a:extLst>
          </p:cNvPr>
          <p:cNvCxnSpPr>
            <a:cxnSpLocks/>
            <a:stCxn id="34" idx="1"/>
          </p:cNvCxnSpPr>
          <p:nvPr/>
        </p:nvCxnSpPr>
        <p:spPr>
          <a:xfrm flipV="1">
            <a:off x="5994045" y="4219153"/>
            <a:ext cx="144400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F2DA637D-4CA0-3DA4-3C5A-BF892B022925}"/>
              </a:ext>
            </a:extLst>
          </p:cNvPr>
          <p:cNvCxnSpPr>
            <a:cxnSpLocks/>
            <a:stCxn id="23" idx="0"/>
            <a:endCxn id="8" idx="1"/>
          </p:cNvCxnSpPr>
          <p:nvPr/>
        </p:nvCxnSpPr>
        <p:spPr>
          <a:xfrm rot="5400000" flipH="1" flipV="1">
            <a:off x="4526900" y="-733230"/>
            <a:ext cx="670239" cy="496095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53E67C39-75D5-CC99-D073-7DDB1CDBE231}"/>
              </a:ext>
            </a:extLst>
          </p:cNvPr>
          <p:cNvCxnSpPr>
            <a:stCxn id="19" idx="3"/>
            <a:endCxn id="8" idx="3"/>
          </p:cNvCxnSpPr>
          <p:nvPr/>
        </p:nvCxnSpPr>
        <p:spPr>
          <a:xfrm flipV="1">
            <a:off x="9507098" y="1412126"/>
            <a:ext cx="67398" cy="1262376"/>
          </a:xfrm>
          <a:prstGeom prst="bentConnector3">
            <a:avLst>
              <a:gd name="adj1" fmla="val 4391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11256C3A-5679-AF0B-6E04-2BEA3864FF67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9507098" y="2683055"/>
            <a:ext cx="291255" cy="153609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">
            <a:extLst>
              <a:ext uri="{FF2B5EF4-FFF2-40B4-BE49-F238E27FC236}">
                <a16:creationId xmlns:a16="http://schemas.microsoft.com/office/drawing/2014/main" id="{3FAC57B0-A88D-E48F-CC43-8359407E8DF7}"/>
              </a:ext>
            </a:extLst>
          </p:cNvPr>
          <p:cNvSpPr/>
          <p:nvPr/>
        </p:nvSpPr>
        <p:spPr>
          <a:xfrm>
            <a:off x="2001692" y="1800822"/>
            <a:ext cx="453319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</a:t>
            </a:r>
            <a:endParaRPr lang="en-JP" sz="1400">
              <a:solidFill>
                <a:schemeClr val="tx1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70" name="Rounded Rectangle 6">
            <a:extLst>
              <a:ext uri="{FF2B5EF4-FFF2-40B4-BE49-F238E27FC236}">
                <a16:creationId xmlns:a16="http://schemas.microsoft.com/office/drawing/2014/main" id="{B98065B8-135F-FB16-1938-7ADD6D00F451}"/>
              </a:ext>
            </a:extLst>
          </p:cNvPr>
          <p:cNvSpPr/>
          <p:nvPr/>
        </p:nvSpPr>
        <p:spPr>
          <a:xfrm>
            <a:off x="9314138" y="2220187"/>
            <a:ext cx="453319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</a:t>
            </a:r>
            <a:endParaRPr lang="en-JP" sz="1400">
              <a:solidFill>
                <a:schemeClr val="tx1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id="{9696CE44-F31F-FCD9-2A2B-2D9B75625CCD}"/>
              </a:ext>
            </a:extLst>
          </p:cNvPr>
          <p:cNvSpPr/>
          <p:nvPr/>
        </p:nvSpPr>
        <p:spPr>
          <a:xfrm>
            <a:off x="9296596" y="3778607"/>
            <a:ext cx="453319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</a:t>
            </a:r>
            <a:endParaRPr lang="en-JP" sz="1400">
              <a:solidFill>
                <a:schemeClr val="tx1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0723CCF6-2D4C-5981-C5CB-687D243F204F}"/>
              </a:ext>
            </a:extLst>
          </p:cNvPr>
          <p:cNvSpPr/>
          <p:nvPr/>
        </p:nvSpPr>
        <p:spPr>
          <a:xfrm>
            <a:off x="7370654" y="5198732"/>
            <a:ext cx="2232000" cy="5734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Transformer design is  acceptable</a:t>
            </a:r>
            <a:endParaRPr lang="en-JP" sz="1400" b="1">
              <a:solidFill>
                <a:sysClr val="windowText" lastClr="000000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0E7B22D-9CE8-215F-806E-3DC277CDCC92}"/>
              </a:ext>
            </a:extLst>
          </p:cNvPr>
          <p:cNvCxnSpPr/>
          <p:nvPr/>
        </p:nvCxnSpPr>
        <p:spPr>
          <a:xfrm>
            <a:off x="8458496" y="4811290"/>
            <a:ext cx="0" cy="3835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6">
            <a:extLst>
              <a:ext uri="{FF2B5EF4-FFF2-40B4-BE49-F238E27FC236}">
                <a16:creationId xmlns:a16="http://schemas.microsoft.com/office/drawing/2014/main" id="{93E7D058-F14A-668E-DA8A-12EB1270D876}"/>
              </a:ext>
            </a:extLst>
          </p:cNvPr>
          <p:cNvSpPr/>
          <p:nvPr/>
        </p:nvSpPr>
        <p:spPr>
          <a:xfrm>
            <a:off x="1072583" y="2267884"/>
            <a:ext cx="453319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Y</a:t>
            </a:r>
            <a:endParaRPr lang="en-JP" sz="1400">
              <a:solidFill>
                <a:schemeClr val="tx1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80" name="Rounded Rectangle 6">
            <a:extLst>
              <a:ext uri="{FF2B5EF4-FFF2-40B4-BE49-F238E27FC236}">
                <a16:creationId xmlns:a16="http://schemas.microsoft.com/office/drawing/2014/main" id="{A8B42958-F729-E430-CC1E-197494F008A4}"/>
              </a:ext>
            </a:extLst>
          </p:cNvPr>
          <p:cNvSpPr/>
          <p:nvPr/>
        </p:nvSpPr>
        <p:spPr>
          <a:xfrm>
            <a:off x="7185477" y="2264695"/>
            <a:ext cx="453319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Y</a:t>
            </a:r>
            <a:endParaRPr lang="en-JP" sz="1400">
              <a:solidFill>
                <a:schemeClr val="tx1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81" name="Rounded Rectangle 6">
            <a:extLst>
              <a:ext uri="{FF2B5EF4-FFF2-40B4-BE49-F238E27FC236}">
                <a16:creationId xmlns:a16="http://schemas.microsoft.com/office/drawing/2014/main" id="{DCBA7D5E-C0C4-7ADB-0497-214D74228958}"/>
              </a:ext>
            </a:extLst>
          </p:cNvPr>
          <p:cNvSpPr/>
          <p:nvPr/>
        </p:nvSpPr>
        <p:spPr>
          <a:xfrm>
            <a:off x="8458496" y="4743984"/>
            <a:ext cx="453319" cy="4151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Y</a:t>
            </a:r>
            <a:endParaRPr lang="en-JP" sz="1400">
              <a:solidFill>
                <a:schemeClr val="tx1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624F47C5-C027-28C9-99B5-E490C70BF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343" y="6244165"/>
            <a:ext cx="1844306" cy="1728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7392B3D-CB34-6E1E-F7B8-3470DD813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989" y="6281106"/>
            <a:ext cx="1797105" cy="17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789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BD346-1898-A15F-DE39-41DF5EFE9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3FAF617-B571-9AE2-4A05-4572BC6B58D5}"/>
              </a:ext>
            </a:extLst>
          </p:cNvPr>
          <p:cNvSpPr/>
          <p:nvPr/>
        </p:nvSpPr>
        <p:spPr>
          <a:xfrm>
            <a:off x="3125541" y="2625055"/>
            <a:ext cx="742527" cy="126643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94FC4A-ED3D-D686-466E-221AC941DBF3}"/>
              </a:ext>
            </a:extLst>
          </p:cNvPr>
          <p:cNvCxnSpPr>
            <a:cxnSpLocks/>
          </p:cNvCxnSpPr>
          <p:nvPr/>
        </p:nvCxnSpPr>
        <p:spPr>
          <a:xfrm flipH="1">
            <a:off x="3044596" y="2538800"/>
            <a:ext cx="431937" cy="0"/>
          </a:xfrm>
          <a:prstGeom prst="line">
            <a:avLst/>
          </a:prstGeom>
          <a:ln w="38100">
            <a:solidFill>
              <a:srgbClr val="C5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20498E7-C3FF-D8F0-E594-DC18378D0F33}"/>
              </a:ext>
            </a:extLst>
          </p:cNvPr>
          <p:cNvCxnSpPr>
            <a:cxnSpLocks/>
          </p:cNvCxnSpPr>
          <p:nvPr/>
        </p:nvCxnSpPr>
        <p:spPr>
          <a:xfrm>
            <a:off x="3055540" y="2538800"/>
            <a:ext cx="0" cy="1418365"/>
          </a:xfrm>
          <a:prstGeom prst="line">
            <a:avLst/>
          </a:prstGeom>
          <a:ln w="38100">
            <a:solidFill>
              <a:srgbClr val="C5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DAB749-7E91-40AE-881D-A6A06964C83A}"/>
              </a:ext>
            </a:extLst>
          </p:cNvPr>
          <p:cNvCxnSpPr>
            <a:cxnSpLocks/>
          </p:cNvCxnSpPr>
          <p:nvPr/>
        </p:nvCxnSpPr>
        <p:spPr>
          <a:xfrm flipH="1">
            <a:off x="3037910" y="3957164"/>
            <a:ext cx="909648" cy="0"/>
          </a:xfrm>
          <a:prstGeom prst="line">
            <a:avLst/>
          </a:prstGeom>
          <a:ln w="38100">
            <a:solidFill>
              <a:srgbClr val="C5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EC99739-D3C7-89EB-7B53-3CD40F1D1DD6}"/>
              </a:ext>
            </a:extLst>
          </p:cNvPr>
          <p:cNvCxnSpPr>
            <a:cxnSpLocks/>
          </p:cNvCxnSpPr>
          <p:nvPr/>
        </p:nvCxnSpPr>
        <p:spPr>
          <a:xfrm flipH="1">
            <a:off x="2986335" y="4022089"/>
            <a:ext cx="1048775" cy="0"/>
          </a:xfrm>
          <a:prstGeom prst="line">
            <a:avLst/>
          </a:prstGeom>
          <a:ln w="38100">
            <a:solidFill>
              <a:srgbClr val="C5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178A62-BA1D-3128-7580-CE579B4AFF1D}"/>
              </a:ext>
            </a:extLst>
          </p:cNvPr>
          <p:cNvCxnSpPr>
            <a:cxnSpLocks/>
          </p:cNvCxnSpPr>
          <p:nvPr/>
        </p:nvCxnSpPr>
        <p:spPr>
          <a:xfrm>
            <a:off x="2986335" y="2467944"/>
            <a:ext cx="0" cy="1554145"/>
          </a:xfrm>
          <a:prstGeom prst="line">
            <a:avLst/>
          </a:prstGeom>
          <a:ln w="38100">
            <a:solidFill>
              <a:srgbClr val="C5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4E56582-DCFC-7A7E-E728-107CB0C1C0C7}"/>
              </a:ext>
            </a:extLst>
          </p:cNvPr>
          <p:cNvCxnSpPr>
            <a:cxnSpLocks/>
          </p:cNvCxnSpPr>
          <p:nvPr/>
        </p:nvCxnSpPr>
        <p:spPr>
          <a:xfrm flipH="1">
            <a:off x="2979649" y="2473136"/>
            <a:ext cx="962355" cy="0"/>
          </a:xfrm>
          <a:prstGeom prst="line">
            <a:avLst/>
          </a:prstGeom>
          <a:ln w="38100">
            <a:solidFill>
              <a:srgbClr val="C5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E06277-C3F0-E516-B73E-F4B43ADEFD14}"/>
              </a:ext>
            </a:extLst>
          </p:cNvPr>
          <p:cNvCxnSpPr>
            <a:cxnSpLocks/>
          </p:cNvCxnSpPr>
          <p:nvPr/>
        </p:nvCxnSpPr>
        <p:spPr>
          <a:xfrm>
            <a:off x="3942004" y="2467944"/>
            <a:ext cx="0" cy="1489220"/>
          </a:xfrm>
          <a:prstGeom prst="line">
            <a:avLst/>
          </a:prstGeom>
          <a:ln w="38100">
            <a:solidFill>
              <a:srgbClr val="C5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FF1620D-077C-9DFC-26E2-7E52757227B8}"/>
              </a:ext>
            </a:extLst>
          </p:cNvPr>
          <p:cNvCxnSpPr>
            <a:cxnSpLocks/>
          </p:cNvCxnSpPr>
          <p:nvPr/>
        </p:nvCxnSpPr>
        <p:spPr>
          <a:xfrm>
            <a:off x="4020543" y="2394649"/>
            <a:ext cx="0" cy="1639220"/>
          </a:xfrm>
          <a:prstGeom prst="line">
            <a:avLst/>
          </a:prstGeom>
          <a:ln w="38100">
            <a:solidFill>
              <a:srgbClr val="C5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ED9BE5-3E05-02D7-34D8-E8165B04D258}"/>
              </a:ext>
            </a:extLst>
          </p:cNvPr>
          <p:cNvCxnSpPr>
            <a:cxnSpLocks/>
          </p:cNvCxnSpPr>
          <p:nvPr/>
        </p:nvCxnSpPr>
        <p:spPr>
          <a:xfrm flipH="1">
            <a:off x="3517289" y="2394649"/>
            <a:ext cx="503254" cy="0"/>
          </a:xfrm>
          <a:prstGeom prst="line">
            <a:avLst/>
          </a:prstGeom>
          <a:ln w="38100">
            <a:solidFill>
              <a:srgbClr val="C559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E023734-4CDD-2BB7-7003-306464F9B948}"/>
              </a:ext>
            </a:extLst>
          </p:cNvPr>
          <p:cNvCxnSpPr>
            <a:cxnSpLocks/>
          </p:cNvCxnSpPr>
          <p:nvPr/>
        </p:nvCxnSpPr>
        <p:spPr>
          <a:xfrm>
            <a:off x="2898782" y="2380227"/>
            <a:ext cx="0" cy="171702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A3BDCB-815A-F336-875B-DE4B376D7B52}"/>
              </a:ext>
            </a:extLst>
          </p:cNvPr>
          <p:cNvCxnSpPr>
            <a:cxnSpLocks/>
          </p:cNvCxnSpPr>
          <p:nvPr/>
        </p:nvCxnSpPr>
        <p:spPr>
          <a:xfrm flipH="1">
            <a:off x="2884442" y="4097251"/>
            <a:ext cx="1216584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EA10A9-CB9D-51EF-D29A-AF4DC1426F1C}"/>
              </a:ext>
            </a:extLst>
          </p:cNvPr>
          <p:cNvCxnSpPr>
            <a:cxnSpLocks/>
          </p:cNvCxnSpPr>
          <p:nvPr/>
        </p:nvCxnSpPr>
        <p:spPr>
          <a:xfrm>
            <a:off x="4101026" y="2317633"/>
            <a:ext cx="0" cy="1779617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D0D325B-C416-4AEE-CDDB-FAAD34043BB3}"/>
              </a:ext>
            </a:extLst>
          </p:cNvPr>
          <p:cNvCxnSpPr>
            <a:cxnSpLocks/>
          </p:cNvCxnSpPr>
          <p:nvPr/>
        </p:nvCxnSpPr>
        <p:spPr>
          <a:xfrm flipH="1">
            <a:off x="2898782" y="2394308"/>
            <a:ext cx="57775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285DC6D-D1B1-D599-C347-94394CCBDBE2}"/>
              </a:ext>
            </a:extLst>
          </p:cNvPr>
          <p:cNvCxnSpPr>
            <a:cxnSpLocks/>
          </p:cNvCxnSpPr>
          <p:nvPr/>
        </p:nvCxnSpPr>
        <p:spPr>
          <a:xfrm flipH="1">
            <a:off x="2809633" y="2317633"/>
            <a:ext cx="1291393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A8B8F8A-B5BC-E7DB-2C47-D65E4F90B136}"/>
              </a:ext>
            </a:extLst>
          </p:cNvPr>
          <p:cNvCxnSpPr>
            <a:cxnSpLocks/>
          </p:cNvCxnSpPr>
          <p:nvPr/>
        </p:nvCxnSpPr>
        <p:spPr>
          <a:xfrm>
            <a:off x="2809633" y="2317633"/>
            <a:ext cx="0" cy="185724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A56D998-FBA5-7CBD-AB8C-585F0C221A59}"/>
              </a:ext>
            </a:extLst>
          </p:cNvPr>
          <p:cNvCxnSpPr>
            <a:cxnSpLocks/>
          </p:cNvCxnSpPr>
          <p:nvPr/>
        </p:nvCxnSpPr>
        <p:spPr>
          <a:xfrm flipH="1">
            <a:off x="2809633" y="4181735"/>
            <a:ext cx="1373472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01FFBC-5866-32E4-0A02-92D2A5AE47D3}"/>
              </a:ext>
            </a:extLst>
          </p:cNvPr>
          <p:cNvCxnSpPr>
            <a:cxnSpLocks/>
          </p:cNvCxnSpPr>
          <p:nvPr/>
        </p:nvCxnSpPr>
        <p:spPr>
          <a:xfrm>
            <a:off x="4183105" y="2223933"/>
            <a:ext cx="0" cy="195094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D43980E-D9D1-ABC7-FBE2-0FA7EAB01F32}"/>
              </a:ext>
            </a:extLst>
          </p:cNvPr>
          <p:cNvCxnSpPr>
            <a:cxnSpLocks/>
          </p:cNvCxnSpPr>
          <p:nvPr/>
        </p:nvCxnSpPr>
        <p:spPr>
          <a:xfrm flipH="1">
            <a:off x="3476533" y="2228074"/>
            <a:ext cx="713642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D02162F-3966-6433-6691-FF54B9CD3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650" y="1427023"/>
            <a:ext cx="1508509" cy="70891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D7E7ADB-2E37-2623-75E5-421D6168275A}"/>
              </a:ext>
            </a:extLst>
          </p:cNvPr>
          <p:cNvGrpSpPr/>
          <p:nvPr/>
        </p:nvGrpSpPr>
        <p:grpSpPr>
          <a:xfrm>
            <a:off x="6795490" y="2209969"/>
            <a:ext cx="1351264" cy="1968336"/>
            <a:chOff x="6705097" y="1555368"/>
            <a:chExt cx="1709691" cy="2490444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BEDBE15-3BE2-003E-8B6E-6DDFADC6DD6D}"/>
                </a:ext>
              </a:extLst>
            </p:cNvPr>
            <p:cNvSpPr/>
            <p:nvPr/>
          </p:nvSpPr>
          <p:spPr>
            <a:xfrm>
              <a:off x="7088920" y="2102247"/>
              <a:ext cx="933765" cy="159260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37F1839-C7E9-552C-81C1-7678D88AEE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87129" y="1993776"/>
              <a:ext cx="543182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A79D858-9F36-AF65-4B5F-B50FD0681542}"/>
                </a:ext>
              </a:extLst>
            </p:cNvPr>
            <p:cNvCxnSpPr>
              <a:cxnSpLocks/>
            </p:cNvCxnSpPr>
            <p:nvPr/>
          </p:nvCxnSpPr>
          <p:spPr>
            <a:xfrm>
              <a:off x="7000892" y="1993776"/>
              <a:ext cx="0" cy="1783665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228028A-8244-E8F3-AAF2-7AB948EB2B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78720" y="3777441"/>
              <a:ext cx="1143928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1D749A8-706E-D98F-CBAE-6C91E7C5D1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3862" y="3859087"/>
              <a:ext cx="1318887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E147E88-61E4-00DF-5D1A-05DC11C18293}"/>
                </a:ext>
              </a:extLst>
            </p:cNvPr>
            <p:cNvCxnSpPr>
              <a:cxnSpLocks/>
            </p:cNvCxnSpPr>
            <p:nvPr/>
          </p:nvCxnSpPr>
          <p:spPr>
            <a:xfrm>
              <a:off x="6913862" y="1904672"/>
              <a:ext cx="0" cy="1954415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6D2D3A5A-55F3-0143-4D9E-5BB212307B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5455" y="1911200"/>
              <a:ext cx="624856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3AECC74-8F47-2462-4034-AAD4A92F0C8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664" y="1829093"/>
              <a:ext cx="0" cy="1948348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A2FF5680-8DC0-176D-3912-E68708703A1C}"/>
                </a:ext>
              </a:extLst>
            </p:cNvPr>
            <p:cNvCxnSpPr>
              <a:cxnSpLocks/>
            </p:cNvCxnSpPr>
            <p:nvPr/>
          </p:nvCxnSpPr>
          <p:spPr>
            <a:xfrm>
              <a:off x="8214430" y="1732793"/>
              <a:ext cx="0" cy="2141107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DD5A425-6A09-0B2F-F7A3-B00B982BC5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8317" y="1829093"/>
              <a:ext cx="1307348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FD18D8D-A294-C5A7-1826-8EFFC0F0CA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5097" y="1726033"/>
              <a:ext cx="1509333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21242AF-10B1-7577-34E0-2C79D5499E10}"/>
                </a:ext>
              </a:extLst>
            </p:cNvPr>
            <p:cNvCxnSpPr>
              <a:cxnSpLocks/>
            </p:cNvCxnSpPr>
            <p:nvPr/>
          </p:nvCxnSpPr>
          <p:spPr>
            <a:xfrm>
              <a:off x="6808317" y="1807083"/>
              <a:ext cx="0" cy="2141107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EB61138-2713-E4D1-0E3D-2935F6C2C8B0}"/>
                </a:ext>
              </a:extLst>
            </p:cNvPr>
            <p:cNvCxnSpPr>
              <a:cxnSpLocks/>
            </p:cNvCxnSpPr>
            <p:nvPr/>
          </p:nvCxnSpPr>
          <p:spPr>
            <a:xfrm>
              <a:off x="6707423" y="1726033"/>
              <a:ext cx="0" cy="2319779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EFA9E05-F0EF-BF8A-E4B4-DA981B4DD0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5097" y="4032049"/>
              <a:ext cx="1685922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C47721C-FA62-4D83-F43A-D25D11C10E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8317" y="3948620"/>
              <a:ext cx="1493245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DF401F1-8F48-B0C5-4019-0DF39D35E1FE}"/>
                </a:ext>
              </a:extLst>
            </p:cNvPr>
            <p:cNvCxnSpPr>
              <a:cxnSpLocks/>
            </p:cNvCxnSpPr>
            <p:nvPr/>
          </p:nvCxnSpPr>
          <p:spPr>
            <a:xfrm>
              <a:off x="8301562" y="1637330"/>
              <a:ext cx="0" cy="2331818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DEFFB01-75A5-2217-AC22-4EE82B61C3ED}"/>
                </a:ext>
              </a:extLst>
            </p:cNvPr>
            <p:cNvCxnSpPr>
              <a:cxnSpLocks/>
            </p:cNvCxnSpPr>
            <p:nvPr/>
          </p:nvCxnSpPr>
          <p:spPr>
            <a:xfrm>
              <a:off x="8391019" y="1555368"/>
              <a:ext cx="0" cy="2490411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3F0085D-3581-B1D4-D0EF-4485D3AAC5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0311" y="1644327"/>
              <a:ext cx="755757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26EF27B-7D68-38AD-E3FA-182E816834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0311" y="1562525"/>
              <a:ext cx="884477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AC429A0F-82B2-FCF8-BCD8-0F74525B8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0502" y="1435017"/>
            <a:ext cx="1454400" cy="67573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6702152-8F33-C0A0-509B-252B0A27854A}"/>
              </a:ext>
            </a:extLst>
          </p:cNvPr>
          <p:cNvGrpSpPr/>
          <p:nvPr/>
        </p:nvGrpSpPr>
        <p:grpSpPr>
          <a:xfrm>
            <a:off x="4831988" y="2209970"/>
            <a:ext cx="1292792" cy="1889994"/>
            <a:chOff x="4105484" y="1504369"/>
            <a:chExt cx="1740587" cy="2544646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DDD7F95-FBA1-45E5-622F-6DA19B245329}"/>
                </a:ext>
              </a:extLst>
            </p:cNvPr>
            <p:cNvSpPr/>
            <p:nvPr/>
          </p:nvSpPr>
          <p:spPr>
            <a:xfrm>
              <a:off x="4476949" y="2083902"/>
              <a:ext cx="940757" cy="160453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B8F7F3C-8FD3-0AF1-26CD-E2EC2D420E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4395" y="1974619"/>
              <a:ext cx="547249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9619F4D-48FF-4764-2E2B-CE75C96C566F}"/>
                </a:ext>
              </a:extLst>
            </p:cNvPr>
            <p:cNvCxnSpPr>
              <a:cxnSpLocks/>
            </p:cNvCxnSpPr>
            <p:nvPr/>
          </p:nvCxnSpPr>
          <p:spPr>
            <a:xfrm>
              <a:off x="4374395" y="1974619"/>
              <a:ext cx="0" cy="1797021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D4B2B78-47D2-7259-F277-E6ACD12716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5923" y="3771640"/>
              <a:ext cx="547251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D6A9CC3-C827-03AD-A664-955A0C3F2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1645" y="3771640"/>
              <a:ext cx="0" cy="270381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DB59C94-2D2A-3B21-56A5-50C81108C6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0580" y="3853898"/>
              <a:ext cx="547249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BA75580-A0EF-9476-4446-FF3DCEC37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9359" y="3853898"/>
              <a:ext cx="0" cy="95929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E8706FE-043A-64FF-AF5B-0A59F98AB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5484" y="4042021"/>
              <a:ext cx="807690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A9D2892-4DE0-3CB7-37EB-F57A44FF07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7386" y="3949826"/>
              <a:ext cx="621973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8961235-6D84-4AC0-7A9C-A70ECF9E6050}"/>
                </a:ext>
              </a:extLst>
            </p:cNvPr>
            <p:cNvCxnSpPr>
              <a:cxnSpLocks/>
            </p:cNvCxnSpPr>
            <p:nvPr/>
          </p:nvCxnSpPr>
          <p:spPr>
            <a:xfrm>
              <a:off x="4300580" y="1884848"/>
              <a:ext cx="0" cy="196905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44D416C4-E08F-6CC5-91F3-7560AA59E4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2110" y="1891425"/>
              <a:ext cx="629535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7F4E33A-F1E6-331B-E7BD-9A1CC7F2120D}"/>
                </a:ext>
              </a:extLst>
            </p:cNvPr>
            <p:cNvCxnSpPr>
              <a:cxnSpLocks/>
            </p:cNvCxnSpPr>
            <p:nvPr/>
          </p:nvCxnSpPr>
          <p:spPr>
            <a:xfrm>
              <a:off x="4985097" y="3778695"/>
              <a:ext cx="547249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0210D78-7850-962A-3D00-5195C23E95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3567" y="3771640"/>
              <a:ext cx="0" cy="270381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D6258E2-D25B-FF75-B950-7E3CCD74B621}"/>
                </a:ext>
              </a:extLst>
            </p:cNvPr>
            <p:cNvCxnSpPr>
              <a:cxnSpLocks/>
            </p:cNvCxnSpPr>
            <p:nvPr/>
          </p:nvCxnSpPr>
          <p:spPr>
            <a:xfrm>
              <a:off x="4993567" y="4042021"/>
              <a:ext cx="831262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7F0AE44-7D9B-1488-165D-0CBD67C0DEAA}"/>
                </a:ext>
              </a:extLst>
            </p:cNvPr>
            <p:cNvCxnSpPr>
              <a:cxnSpLocks/>
            </p:cNvCxnSpPr>
            <p:nvPr/>
          </p:nvCxnSpPr>
          <p:spPr>
            <a:xfrm>
              <a:off x="5532346" y="1822568"/>
              <a:ext cx="0" cy="1949072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4086CBA-29D9-D6F4-9196-D5C40B975C59}"/>
                </a:ext>
              </a:extLst>
            </p:cNvPr>
            <p:cNvCxnSpPr>
              <a:cxnSpLocks/>
            </p:cNvCxnSpPr>
            <p:nvPr/>
          </p:nvCxnSpPr>
          <p:spPr>
            <a:xfrm>
              <a:off x="4217386" y="1822568"/>
              <a:ext cx="0" cy="2121101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3DFC8664-791E-C4DF-E590-4C7E7D33BC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7386" y="1808702"/>
              <a:ext cx="1314961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321C5A0-4E9F-119C-5021-D16C011E8CE0}"/>
                </a:ext>
              </a:extLst>
            </p:cNvPr>
            <p:cNvCxnSpPr>
              <a:cxnSpLocks/>
            </p:cNvCxnSpPr>
            <p:nvPr/>
          </p:nvCxnSpPr>
          <p:spPr>
            <a:xfrm>
              <a:off x="4119350" y="1726641"/>
              <a:ext cx="0" cy="231538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B667675C-4D9D-D54F-41D9-29F146B0BA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5484" y="1726641"/>
              <a:ext cx="1525226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AE78CBC-4E53-3CCF-818F-E3C728FE5C3A}"/>
                </a:ext>
              </a:extLst>
            </p:cNvPr>
            <p:cNvCxnSpPr>
              <a:cxnSpLocks/>
            </p:cNvCxnSpPr>
            <p:nvPr/>
          </p:nvCxnSpPr>
          <p:spPr>
            <a:xfrm>
              <a:off x="5630710" y="1711682"/>
              <a:ext cx="0" cy="2142216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4254E93-1A13-B4FA-33FC-E1F432884E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3458" y="3868822"/>
              <a:ext cx="547251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642E38E-5D6E-6F79-3AB1-A120622A3E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88941" y="3860830"/>
              <a:ext cx="0" cy="95929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61D0A277-C503-057A-D215-5FE478AA24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8701" y="3943669"/>
              <a:ext cx="646001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9EA5A92-C642-4379-551D-FE54441BB8EF}"/>
                </a:ext>
              </a:extLst>
            </p:cNvPr>
            <p:cNvCxnSpPr>
              <a:cxnSpLocks/>
            </p:cNvCxnSpPr>
            <p:nvPr/>
          </p:nvCxnSpPr>
          <p:spPr>
            <a:xfrm>
              <a:off x="5734702" y="1615504"/>
              <a:ext cx="0" cy="234928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6415F130-0C94-2384-E33C-F3F2BF859066}"/>
                </a:ext>
              </a:extLst>
            </p:cNvPr>
            <p:cNvCxnSpPr>
              <a:cxnSpLocks/>
            </p:cNvCxnSpPr>
            <p:nvPr/>
          </p:nvCxnSpPr>
          <p:spPr>
            <a:xfrm>
              <a:off x="5830293" y="1504369"/>
              <a:ext cx="0" cy="2544646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90F34CB1-DA8E-05BF-CB9B-BC093FF50F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3174" y="1623686"/>
              <a:ext cx="834535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5547146F-D5FF-8F77-956B-A5E055E0FC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3174" y="1532928"/>
              <a:ext cx="932897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32579E59-6C27-B60D-010B-2DBA60EE83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2096" y="1439914"/>
            <a:ext cx="1452576" cy="67574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E56D07E3-CE30-EBC7-4262-967719D2B293}"/>
              </a:ext>
            </a:extLst>
          </p:cNvPr>
          <p:cNvSpPr/>
          <p:nvPr/>
        </p:nvSpPr>
        <p:spPr>
          <a:xfrm>
            <a:off x="5258984" y="3767103"/>
            <a:ext cx="414632" cy="41463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グラフィックス 60" descr="バッジ: バツ 単色塗りつぶし">
            <a:extLst>
              <a:ext uri="{FF2B5EF4-FFF2-40B4-BE49-F238E27FC236}">
                <a16:creationId xmlns:a16="http://schemas.microsoft.com/office/drawing/2014/main" id="{32C5846F-07F1-6941-7FD6-70FFC82C8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2256" y="3495366"/>
            <a:ext cx="265367" cy="26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954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32DF2-671A-6396-CC64-DEFBBA44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roup 224">
            <a:extLst>
              <a:ext uri="{FF2B5EF4-FFF2-40B4-BE49-F238E27FC236}">
                <a16:creationId xmlns:a16="http://schemas.microsoft.com/office/drawing/2014/main" id="{0690960B-ED6D-8B7B-4E43-5D5E071DA2BB}"/>
              </a:ext>
            </a:extLst>
          </p:cNvPr>
          <p:cNvGrpSpPr/>
          <p:nvPr/>
        </p:nvGrpSpPr>
        <p:grpSpPr>
          <a:xfrm>
            <a:off x="2808087" y="945392"/>
            <a:ext cx="5396102" cy="3741464"/>
            <a:chOff x="2808087" y="945392"/>
            <a:chExt cx="5396102" cy="374146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4FCA628-1AFB-00FB-BD6C-E53BC5B237BB}"/>
                </a:ext>
              </a:extLst>
            </p:cNvPr>
            <p:cNvSpPr/>
            <p:nvPr/>
          </p:nvSpPr>
          <p:spPr>
            <a:xfrm>
              <a:off x="3125541" y="2625055"/>
              <a:ext cx="742527" cy="12664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7B1612A-EE49-B8D2-B9EC-5A0F0E7E3C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44596" y="2538800"/>
              <a:ext cx="431937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482088B-20C5-0DA2-A8B6-940EC97462BE}"/>
                </a:ext>
              </a:extLst>
            </p:cNvPr>
            <p:cNvCxnSpPr>
              <a:cxnSpLocks/>
            </p:cNvCxnSpPr>
            <p:nvPr/>
          </p:nvCxnSpPr>
          <p:spPr>
            <a:xfrm>
              <a:off x="3055540" y="2538800"/>
              <a:ext cx="0" cy="1418365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3D3889-98C5-BABC-B573-2ACA3B1525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7910" y="3957164"/>
              <a:ext cx="909648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075DF1E-7C33-C111-D15D-97D292B68A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86335" y="4022089"/>
              <a:ext cx="1048775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1C02474-F854-BA31-5588-77AC7C3784CC}"/>
                </a:ext>
              </a:extLst>
            </p:cNvPr>
            <p:cNvCxnSpPr>
              <a:cxnSpLocks/>
            </p:cNvCxnSpPr>
            <p:nvPr/>
          </p:nvCxnSpPr>
          <p:spPr>
            <a:xfrm>
              <a:off x="2986335" y="2467944"/>
              <a:ext cx="0" cy="1554145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52E3F5F-DA94-5179-84C5-3830664359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9649" y="2473136"/>
              <a:ext cx="962355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30A0836-0C44-A771-E8AE-D2AF679BDA4A}"/>
                </a:ext>
              </a:extLst>
            </p:cNvPr>
            <p:cNvCxnSpPr>
              <a:cxnSpLocks/>
            </p:cNvCxnSpPr>
            <p:nvPr/>
          </p:nvCxnSpPr>
          <p:spPr>
            <a:xfrm>
              <a:off x="3942004" y="2467944"/>
              <a:ext cx="0" cy="148922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B3CD4C-1EAD-F8EF-C275-A89B94256D06}"/>
                </a:ext>
              </a:extLst>
            </p:cNvPr>
            <p:cNvCxnSpPr>
              <a:cxnSpLocks/>
            </p:cNvCxnSpPr>
            <p:nvPr/>
          </p:nvCxnSpPr>
          <p:spPr>
            <a:xfrm>
              <a:off x="4020543" y="2394649"/>
              <a:ext cx="0" cy="163922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0502A4C-2C42-26C8-8408-44071B3EA0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7593" y="2394649"/>
              <a:ext cx="422950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D25A00-732A-9CFC-DF50-4E11DC476D67}"/>
                </a:ext>
              </a:extLst>
            </p:cNvPr>
            <p:cNvCxnSpPr>
              <a:cxnSpLocks/>
            </p:cNvCxnSpPr>
            <p:nvPr/>
          </p:nvCxnSpPr>
          <p:spPr>
            <a:xfrm>
              <a:off x="2898782" y="2380227"/>
              <a:ext cx="0" cy="1717025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4A1B3D4-BB02-C5E6-2DE1-AFB6A3498D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4442" y="4097251"/>
              <a:ext cx="1216584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D4DFD6C-8D5A-8990-885A-7938BB8312DE}"/>
                </a:ext>
              </a:extLst>
            </p:cNvPr>
            <p:cNvCxnSpPr>
              <a:cxnSpLocks/>
            </p:cNvCxnSpPr>
            <p:nvPr/>
          </p:nvCxnSpPr>
          <p:spPr>
            <a:xfrm>
              <a:off x="4101026" y="2317633"/>
              <a:ext cx="0" cy="1779617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C1CB88-C5BE-2DA1-7797-374244A03A86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 flipH="1">
              <a:off x="2898782" y="2394549"/>
              <a:ext cx="559780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1D8F147-AE9F-5D24-A411-F381570EAE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633" y="2317633"/>
              <a:ext cx="1291393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F2B67D-883E-AA3E-B076-8BB056061902}"/>
                </a:ext>
              </a:extLst>
            </p:cNvPr>
            <p:cNvCxnSpPr>
              <a:cxnSpLocks/>
            </p:cNvCxnSpPr>
            <p:nvPr/>
          </p:nvCxnSpPr>
          <p:spPr>
            <a:xfrm>
              <a:off x="2809633" y="2317633"/>
              <a:ext cx="0" cy="1857246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67946FD-F25B-3481-4742-F0FCD274A3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633" y="4181735"/>
              <a:ext cx="1373472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B4F530A-C0CF-4D89-D2BC-23E3F3CF1B28}"/>
                </a:ext>
              </a:extLst>
            </p:cNvPr>
            <p:cNvCxnSpPr>
              <a:cxnSpLocks/>
            </p:cNvCxnSpPr>
            <p:nvPr/>
          </p:nvCxnSpPr>
          <p:spPr>
            <a:xfrm>
              <a:off x="4183105" y="2223933"/>
              <a:ext cx="0" cy="1950946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A9F110D-5EBD-5701-F91A-CCC152E12F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4066" y="2228074"/>
              <a:ext cx="596109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1F60779-4C7E-BE97-20A5-7A61BCB65188}"/>
                </a:ext>
              </a:extLst>
            </p:cNvPr>
            <p:cNvGrpSpPr/>
            <p:nvPr/>
          </p:nvGrpSpPr>
          <p:grpSpPr>
            <a:xfrm>
              <a:off x="6795509" y="2209970"/>
              <a:ext cx="1351269" cy="1968338"/>
              <a:chOff x="6705097" y="1555368"/>
              <a:chExt cx="1709691" cy="2490444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63685F7-A32E-85AC-A642-5C8E12B874B7}"/>
                  </a:ext>
                </a:extLst>
              </p:cNvPr>
              <p:cNvSpPr/>
              <p:nvPr/>
            </p:nvSpPr>
            <p:spPr>
              <a:xfrm>
                <a:off x="7088920" y="2102247"/>
                <a:ext cx="933765" cy="1592609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365F212-2ECF-0B1C-A619-D2D5F9E8E6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87129" y="1993776"/>
                <a:ext cx="543182" cy="0"/>
              </a:xfrm>
              <a:prstGeom prst="line">
                <a:avLst/>
              </a:prstGeom>
              <a:ln w="38100">
                <a:solidFill>
                  <a:srgbClr val="C5591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ADF4FCAE-120F-995D-8CFE-1D26B14BD3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00892" y="1993776"/>
                <a:ext cx="0" cy="1783665"/>
              </a:xfrm>
              <a:prstGeom prst="line">
                <a:avLst/>
              </a:prstGeom>
              <a:ln w="38100">
                <a:solidFill>
                  <a:srgbClr val="C5591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767FE61-3D27-CF13-417E-9FF56CFEE9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78720" y="3777441"/>
                <a:ext cx="1143928" cy="0"/>
              </a:xfrm>
              <a:prstGeom prst="line">
                <a:avLst/>
              </a:prstGeom>
              <a:ln w="38100">
                <a:solidFill>
                  <a:srgbClr val="C5591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5D409D2-C521-B664-F60A-B5A7487AC4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13862" y="3859087"/>
                <a:ext cx="1318887" cy="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D0F1C8AE-BEA4-78D9-2CE9-302D360D10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13862" y="1904672"/>
                <a:ext cx="0" cy="1954415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A08904E4-3DE1-3B5B-CBF8-39F24735D6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05455" y="1911200"/>
                <a:ext cx="624856" cy="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972619A1-26FC-DFDA-5106-C92DA49E64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15664" y="1829093"/>
                <a:ext cx="0" cy="1948348"/>
              </a:xfrm>
              <a:prstGeom prst="line">
                <a:avLst/>
              </a:prstGeom>
              <a:ln w="38100">
                <a:solidFill>
                  <a:srgbClr val="C5591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ADFFA11-37DD-4994-4036-15D654F406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14430" y="1732793"/>
                <a:ext cx="0" cy="2141107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A09475A-0903-ECC3-C5AF-E7CCFCE219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8317" y="1829093"/>
                <a:ext cx="1307348" cy="0"/>
              </a:xfrm>
              <a:prstGeom prst="line">
                <a:avLst/>
              </a:prstGeom>
              <a:ln w="38100">
                <a:solidFill>
                  <a:srgbClr val="C5591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BE0CCF8B-488C-8C5D-6DF5-BA558C9A1E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05097" y="1726033"/>
                <a:ext cx="1509333" cy="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6806D29-9672-9295-08A6-7F7F1C4CAD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8317" y="1807083"/>
                <a:ext cx="0" cy="2141107"/>
              </a:xfrm>
              <a:prstGeom prst="line">
                <a:avLst/>
              </a:prstGeom>
              <a:ln w="38100">
                <a:solidFill>
                  <a:srgbClr val="C5591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F4B082A-E63C-90ED-3038-8AE8E0C81C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7423" y="1726033"/>
                <a:ext cx="0" cy="2319779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F0E61AB0-23F7-87CF-D3AE-53A3C8AB7D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05097" y="4032049"/>
                <a:ext cx="1685922" cy="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49AF194D-12C6-1943-6CAC-21EB8CE434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08317" y="3948620"/>
                <a:ext cx="1493245" cy="0"/>
              </a:xfrm>
              <a:prstGeom prst="line">
                <a:avLst/>
              </a:prstGeom>
              <a:ln w="38100">
                <a:solidFill>
                  <a:srgbClr val="C5591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2457ECB3-A6CD-0704-A923-036A4BC733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01562" y="1637330"/>
                <a:ext cx="0" cy="2331818"/>
              </a:xfrm>
              <a:prstGeom prst="line">
                <a:avLst/>
              </a:prstGeom>
              <a:ln w="38100">
                <a:solidFill>
                  <a:srgbClr val="C5591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0126DDD6-5DA4-A668-6BC7-36F55DD816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91019" y="1555368"/>
                <a:ext cx="0" cy="2490411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87F302C1-7F08-B6B0-5EA4-4CA2BF2726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0311" y="1644327"/>
                <a:ext cx="755757" cy="0"/>
              </a:xfrm>
              <a:prstGeom prst="line">
                <a:avLst/>
              </a:prstGeom>
              <a:ln w="38100">
                <a:solidFill>
                  <a:srgbClr val="C5591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0A1EB9D5-338A-D66F-8B4C-0D32C90761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30311" y="1562525"/>
                <a:ext cx="884477" cy="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4BA3AEA-FE89-C2C4-DC15-C0BB44700D59}"/>
                </a:ext>
              </a:extLst>
            </p:cNvPr>
            <p:cNvSpPr/>
            <p:nvPr/>
          </p:nvSpPr>
          <p:spPr>
            <a:xfrm flipH="1">
              <a:off x="5161134" y="2640408"/>
              <a:ext cx="698729" cy="11917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7F30F50-5609-FF1E-714F-0C68D8B0B3FF}"/>
                </a:ext>
              </a:extLst>
            </p:cNvPr>
            <p:cNvCxnSpPr>
              <a:cxnSpLocks/>
            </p:cNvCxnSpPr>
            <p:nvPr/>
          </p:nvCxnSpPr>
          <p:spPr>
            <a:xfrm>
              <a:off x="5529574" y="2572204"/>
              <a:ext cx="406459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C65CD9D-725D-E704-A361-923367CA3C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6033" y="2559239"/>
              <a:ext cx="0" cy="1334708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4883E0C-4908-56F7-E9A2-C33A4BB6B7DC}"/>
                </a:ext>
              </a:extLst>
            </p:cNvPr>
            <p:cNvCxnSpPr>
              <a:cxnSpLocks/>
            </p:cNvCxnSpPr>
            <p:nvPr/>
          </p:nvCxnSpPr>
          <p:spPr>
            <a:xfrm>
              <a:off x="5535865" y="3893947"/>
              <a:ext cx="406460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0746BD9-882E-D914-2A47-196F45311A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29573" y="3893947"/>
              <a:ext cx="0" cy="200821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8DBEC9F-55C8-301B-D780-242A7EED3623}"/>
                </a:ext>
              </a:extLst>
            </p:cNvPr>
            <p:cNvCxnSpPr>
              <a:cxnSpLocks/>
            </p:cNvCxnSpPr>
            <p:nvPr/>
          </p:nvCxnSpPr>
          <p:spPr>
            <a:xfrm>
              <a:off x="5584399" y="3955043"/>
              <a:ext cx="406459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B229545-1EA2-2B37-2CC5-8399B9ADE9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90690" y="3955043"/>
              <a:ext cx="0" cy="7125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AC956BF-2D8B-B6BA-B4C4-181C64A18EF2}"/>
                </a:ext>
              </a:extLst>
            </p:cNvPr>
            <p:cNvCxnSpPr>
              <a:cxnSpLocks/>
            </p:cNvCxnSpPr>
            <p:nvPr/>
          </p:nvCxnSpPr>
          <p:spPr>
            <a:xfrm>
              <a:off x="5535865" y="4094768"/>
              <a:ext cx="599896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C2EE9E2F-9FFA-3C87-8B18-7702CD5DBC5E}"/>
                </a:ext>
              </a:extLst>
            </p:cNvPr>
            <p:cNvCxnSpPr>
              <a:cxnSpLocks/>
            </p:cNvCxnSpPr>
            <p:nvPr/>
          </p:nvCxnSpPr>
          <p:spPr>
            <a:xfrm>
              <a:off x="5590690" y="4026292"/>
              <a:ext cx="461958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4DE5F67-F545-40FC-A30B-1620D66219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0857" y="2492564"/>
              <a:ext cx="0" cy="146248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4BC961C6-6388-1AB3-D207-C643933E06C1}"/>
                </a:ext>
              </a:extLst>
            </p:cNvPr>
            <p:cNvCxnSpPr>
              <a:cxnSpLocks/>
            </p:cNvCxnSpPr>
            <p:nvPr/>
          </p:nvCxnSpPr>
          <p:spPr>
            <a:xfrm>
              <a:off x="5529573" y="2503999"/>
              <a:ext cx="467575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D4B1426-92C8-1A90-10AA-A420F0E21B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5987" y="3899187"/>
              <a:ext cx="406459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567BCFA-EC41-D628-51CC-AA85BF91DB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6155" y="3893947"/>
              <a:ext cx="0" cy="200821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ABA9213-161D-9FEC-A019-E08FCC22A3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58751" y="4094768"/>
              <a:ext cx="617404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D517241-E8FA-3102-F69B-D5F0350171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75987" y="2446306"/>
              <a:ext cx="0" cy="1447641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16AFDEA7-7425-C1F7-3988-CDF4A37DF2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2648" y="2446306"/>
              <a:ext cx="0" cy="1575413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6529EBD-4A69-00D4-CF34-89C0D157F410}"/>
                </a:ext>
              </a:extLst>
            </p:cNvPr>
            <p:cNvCxnSpPr>
              <a:cxnSpLocks/>
            </p:cNvCxnSpPr>
            <p:nvPr/>
          </p:nvCxnSpPr>
          <p:spPr>
            <a:xfrm>
              <a:off x="5057775" y="2435794"/>
              <a:ext cx="1004398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68CFD7D-3539-315F-F665-AC96E91992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5462" y="2375058"/>
              <a:ext cx="0" cy="171971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B5344D5-4D79-1A0E-EE84-2FE111AA2554}"/>
                </a:ext>
              </a:extLst>
            </p:cNvPr>
            <p:cNvCxnSpPr>
              <a:cxnSpLocks/>
            </p:cNvCxnSpPr>
            <p:nvPr/>
          </p:nvCxnSpPr>
          <p:spPr>
            <a:xfrm>
              <a:off x="4984750" y="2367590"/>
              <a:ext cx="1157361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42E3EBB1-EC69-3C2D-7862-E1E5BA5664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2929" y="2363947"/>
              <a:ext cx="0" cy="1591096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54F1184-E1CF-B101-E05E-CBF52F2D6A73}"/>
                </a:ext>
              </a:extLst>
            </p:cNvPr>
            <p:cNvCxnSpPr>
              <a:cxnSpLocks/>
            </p:cNvCxnSpPr>
            <p:nvPr/>
          </p:nvCxnSpPr>
          <p:spPr>
            <a:xfrm>
              <a:off x="5002930" y="3966128"/>
              <a:ext cx="406460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522A8D6-7E82-2F2F-6D8A-15D4E0AAD4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5318" y="3960192"/>
              <a:ext cx="0" cy="7125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2AF0D36-A8FC-0B7E-E657-0083CA051B76}"/>
                </a:ext>
              </a:extLst>
            </p:cNvPr>
            <p:cNvCxnSpPr>
              <a:cxnSpLocks/>
            </p:cNvCxnSpPr>
            <p:nvPr/>
          </p:nvCxnSpPr>
          <p:spPr>
            <a:xfrm>
              <a:off x="4925691" y="4021719"/>
              <a:ext cx="479805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E09C921-7E4B-BE9C-FAB4-0D2CAAF54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5691" y="2292513"/>
              <a:ext cx="0" cy="1744889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603356F2-DD16-D6D5-E550-F4CB879462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54693" y="2209969"/>
              <a:ext cx="0" cy="1889994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6BAC8BFB-E8D9-1ED2-C10F-FC2F7125D1F7}"/>
                </a:ext>
              </a:extLst>
            </p:cNvPr>
            <p:cNvCxnSpPr>
              <a:cxnSpLocks/>
            </p:cNvCxnSpPr>
            <p:nvPr/>
          </p:nvCxnSpPr>
          <p:spPr>
            <a:xfrm>
              <a:off x="4916030" y="2299386"/>
              <a:ext cx="619835" cy="0"/>
            </a:xfrm>
            <a:prstGeom prst="line">
              <a:avLst/>
            </a:prstGeom>
            <a:ln w="38100">
              <a:solidFill>
                <a:srgbClr val="C5591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AD3B91E-2A99-26A7-A5BD-B36395A90AA1}"/>
                </a:ext>
              </a:extLst>
            </p:cNvPr>
            <p:cNvCxnSpPr>
              <a:cxnSpLocks/>
            </p:cNvCxnSpPr>
            <p:nvPr/>
          </p:nvCxnSpPr>
          <p:spPr>
            <a:xfrm>
              <a:off x="4842974" y="2231181"/>
              <a:ext cx="692891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75DF454-1841-50E7-A9D8-D75B565015BA}"/>
                </a:ext>
              </a:extLst>
            </p:cNvPr>
            <p:cNvSpPr/>
            <p:nvPr/>
          </p:nvSpPr>
          <p:spPr>
            <a:xfrm>
              <a:off x="5303269" y="3796462"/>
              <a:ext cx="414632" cy="414632"/>
            </a:xfrm>
            <a:prstGeom prst="ellipse">
              <a:avLst/>
            </a:prstGeom>
            <a:noFill/>
            <a:ln w="9525">
              <a:prstDash val="dash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BC8F35A-B35A-B408-50F2-C44D329D975D}"/>
                </a:ext>
              </a:extLst>
            </p:cNvPr>
            <p:cNvGrpSpPr/>
            <p:nvPr/>
          </p:nvGrpSpPr>
          <p:grpSpPr>
            <a:xfrm>
              <a:off x="2808087" y="1423149"/>
              <a:ext cx="1039585" cy="699358"/>
              <a:chOff x="2980958" y="1423149"/>
              <a:chExt cx="1039585" cy="699358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CFBD88A-42A0-3A06-E1E4-300CE3381157}"/>
                  </a:ext>
                </a:extLst>
              </p:cNvPr>
              <p:cNvSpPr/>
              <p:nvPr/>
            </p:nvSpPr>
            <p:spPr>
              <a:xfrm>
                <a:off x="2980958" y="1423149"/>
                <a:ext cx="1039585" cy="699358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EA01D19-3A90-EF4B-E3EC-215A8909584B}"/>
                  </a:ext>
                </a:extLst>
              </p:cNvPr>
              <p:cNvSpPr/>
              <p:nvPr/>
            </p:nvSpPr>
            <p:spPr>
              <a:xfrm>
                <a:off x="3044940" y="1475937"/>
                <a:ext cx="181907" cy="586740"/>
              </a:xfrm>
              <a:prstGeom prst="rect">
                <a:avLst/>
              </a:prstGeom>
              <a:solidFill>
                <a:srgbClr val="C5591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P1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2F40F8A-195A-9676-000F-30E34DE4F403}"/>
                  </a:ext>
                </a:extLst>
              </p:cNvPr>
              <p:cNvSpPr/>
              <p:nvPr/>
            </p:nvSpPr>
            <p:spPr>
              <a:xfrm>
                <a:off x="3295205" y="1475937"/>
                <a:ext cx="156452" cy="586740"/>
              </a:xfrm>
              <a:prstGeom prst="rect">
                <a:avLst/>
              </a:prstGeom>
              <a:solidFill>
                <a:srgbClr val="C5591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P2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525E1B1-8DCB-AE23-DE36-2A181C1608B0}"/>
                  </a:ext>
                </a:extLst>
              </p:cNvPr>
              <p:cNvSpPr/>
              <p:nvPr/>
            </p:nvSpPr>
            <p:spPr>
              <a:xfrm>
                <a:off x="3545469" y="1475937"/>
                <a:ext cx="156452" cy="58674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S1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DD38304-9741-A8E3-23FB-4EE277E224FD}"/>
                  </a:ext>
                </a:extLst>
              </p:cNvPr>
              <p:cNvSpPr/>
              <p:nvPr/>
            </p:nvSpPr>
            <p:spPr>
              <a:xfrm>
                <a:off x="3795734" y="1475937"/>
                <a:ext cx="156452" cy="58674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S2</a:t>
                </a:r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26FF674-8B21-FBF2-D556-F48AFE39B198}"/>
                </a:ext>
              </a:extLst>
            </p:cNvPr>
            <p:cNvSpPr/>
            <p:nvPr/>
          </p:nvSpPr>
          <p:spPr>
            <a:xfrm>
              <a:off x="3453218" y="251365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FBC2F3E-3B38-8AA8-0047-A50E764CEAD6}"/>
                </a:ext>
              </a:extLst>
            </p:cNvPr>
            <p:cNvSpPr/>
            <p:nvPr/>
          </p:nvSpPr>
          <p:spPr>
            <a:xfrm>
              <a:off x="3458562" y="2372949"/>
              <a:ext cx="43200" cy="43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51BD354-9150-4E77-D928-8203D1ADFEA6}"/>
                </a:ext>
              </a:extLst>
            </p:cNvPr>
            <p:cNvSpPr/>
            <p:nvPr/>
          </p:nvSpPr>
          <p:spPr>
            <a:xfrm>
              <a:off x="3554392" y="2374383"/>
              <a:ext cx="43200" cy="43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1BC3323-29EC-C537-CC2E-CA74B8196473}"/>
                </a:ext>
              </a:extLst>
            </p:cNvPr>
            <p:cNvSpPr/>
            <p:nvPr/>
          </p:nvSpPr>
          <p:spPr>
            <a:xfrm>
              <a:off x="3554392" y="2204783"/>
              <a:ext cx="43200" cy="43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B448E34-803F-19B7-8BD7-E2D8CDAC25CE}"/>
                </a:ext>
              </a:extLst>
            </p:cNvPr>
            <p:cNvSpPr/>
            <p:nvPr/>
          </p:nvSpPr>
          <p:spPr>
            <a:xfrm>
              <a:off x="3891545" y="2844800"/>
              <a:ext cx="340947" cy="215899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Connector: Curved 40">
              <a:extLst>
                <a:ext uri="{FF2B5EF4-FFF2-40B4-BE49-F238E27FC236}">
                  <a16:creationId xmlns:a16="http://schemas.microsoft.com/office/drawing/2014/main" id="{E470BFF8-3BD0-CB53-A099-BF7B8DCB11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47799" y="1658022"/>
              <a:ext cx="211949" cy="1179922"/>
            </a:xfrm>
            <a:prstGeom prst="curvedConnector3">
              <a:avLst>
                <a:gd name="adj1" fmla="val -107856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0087871-5878-706F-0AE9-2F4236C4F0F9}"/>
                </a:ext>
              </a:extLst>
            </p:cNvPr>
            <p:cNvSpPr/>
            <p:nvPr/>
          </p:nvSpPr>
          <p:spPr>
            <a:xfrm>
              <a:off x="5886118" y="2837944"/>
              <a:ext cx="297512" cy="215899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EE9860C-703C-1CA2-413E-6100B121750D}"/>
                </a:ext>
              </a:extLst>
            </p:cNvPr>
            <p:cNvGrpSpPr/>
            <p:nvPr/>
          </p:nvGrpSpPr>
          <p:grpSpPr>
            <a:xfrm>
              <a:off x="4846533" y="1423149"/>
              <a:ext cx="1039585" cy="699358"/>
              <a:chOff x="2980958" y="1423149"/>
              <a:chExt cx="1039585" cy="699358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E542FEA-C008-A40A-D7F3-C46AD42DCA16}"/>
                  </a:ext>
                </a:extLst>
              </p:cNvPr>
              <p:cNvSpPr/>
              <p:nvPr/>
            </p:nvSpPr>
            <p:spPr>
              <a:xfrm>
                <a:off x="2980958" y="1423149"/>
                <a:ext cx="1039585" cy="699358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250CBA11-6C16-2ACB-4E72-3DDF615BC688}"/>
                  </a:ext>
                </a:extLst>
              </p:cNvPr>
              <p:cNvSpPr/>
              <p:nvPr/>
            </p:nvSpPr>
            <p:spPr>
              <a:xfrm>
                <a:off x="3044940" y="1475937"/>
                <a:ext cx="181907" cy="586740"/>
              </a:xfrm>
              <a:prstGeom prst="rect">
                <a:avLst/>
              </a:prstGeom>
              <a:solidFill>
                <a:srgbClr val="C5591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P1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CA3BA79-3593-F620-9D9F-B3EA3742857A}"/>
                  </a:ext>
                </a:extLst>
              </p:cNvPr>
              <p:cNvSpPr/>
              <p:nvPr/>
            </p:nvSpPr>
            <p:spPr>
              <a:xfrm>
                <a:off x="3295205" y="1475937"/>
                <a:ext cx="156452" cy="58674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S1</a:t>
                </a: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896EEE43-E8EC-EDBE-EEC4-FD8BD0528A80}"/>
                  </a:ext>
                </a:extLst>
              </p:cNvPr>
              <p:cNvSpPr/>
              <p:nvPr/>
            </p:nvSpPr>
            <p:spPr>
              <a:xfrm>
                <a:off x="3545469" y="1475937"/>
                <a:ext cx="156452" cy="58674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S2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86399B3-D5E8-1BC3-2DD3-F51EB1F270F1}"/>
                  </a:ext>
                </a:extLst>
              </p:cNvPr>
              <p:cNvSpPr/>
              <p:nvPr/>
            </p:nvSpPr>
            <p:spPr>
              <a:xfrm>
                <a:off x="3795734" y="1475937"/>
                <a:ext cx="156452" cy="586740"/>
              </a:xfrm>
              <a:prstGeom prst="rect">
                <a:avLst/>
              </a:prstGeom>
              <a:solidFill>
                <a:srgbClr val="C5591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P2</a:t>
                </a:r>
              </a:p>
            </p:txBody>
          </p:sp>
        </p:grpSp>
        <p:cxnSp>
          <p:nvCxnSpPr>
            <p:cNvPr id="81" name="Connector: Curved 80">
              <a:extLst>
                <a:ext uri="{FF2B5EF4-FFF2-40B4-BE49-F238E27FC236}">
                  <a16:creationId xmlns:a16="http://schemas.microsoft.com/office/drawing/2014/main" id="{49090C93-09C7-EA77-E556-373DB0A96F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0025" y="1664878"/>
              <a:ext cx="211949" cy="1179922"/>
            </a:xfrm>
            <a:prstGeom prst="curvedConnector3">
              <a:avLst>
                <a:gd name="adj1" fmla="val -107856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100DEAC-F0B8-9213-CA04-0BC08F1956C2}"/>
                </a:ext>
              </a:extLst>
            </p:cNvPr>
            <p:cNvSpPr/>
            <p:nvPr/>
          </p:nvSpPr>
          <p:spPr>
            <a:xfrm>
              <a:off x="5497913" y="2551296"/>
              <a:ext cx="43200" cy="43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392BC402-C045-E9BC-DCD8-D34A935D688E}"/>
                </a:ext>
              </a:extLst>
            </p:cNvPr>
            <p:cNvSpPr/>
            <p:nvPr/>
          </p:nvSpPr>
          <p:spPr>
            <a:xfrm>
              <a:off x="5497913" y="2283007"/>
              <a:ext cx="43200" cy="43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4C4BF14B-277E-1DE2-65E2-AEAEF837EF6F}"/>
                </a:ext>
              </a:extLst>
            </p:cNvPr>
            <p:cNvSpPr/>
            <p:nvPr/>
          </p:nvSpPr>
          <p:spPr>
            <a:xfrm>
              <a:off x="5497913" y="2483311"/>
              <a:ext cx="43200" cy="43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86CC42AF-4858-1E03-CC43-03F5E2E77D82}"/>
                </a:ext>
              </a:extLst>
            </p:cNvPr>
            <p:cNvSpPr/>
            <p:nvPr/>
          </p:nvSpPr>
          <p:spPr>
            <a:xfrm>
              <a:off x="5497913" y="2208354"/>
              <a:ext cx="43200" cy="43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7A01FEE7-0988-7CC5-F5F1-861D78E90D1D}"/>
                </a:ext>
              </a:extLst>
            </p:cNvPr>
            <p:cNvGrpSpPr/>
            <p:nvPr/>
          </p:nvGrpSpPr>
          <p:grpSpPr>
            <a:xfrm>
              <a:off x="6793786" y="1423149"/>
              <a:ext cx="1039585" cy="699358"/>
              <a:chOff x="2980958" y="1423149"/>
              <a:chExt cx="1039585" cy="699358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4E03C715-037E-8563-F04D-9B428ADA8698}"/>
                  </a:ext>
                </a:extLst>
              </p:cNvPr>
              <p:cNvSpPr/>
              <p:nvPr/>
            </p:nvSpPr>
            <p:spPr>
              <a:xfrm>
                <a:off x="2980958" y="1423149"/>
                <a:ext cx="1039585" cy="699358"/>
              </a:xfrm>
              <a:prstGeom prst="rect">
                <a:avLst/>
              </a:prstGeom>
              <a:solidFill>
                <a:schemeClr val="bg1"/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4DFC825E-21A1-52AC-4BBE-1E9076401989}"/>
                  </a:ext>
                </a:extLst>
              </p:cNvPr>
              <p:cNvSpPr/>
              <p:nvPr/>
            </p:nvSpPr>
            <p:spPr>
              <a:xfrm>
                <a:off x="3044940" y="1475937"/>
                <a:ext cx="181907" cy="586740"/>
              </a:xfrm>
              <a:prstGeom prst="rect">
                <a:avLst/>
              </a:prstGeom>
              <a:solidFill>
                <a:srgbClr val="C5591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P1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B7AC89B8-5399-545E-6581-8F77FC29522D}"/>
                  </a:ext>
                </a:extLst>
              </p:cNvPr>
              <p:cNvSpPr/>
              <p:nvPr/>
            </p:nvSpPr>
            <p:spPr>
              <a:xfrm>
                <a:off x="3295205" y="1475937"/>
                <a:ext cx="156452" cy="58674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61B74C60-646B-80A8-C028-F31615C133C0}"/>
                  </a:ext>
                </a:extLst>
              </p:cNvPr>
              <p:cNvSpPr/>
              <p:nvPr/>
            </p:nvSpPr>
            <p:spPr>
              <a:xfrm>
                <a:off x="3545469" y="1475937"/>
                <a:ext cx="156452" cy="586740"/>
              </a:xfrm>
              <a:prstGeom prst="rect">
                <a:avLst/>
              </a:prstGeom>
              <a:solidFill>
                <a:srgbClr val="C5591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229AEEA-4D09-7994-65FA-B769929C2CE5}"/>
                  </a:ext>
                </a:extLst>
              </p:cNvPr>
              <p:cNvSpPr/>
              <p:nvPr/>
            </p:nvSpPr>
            <p:spPr>
              <a:xfrm>
                <a:off x="3795734" y="1475937"/>
                <a:ext cx="156452" cy="58674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rtlCol="0" anchor="ctr"/>
              <a:lstStyle/>
              <a:p>
                <a:pPr algn="ctr"/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S2</a:t>
                </a:r>
              </a:p>
            </p:txBody>
          </p:sp>
        </p:grp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CC93FF6-111A-6CAA-0D35-6703DDF9037C}"/>
                </a:ext>
              </a:extLst>
            </p:cNvPr>
            <p:cNvSpPr/>
            <p:nvPr/>
          </p:nvSpPr>
          <p:spPr>
            <a:xfrm>
              <a:off x="7869007" y="2837944"/>
              <a:ext cx="313604" cy="215899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2" name="Connector: Curved 121">
              <a:extLst>
                <a:ext uri="{FF2B5EF4-FFF2-40B4-BE49-F238E27FC236}">
                  <a16:creationId xmlns:a16="http://schemas.microsoft.com/office/drawing/2014/main" id="{859E7EBF-136B-956F-E8C6-846BAA3AB0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92240" y="1651166"/>
              <a:ext cx="211949" cy="1179922"/>
            </a:xfrm>
            <a:prstGeom prst="curvedConnector3">
              <a:avLst>
                <a:gd name="adj1" fmla="val -107856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5E111E26-E24D-7041-A7BE-D1BD2816E200}"/>
                </a:ext>
              </a:extLst>
            </p:cNvPr>
            <p:cNvSpPr/>
            <p:nvPr/>
          </p:nvSpPr>
          <p:spPr>
            <a:xfrm>
              <a:off x="4047799" y="1029145"/>
              <a:ext cx="195714" cy="19571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4C15ACD0-402E-080F-D5BD-91DFFE057023}"/>
                </a:ext>
              </a:extLst>
            </p:cNvPr>
            <p:cNvSpPr/>
            <p:nvPr/>
          </p:nvSpPr>
          <p:spPr>
            <a:xfrm>
              <a:off x="5965067" y="1031269"/>
              <a:ext cx="194400" cy="1944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ounded Rectangle 6">
              <a:extLst>
                <a:ext uri="{FF2B5EF4-FFF2-40B4-BE49-F238E27FC236}">
                  <a16:creationId xmlns:a16="http://schemas.microsoft.com/office/drawing/2014/main" id="{A49912EA-1932-93CC-9DA6-C04C7A1220CC}"/>
                </a:ext>
              </a:extLst>
            </p:cNvPr>
            <p:cNvSpPr/>
            <p:nvPr/>
          </p:nvSpPr>
          <p:spPr>
            <a:xfrm>
              <a:off x="4164872" y="945392"/>
              <a:ext cx="1279447" cy="35283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105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Winding Start</a:t>
              </a:r>
              <a:endParaRPr lang="en-JP" sz="105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7" name="Rounded Rectangle 6">
              <a:extLst>
                <a:ext uri="{FF2B5EF4-FFF2-40B4-BE49-F238E27FC236}">
                  <a16:creationId xmlns:a16="http://schemas.microsoft.com/office/drawing/2014/main" id="{5C4C7F99-C17F-E3AF-C1D5-45F6B68C0E4B}"/>
                </a:ext>
              </a:extLst>
            </p:cNvPr>
            <p:cNvSpPr/>
            <p:nvPr/>
          </p:nvSpPr>
          <p:spPr>
            <a:xfrm>
              <a:off x="6096000" y="946202"/>
              <a:ext cx="1279447" cy="35283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105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Winding End</a:t>
              </a:r>
              <a:endParaRPr lang="en-JP" sz="105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8" name="Rounded Rectangle 6">
              <a:extLst>
                <a:ext uri="{FF2B5EF4-FFF2-40B4-BE49-F238E27FC236}">
                  <a16:creationId xmlns:a16="http://schemas.microsoft.com/office/drawing/2014/main" id="{39E5A774-9B73-C73B-A2C4-D6B29B88BF90}"/>
                </a:ext>
              </a:extLst>
            </p:cNvPr>
            <p:cNvSpPr/>
            <p:nvPr/>
          </p:nvSpPr>
          <p:spPr>
            <a:xfrm>
              <a:off x="5567582" y="4117789"/>
              <a:ext cx="1279447" cy="15072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110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tight bends</a:t>
              </a:r>
              <a:endParaRPr lang="en-JP" sz="11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8E3EBBF5-6829-2AD6-AA5A-7FC3875617A8}"/>
                </a:ext>
              </a:extLst>
            </p:cNvPr>
            <p:cNvSpPr/>
            <p:nvPr/>
          </p:nvSpPr>
          <p:spPr>
            <a:xfrm>
              <a:off x="7443553" y="2534784"/>
              <a:ext cx="43200" cy="43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2093535A-FA3C-3ED1-9CB2-2068B233452F}"/>
                </a:ext>
              </a:extLst>
            </p:cNvPr>
            <p:cNvSpPr/>
            <p:nvPr/>
          </p:nvSpPr>
          <p:spPr>
            <a:xfrm>
              <a:off x="7443553" y="2466799"/>
              <a:ext cx="43200" cy="432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4FB5189B-0864-9A3C-BA3C-0EE972CF4FCB}"/>
                </a:ext>
              </a:extLst>
            </p:cNvPr>
            <p:cNvSpPr/>
            <p:nvPr/>
          </p:nvSpPr>
          <p:spPr>
            <a:xfrm>
              <a:off x="7400353" y="2261407"/>
              <a:ext cx="43200" cy="43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75D13999-9895-CF5C-F1CF-DB6AEA66F2F7}"/>
                </a:ext>
              </a:extLst>
            </p:cNvPr>
            <p:cNvSpPr/>
            <p:nvPr/>
          </p:nvSpPr>
          <p:spPr>
            <a:xfrm>
              <a:off x="7400353" y="2186754"/>
              <a:ext cx="43200" cy="43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Rounded Rectangle 6">
              <a:extLst>
                <a:ext uri="{FF2B5EF4-FFF2-40B4-BE49-F238E27FC236}">
                  <a16:creationId xmlns:a16="http://schemas.microsoft.com/office/drawing/2014/main" id="{2335E247-F21F-A3DA-CB2E-A0619451623F}"/>
                </a:ext>
              </a:extLst>
            </p:cNvPr>
            <p:cNvSpPr/>
            <p:nvPr/>
          </p:nvSpPr>
          <p:spPr>
            <a:xfrm>
              <a:off x="2885425" y="4334020"/>
              <a:ext cx="1279447" cy="35283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(a)</a:t>
              </a:r>
              <a:endParaRPr lang="en-JP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317" name="Rounded Rectangle 6">
              <a:extLst>
                <a:ext uri="{FF2B5EF4-FFF2-40B4-BE49-F238E27FC236}">
                  <a16:creationId xmlns:a16="http://schemas.microsoft.com/office/drawing/2014/main" id="{98A56226-21E7-B268-A15E-7C1430E38F22}"/>
                </a:ext>
              </a:extLst>
            </p:cNvPr>
            <p:cNvSpPr/>
            <p:nvPr/>
          </p:nvSpPr>
          <p:spPr>
            <a:xfrm>
              <a:off x="4858189" y="4334020"/>
              <a:ext cx="1279447" cy="35283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(b)</a:t>
              </a:r>
              <a:endParaRPr lang="en-JP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318" name="Rounded Rectangle 6">
              <a:extLst>
                <a:ext uri="{FF2B5EF4-FFF2-40B4-BE49-F238E27FC236}">
                  <a16:creationId xmlns:a16="http://schemas.microsoft.com/office/drawing/2014/main" id="{EA5CA30E-281D-E3B3-9130-AEFDB65A67D7}"/>
                </a:ext>
              </a:extLst>
            </p:cNvPr>
            <p:cNvSpPr/>
            <p:nvPr/>
          </p:nvSpPr>
          <p:spPr>
            <a:xfrm>
              <a:off x="6847029" y="4334020"/>
              <a:ext cx="1279447" cy="35283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(c)</a:t>
              </a:r>
              <a:endParaRPr lang="en-JP" sz="12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31032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E15A5-4271-443D-AE59-C5F083FAF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8E312B7-96F5-EF79-61D9-D0FFFFEA8DD8}"/>
              </a:ext>
            </a:extLst>
          </p:cNvPr>
          <p:cNvGrpSpPr/>
          <p:nvPr/>
        </p:nvGrpSpPr>
        <p:grpSpPr>
          <a:xfrm>
            <a:off x="7329534" y="2327492"/>
            <a:ext cx="4006197" cy="2018610"/>
            <a:chOff x="3747245" y="5034265"/>
            <a:chExt cx="3097925" cy="15609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5B25C20-347D-9E04-7434-D9D615281032}"/>
                </a:ext>
              </a:extLst>
            </p:cNvPr>
            <p:cNvSpPr/>
            <p:nvPr/>
          </p:nvSpPr>
          <p:spPr>
            <a:xfrm>
              <a:off x="3747246" y="5034265"/>
              <a:ext cx="3097924" cy="1560957"/>
            </a:xfrm>
            <a:prstGeom prst="rect">
              <a:avLst/>
            </a:prstGeom>
            <a:solidFill>
              <a:srgbClr val="88827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493F33-6912-AAF7-C4C3-4F92BEF0DA31}"/>
                </a:ext>
              </a:extLst>
            </p:cNvPr>
            <p:cNvSpPr/>
            <p:nvPr/>
          </p:nvSpPr>
          <p:spPr>
            <a:xfrm>
              <a:off x="3747245" y="5791884"/>
              <a:ext cx="3097924" cy="4571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9FB39A-D507-A6A5-D2D9-630BC8FE3412}"/>
                </a:ext>
              </a:extLst>
            </p:cNvPr>
            <p:cNvGrpSpPr/>
            <p:nvPr/>
          </p:nvGrpSpPr>
          <p:grpSpPr>
            <a:xfrm flipH="1">
              <a:off x="3969715" y="5239449"/>
              <a:ext cx="1151411" cy="1142317"/>
              <a:chOff x="6978166" y="2617955"/>
              <a:chExt cx="1320364" cy="1319180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692D10F-0884-AED5-03EA-8A28B898D78A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5473954-B3F3-0D77-72CF-E09492BA294C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10969C0-2D9D-4762-B9B2-405F67AAA6C6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7AFE4D00-6C13-02A9-1BA9-F9F347E6F58C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8" name="Rectangle 777">
                  <a:extLst>
                    <a:ext uri="{FF2B5EF4-FFF2-40B4-BE49-F238E27FC236}">
                      <a16:creationId xmlns:a16="http://schemas.microsoft.com/office/drawing/2014/main" id="{8401789C-263C-F80C-29F3-B074907C5991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9" name="フローチャート: 和接合 16">
                  <a:extLst>
                    <a:ext uri="{FF2B5EF4-FFF2-40B4-BE49-F238E27FC236}">
                      <a16:creationId xmlns:a16="http://schemas.microsoft.com/office/drawing/2014/main" id="{89A5FD85-2F74-91F1-4C9B-FC4F8BFD75A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FA56C44-F671-E115-7E6E-9D769DF6C1A2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2312D4C2-85B9-B0C4-CAA9-1DB414BA5EA5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6" name="楕円 300">
                  <a:extLst>
                    <a:ext uri="{FF2B5EF4-FFF2-40B4-BE49-F238E27FC236}">
                      <a16:creationId xmlns:a16="http://schemas.microsoft.com/office/drawing/2014/main" id="{03C2E84B-A5AE-D0AD-B329-F756C3B6F66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7" name="楕円 301">
                  <a:extLst>
                    <a:ext uri="{FF2B5EF4-FFF2-40B4-BE49-F238E27FC236}">
                      <a16:creationId xmlns:a16="http://schemas.microsoft.com/office/drawing/2014/main" id="{DBE5783B-5B8C-8FEB-622E-6B4C8DA7BA3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8C0136C-004B-8602-9B3A-F55DC2E97941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4" name="Rectangle 773">
                  <a:extLst>
                    <a:ext uri="{FF2B5EF4-FFF2-40B4-BE49-F238E27FC236}">
                      <a16:creationId xmlns:a16="http://schemas.microsoft.com/office/drawing/2014/main" id="{06F1C6AA-0E7A-C7B3-BF4F-610FE635F724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5" name="フローチャート: 和接合 16">
                  <a:extLst>
                    <a:ext uri="{FF2B5EF4-FFF2-40B4-BE49-F238E27FC236}">
                      <a16:creationId xmlns:a16="http://schemas.microsoft.com/office/drawing/2014/main" id="{7324196A-17ED-033C-0799-9921E86C0AB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42D53067-4EA6-5494-17A9-BB7F8B5241ED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28B8007B-FFC6-6CFB-0C8A-0FC7C70CF895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2" name="楕円 300">
                  <a:extLst>
                    <a:ext uri="{FF2B5EF4-FFF2-40B4-BE49-F238E27FC236}">
                      <a16:creationId xmlns:a16="http://schemas.microsoft.com/office/drawing/2014/main" id="{04EB8069-7E7E-4656-FD8C-D5AAF237DB3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3" name="楕円 301">
                  <a:extLst>
                    <a:ext uri="{FF2B5EF4-FFF2-40B4-BE49-F238E27FC236}">
                      <a16:creationId xmlns:a16="http://schemas.microsoft.com/office/drawing/2014/main" id="{DE44E649-91CD-F268-DFE8-46B2ADF8936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8BB22D1-6EA1-A6FD-FF90-4CC74ADD6ADE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0" name="Rectangle 769">
                  <a:extLst>
                    <a:ext uri="{FF2B5EF4-FFF2-40B4-BE49-F238E27FC236}">
                      <a16:creationId xmlns:a16="http://schemas.microsoft.com/office/drawing/2014/main" id="{D5602936-A5B2-1051-180C-C1BFB52B857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1" name="フローチャート: 和接合 16">
                  <a:extLst>
                    <a:ext uri="{FF2B5EF4-FFF2-40B4-BE49-F238E27FC236}">
                      <a16:creationId xmlns:a16="http://schemas.microsoft.com/office/drawing/2014/main" id="{BE936325-4586-271A-7EFC-430DDE47912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D8CB783-0416-83EA-4DA5-82104AD169AF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44FBB22-E773-4BBE-EF32-8071DFEFA32A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68" name="楕円 300">
                  <a:extLst>
                    <a:ext uri="{FF2B5EF4-FFF2-40B4-BE49-F238E27FC236}">
                      <a16:creationId xmlns:a16="http://schemas.microsoft.com/office/drawing/2014/main" id="{6A23976A-583F-571E-2772-F3973D7CBE0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9" name="楕円 301">
                  <a:extLst>
                    <a:ext uri="{FF2B5EF4-FFF2-40B4-BE49-F238E27FC236}">
                      <a16:creationId xmlns:a16="http://schemas.microsoft.com/office/drawing/2014/main" id="{B4A3C90F-AEDE-6555-DAF1-99C978F5B00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E94C031D-80FC-03EE-BB4A-575E4000D452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98458FE0-985C-73F7-C9D0-A6D83F3E37F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フローチャート: 和接合 16">
                  <a:extLst>
                    <a:ext uri="{FF2B5EF4-FFF2-40B4-BE49-F238E27FC236}">
                      <a16:creationId xmlns:a16="http://schemas.microsoft.com/office/drawing/2014/main" id="{F141474A-8406-21FE-E415-3838B6D7BA8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3801F59-B2F9-D26D-3C2E-430FA302FD40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4972C3E7-D5E1-03AC-480D-09F87A273FBA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57" name="楕円 300">
                  <a:extLst>
                    <a:ext uri="{FF2B5EF4-FFF2-40B4-BE49-F238E27FC236}">
                      <a16:creationId xmlns:a16="http://schemas.microsoft.com/office/drawing/2014/main" id="{C9FAA973-75FA-3853-CBDC-F047CA8B829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楕円 301">
                  <a:extLst>
                    <a:ext uri="{FF2B5EF4-FFF2-40B4-BE49-F238E27FC236}">
                      <a16:creationId xmlns:a16="http://schemas.microsoft.com/office/drawing/2014/main" id="{4F7EF55A-A4E1-D445-86C2-6DC5271E9B2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3746609-7595-D754-3DDB-DE4C00EC9CF7}"/>
                </a:ext>
              </a:extLst>
            </p:cNvPr>
            <p:cNvGrpSpPr/>
            <p:nvPr/>
          </p:nvGrpSpPr>
          <p:grpSpPr>
            <a:xfrm>
              <a:off x="5480428" y="5239449"/>
              <a:ext cx="1142274" cy="1150592"/>
              <a:chOff x="6978166" y="2617955"/>
              <a:chExt cx="1320364" cy="131918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C95BED3-1557-D4EB-94CF-ABE9FF1B6099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E751A43-FDF7-3ADF-3C8E-83B47A33BE82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90B8E67-79F4-ED0C-958F-6DBDABE7D916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A7BE230-3E36-EB90-BCD1-49AA29961F59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AE6F85FB-6A16-E72A-1D67-C7CBCFD6A3E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フローチャート: 和接合 16">
                  <a:extLst>
                    <a:ext uri="{FF2B5EF4-FFF2-40B4-BE49-F238E27FC236}">
                      <a16:creationId xmlns:a16="http://schemas.microsoft.com/office/drawing/2014/main" id="{B5672A81-AA44-413C-8DAB-350711C0BE3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E953B4B-957B-DAA3-E70B-248C7E726857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99F892B-53E6-CAD9-F35A-3227C560DB87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5" name="楕円 300">
                  <a:extLst>
                    <a:ext uri="{FF2B5EF4-FFF2-40B4-BE49-F238E27FC236}">
                      <a16:creationId xmlns:a16="http://schemas.microsoft.com/office/drawing/2014/main" id="{A4D48DC7-BFA7-42B2-03A2-7BA136D0DC7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楕円 301">
                  <a:extLst>
                    <a:ext uri="{FF2B5EF4-FFF2-40B4-BE49-F238E27FC236}">
                      <a16:creationId xmlns:a16="http://schemas.microsoft.com/office/drawing/2014/main" id="{87DC583D-BED9-9001-DCF0-E72496B2C65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ECFFA9E-82A2-6955-BBB2-19EC276D3210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99B4DF-9DEE-E2D7-280B-9CCAF4AAADC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フローチャート: 和接合 16">
                  <a:extLst>
                    <a:ext uri="{FF2B5EF4-FFF2-40B4-BE49-F238E27FC236}">
                      <a16:creationId xmlns:a16="http://schemas.microsoft.com/office/drawing/2014/main" id="{13A75939-0C3C-63F8-1E0B-ACBF628410D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5AABA94-65F7-738F-01DF-2E374B42702C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E7C70EA9-36B1-89BB-57F1-8D8DDFD70259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1" name="楕円 300">
                  <a:extLst>
                    <a:ext uri="{FF2B5EF4-FFF2-40B4-BE49-F238E27FC236}">
                      <a16:creationId xmlns:a16="http://schemas.microsoft.com/office/drawing/2014/main" id="{A33A107E-4B1B-21D1-7007-750827003D2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楕円 301">
                  <a:extLst>
                    <a:ext uri="{FF2B5EF4-FFF2-40B4-BE49-F238E27FC236}">
                      <a16:creationId xmlns:a16="http://schemas.microsoft.com/office/drawing/2014/main" id="{63F9331D-EF69-A7E2-584D-4E8150F38BD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CE27DDD-8429-5AEC-B2D9-BAFC4270FBDF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11304945-B8DB-C734-80F6-2A058D7A6DD7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フローチャート: 和接合 16">
                  <a:extLst>
                    <a:ext uri="{FF2B5EF4-FFF2-40B4-BE49-F238E27FC236}">
                      <a16:creationId xmlns:a16="http://schemas.microsoft.com/office/drawing/2014/main" id="{04447A12-5A00-D452-24D9-EF540B8D553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DC44867-5997-7EF3-8B93-27E2DECF7474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A7826F9A-80C1-3A35-987E-300A1F208CDA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27" name="楕円 300">
                  <a:extLst>
                    <a:ext uri="{FF2B5EF4-FFF2-40B4-BE49-F238E27FC236}">
                      <a16:creationId xmlns:a16="http://schemas.microsoft.com/office/drawing/2014/main" id="{954ECC9D-ADBC-6A74-8F5C-4A8D5524D2F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楕円 301">
                  <a:extLst>
                    <a:ext uri="{FF2B5EF4-FFF2-40B4-BE49-F238E27FC236}">
                      <a16:creationId xmlns:a16="http://schemas.microsoft.com/office/drawing/2014/main" id="{BD433AD2-125C-954B-198D-A92E0457CCF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BF22FB3-EFB4-A1E0-89C9-BF93A0C934E3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07DA59D-58B3-B3EA-EEA5-B0791BCD10EF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フローチャート: 和接合 16">
                  <a:extLst>
                    <a:ext uri="{FF2B5EF4-FFF2-40B4-BE49-F238E27FC236}">
                      <a16:creationId xmlns:a16="http://schemas.microsoft.com/office/drawing/2014/main" id="{ACB71434-E37B-5720-43D9-F3FE5083228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08187C4-2844-087F-0E4C-7C8E974F8A21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5CD4392-80FC-0D85-537E-472C12FF4152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23" name="楕円 300">
                  <a:extLst>
                    <a:ext uri="{FF2B5EF4-FFF2-40B4-BE49-F238E27FC236}">
                      <a16:creationId xmlns:a16="http://schemas.microsoft.com/office/drawing/2014/main" id="{63C26399-7922-086A-17C6-538C99710C8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楕円 301">
                  <a:extLst>
                    <a:ext uri="{FF2B5EF4-FFF2-40B4-BE49-F238E27FC236}">
                      <a16:creationId xmlns:a16="http://schemas.microsoft.com/office/drawing/2014/main" id="{16FEA48A-42EB-B17C-B069-270C764ADF8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790" name="Rectangle 789">
            <a:extLst>
              <a:ext uri="{FF2B5EF4-FFF2-40B4-BE49-F238E27FC236}">
                <a16:creationId xmlns:a16="http://schemas.microsoft.com/office/drawing/2014/main" id="{CD8DAFDA-A829-C7D3-3F27-290FC6B15714}"/>
              </a:ext>
            </a:extLst>
          </p:cNvPr>
          <p:cNvSpPr/>
          <p:nvPr/>
        </p:nvSpPr>
        <p:spPr>
          <a:xfrm rot="16200000" flipH="1">
            <a:off x="7894806" y="4305242"/>
            <a:ext cx="133972" cy="5616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86215C08-C363-1E1F-B60E-60A0D1FEE02E}"/>
              </a:ext>
            </a:extLst>
          </p:cNvPr>
          <p:cNvSpPr/>
          <p:nvPr/>
        </p:nvSpPr>
        <p:spPr>
          <a:xfrm rot="16200000" flipH="1">
            <a:off x="9718222" y="4304693"/>
            <a:ext cx="133972" cy="56269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1" name="Rectangle: Rounded Corners 4">
            <a:extLst>
              <a:ext uri="{FF2B5EF4-FFF2-40B4-BE49-F238E27FC236}">
                <a16:creationId xmlns:a16="http://schemas.microsoft.com/office/drawing/2014/main" id="{033B43DA-BF2A-ED7A-357D-F7B4F5AAAF16}"/>
              </a:ext>
            </a:extLst>
          </p:cNvPr>
          <p:cNvSpPr/>
          <p:nvPr/>
        </p:nvSpPr>
        <p:spPr>
          <a:xfrm>
            <a:off x="8215789" y="4463340"/>
            <a:ext cx="1099508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Primary</a:t>
            </a:r>
          </a:p>
        </p:txBody>
      </p:sp>
      <p:sp>
        <p:nvSpPr>
          <p:cNvPr id="832" name="Rectangle: Rounded Corners 4">
            <a:extLst>
              <a:ext uri="{FF2B5EF4-FFF2-40B4-BE49-F238E27FC236}">
                <a16:creationId xmlns:a16="http://schemas.microsoft.com/office/drawing/2014/main" id="{1E9AD50C-7E64-0917-7426-73D9C2264759}"/>
              </a:ext>
            </a:extLst>
          </p:cNvPr>
          <p:cNvSpPr/>
          <p:nvPr/>
        </p:nvSpPr>
        <p:spPr>
          <a:xfrm>
            <a:off x="10049400" y="4456630"/>
            <a:ext cx="1206980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Secondary</a:t>
            </a:r>
          </a:p>
        </p:txBody>
      </p:sp>
      <p:sp>
        <p:nvSpPr>
          <p:cNvPr id="835" name="Rectangle: Rounded Corners 4">
            <a:extLst>
              <a:ext uri="{FF2B5EF4-FFF2-40B4-BE49-F238E27FC236}">
                <a16:creationId xmlns:a16="http://schemas.microsoft.com/office/drawing/2014/main" id="{B4DE2D18-F9A1-846F-17B6-94852A3BB019}"/>
              </a:ext>
            </a:extLst>
          </p:cNvPr>
          <p:cNvSpPr/>
          <p:nvPr/>
        </p:nvSpPr>
        <p:spPr>
          <a:xfrm>
            <a:off x="7197240" y="993583"/>
            <a:ext cx="4261694" cy="44895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4" name="Picture 3" descr="A grey rectangular object with scissors in it&#10;&#10;AI-generated content may be incorrect.">
            <a:extLst>
              <a:ext uri="{FF2B5EF4-FFF2-40B4-BE49-F238E27FC236}">
                <a16:creationId xmlns:a16="http://schemas.microsoft.com/office/drawing/2014/main" id="{ABD03471-9112-3A10-F170-24BA59967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98" t="28111" r="31643" b="22500"/>
          <a:stretch>
            <a:fillRect/>
          </a:stretch>
        </p:blipFill>
        <p:spPr>
          <a:xfrm>
            <a:off x="585005" y="1464861"/>
            <a:ext cx="3985335" cy="3318017"/>
          </a:xfrm>
          <a:prstGeom prst="rect">
            <a:avLst/>
          </a:prstGeom>
        </p:spPr>
      </p:pic>
      <p:sp>
        <p:nvSpPr>
          <p:cNvPr id="48" name="Rectangle: Rounded Corners 4">
            <a:extLst>
              <a:ext uri="{FF2B5EF4-FFF2-40B4-BE49-F238E27FC236}">
                <a16:creationId xmlns:a16="http://schemas.microsoft.com/office/drawing/2014/main" id="{28F25459-E3BE-F1CB-5CF0-F94B4E886117}"/>
              </a:ext>
            </a:extLst>
          </p:cNvPr>
          <p:cNvSpPr/>
          <p:nvPr/>
        </p:nvSpPr>
        <p:spPr>
          <a:xfrm>
            <a:off x="4702635" y="3763433"/>
            <a:ext cx="109162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EE Core</a:t>
            </a:r>
          </a:p>
        </p:txBody>
      </p:sp>
      <p:sp>
        <p:nvSpPr>
          <p:cNvPr id="55" name="Rectangle: Rounded Corners 4">
            <a:extLst>
              <a:ext uri="{FF2B5EF4-FFF2-40B4-BE49-F238E27FC236}">
                <a16:creationId xmlns:a16="http://schemas.microsoft.com/office/drawing/2014/main" id="{2C5FFF4D-7503-53EA-5C58-DD359266E4CD}"/>
              </a:ext>
            </a:extLst>
          </p:cNvPr>
          <p:cNvSpPr/>
          <p:nvPr/>
        </p:nvSpPr>
        <p:spPr>
          <a:xfrm>
            <a:off x="227912" y="4552697"/>
            <a:ext cx="147533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Windings</a:t>
            </a:r>
          </a:p>
        </p:txBody>
      </p:sp>
      <p:sp>
        <p:nvSpPr>
          <p:cNvPr id="56" name="Rectangle: Rounded Corners 4">
            <a:extLst>
              <a:ext uri="{FF2B5EF4-FFF2-40B4-BE49-F238E27FC236}">
                <a16:creationId xmlns:a16="http://schemas.microsoft.com/office/drawing/2014/main" id="{F0AADD06-0AFE-2F3A-9CA4-EBBE0002B040}"/>
              </a:ext>
            </a:extLst>
          </p:cNvPr>
          <p:cNvSpPr/>
          <p:nvPr/>
        </p:nvSpPr>
        <p:spPr>
          <a:xfrm>
            <a:off x="2163002" y="5148254"/>
            <a:ext cx="1520136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 (Silicon-based, soft)</a:t>
            </a:r>
          </a:p>
        </p:txBody>
      </p:sp>
      <p:sp>
        <p:nvSpPr>
          <p:cNvPr id="58" name="Rectangle: Rounded Corners 4">
            <a:extLst>
              <a:ext uri="{FF2B5EF4-FFF2-40B4-BE49-F238E27FC236}">
                <a16:creationId xmlns:a16="http://schemas.microsoft.com/office/drawing/2014/main" id="{B3EA1E98-8563-84B2-5676-89BEC5940AA0}"/>
              </a:ext>
            </a:extLst>
          </p:cNvPr>
          <p:cNvSpPr/>
          <p:nvPr/>
        </p:nvSpPr>
        <p:spPr>
          <a:xfrm>
            <a:off x="2308635" y="1388670"/>
            <a:ext cx="2488590" cy="29609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Terminals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FFC006D-5D01-F1D4-206B-B7110720E3AC}"/>
              </a:ext>
            </a:extLst>
          </p:cNvPr>
          <p:cNvCxnSpPr>
            <a:cxnSpLocks/>
          </p:cNvCxnSpPr>
          <p:nvPr/>
        </p:nvCxnSpPr>
        <p:spPr>
          <a:xfrm>
            <a:off x="2060340" y="4399599"/>
            <a:ext cx="249473" cy="62007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B2A0BFA8-5517-C638-63A4-9F774B2181D4}"/>
              </a:ext>
            </a:extLst>
          </p:cNvPr>
          <p:cNvSpPr/>
          <p:nvPr/>
        </p:nvSpPr>
        <p:spPr>
          <a:xfrm>
            <a:off x="2029983" y="4346102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6690A03D-28B8-95B2-1F68-9849177FE60A}"/>
              </a:ext>
            </a:extLst>
          </p:cNvPr>
          <p:cNvCxnSpPr>
            <a:cxnSpLocks/>
          </p:cNvCxnSpPr>
          <p:nvPr/>
        </p:nvCxnSpPr>
        <p:spPr>
          <a:xfrm>
            <a:off x="1869129" y="1536007"/>
            <a:ext cx="468630" cy="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1" name="Oval 780">
            <a:extLst>
              <a:ext uri="{FF2B5EF4-FFF2-40B4-BE49-F238E27FC236}">
                <a16:creationId xmlns:a16="http://schemas.microsoft.com/office/drawing/2014/main" id="{CA0C0CDC-5A29-6FF7-D3FC-F2BD0EFBB3FC}"/>
              </a:ext>
            </a:extLst>
          </p:cNvPr>
          <p:cNvSpPr/>
          <p:nvPr/>
        </p:nvSpPr>
        <p:spPr>
          <a:xfrm>
            <a:off x="1842190" y="1509258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306129CF-DE5D-BCBC-1567-541735FBC209}"/>
              </a:ext>
            </a:extLst>
          </p:cNvPr>
          <p:cNvCxnSpPr>
            <a:cxnSpLocks/>
          </p:cNvCxnSpPr>
          <p:nvPr/>
        </p:nvCxnSpPr>
        <p:spPr>
          <a:xfrm flipV="1">
            <a:off x="4410811" y="2274421"/>
            <a:ext cx="254032" cy="22271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3" name="Oval 782">
            <a:extLst>
              <a:ext uri="{FF2B5EF4-FFF2-40B4-BE49-F238E27FC236}">
                <a16:creationId xmlns:a16="http://schemas.microsoft.com/office/drawing/2014/main" id="{9F304464-38FA-7103-05B6-DF252ECF0602}"/>
              </a:ext>
            </a:extLst>
          </p:cNvPr>
          <p:cNvSpPr/>
          <p:nvPr/>
        </p:nvSpPr>
        <p:spPr>
          <a:xfrm>
            <a:off x="4383872" y="2470391"/>
            <a:ext cx="49984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4" name="Straight Connector 783">
            <a:extLst>
              <a:ext uri="{FF2B5EF4-FFF2-40B4-BE49-F238E27FC236}">
                <a16:creationId xmlns:a16="http://schemas.microsoft.com/office/drawing/2014/main" id="{A0635A78-A20E-F330-6252-0365F81BE087}"/>
              </a:ext>
            </a:extLst>
          </p:cNvPr>
          <p:cNvCxnSpPr>
            <a:cxnSpLocks/>
          </p:cNvCxnSpPr>
          <p:nvPr/>
        </p:nvCxnSpPr>
        <p:spPr>
          <a:xfrm>
            <a:off x="3525991" y="3815724"/>
            <a:ext cx="1239949" cy="10257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5" name="Oval 784">
            <a:extLst>
              <a:ext uri="{FF2B5EF4-FFF2-40B4-BE49-F238E27FC236}">
                <a16:creationId xmlns:a16="http://schemas.microsoft.com/office/drawing/2014/main" id="{0A2F6F97-496E-D237-C218-B71E5D96AF9D}"/>
              </a:ext>
            </a:extLst>
          </p:cNvPr>
          <p:cNvSpPr/>
          <p:nvPr/>
        </p:nvSpPr>
        <p:spPr>
          <a:xfrm>
            <a:off x="3499052" y="3788975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6" name="Straight Connector 785">
            <a:extLst>
              <a:ext uri="{FF2B5EF4-FFF2-40B4-BE49-F238E27FC236}">
                <a16:creationId xmlns:a16="http://schemas.microsoft.com/office/drawing/2014/main" id="{B215DAA3-B83E-3E5A-B922-0BE1FEDC034B}"/>
              </a:ext>
            </a:extLst>
          </p:cNvPr>
          <p:cNvCxnSpPr>
            <a:cxnSpLocks/>
          </p:cNvCxnSpPr>
          <p:nvPr/>
        </p:nvCxnSpPr>
        <p:spPr>
          <a:xfrm flipH="1">
            <a:off x="1105496" y="4107510"/>
            <a:ext cx="594333" cy="36916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8" name="Oval 787">
            <a:extLst>
              <a:ext uri="{FF2B5EF4-FFF2-40B4-BE49-F238E27FC236}">
                <a16:creationId xmlns:a16="http://schemas.microsoft.com/office/drawing/2014/main" id="{039D9CBB-62DC-611B-4B3B-74A9E0DA0264}"/>
              </a:ext>
            </a:extLst>
          </p:cNvPr>
          <p:cNvSpPr/>
          <p:nvPr/>
        </p:nvSpPr>
        <p:spPr>
          <a:xfrm>
            <a:off x="1672890" y="4080761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9" name="Rectangle: Rounded Corners 4">
            <a:extLst>
              <a:ext uri="{FF2B5EF4-FFF2-40B4-BE49-F238E27FC236}">
                <a16:creationId xmlns:a16="http://schemas.microsoft.com/office/drawing/2014/main" id="{3E125ED8-0508-BCE5-84C9-3F5A5D25F6D2}"/>
              </a:ext>
            </a:extLst>
          </p:cNvPr>
          <p:cNvSpPr/>
          <p:nvPr/>
        </p:nvSpPr>
        <p:spPr>
          <a:xfrm>
            <a:off x="4570340" y="2118262"/>
            <a:ext cx="2345804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Aluminum at exposed ends (dead space)</a:t>
            </a:r>
          </a:p>
        </p:txBody>
      </p:sp>
    </p:spTree>
    <p:extLst>
      <p:ext uri="{BB962C8B-B14F-4D97-AF65-F5344CB8AC3E}">
        <p14:creationId xmlns:p14="http://schemas.microsoft.com/office/powerpoint/2010/main" val="31496247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9DEA8-CC87-9447-046D-9FCF26CD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Picture 786">
            <a:extLst>
              <a:ext uri="{FF2B5EF4-FFF2-40B4-BE49-F238E27FC236}">
                <a16:creationId xmlns:a16="http://schemas.microsoft.com/office/drawing/2014/main" id="{B028E548-C462-7E5F-959D-DF3BE14B3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47" t="13942" r="24310" b="15016"/>
          <a:stretch>
            <a:fillRect/>
          </a:stretch>
        </p:blipFill>
        <p:spPr>
          <a:xfrm>
            <a:off x="952266" y="321942"/>
            <a:ext cx="4021279" cy="44895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184BD99-8279-4425-D7F1-9CB881F94FE0}"/>
              </a:ext>
            </a:extLst>
          </p:cNvPr>
          <p:cNvGrpSpPr/>
          <p:nvPr/>
        </p:nvGrpSpPr>
        <p:grpSpPr>
          <a:xfrm>
            <a:off x="7329534" y="2327492"/>
            <a:ext cx="4006197" cy="2018610"/>
            <a:chOff x="3747245" y="5034265"/>
            <a:chExt cx="3097925" cy="15609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B9AEEE5-86FF-0403-1425-86C7AFC76A9B}"/>
                </a:ext>
              </a:extLst>
            </p:cNvPr>
            <p:cNvSpPr/>
            <p:nvPr/>
          </p:nvSpPr>
          <p:spPr>
            <a:xfrm>
              <a:off x="3747246" y="5034265"/>
              <a:ext cx="3097924" cy="1560957"/>
            </a:xfrm>
            <a:prstGeom prst="rect">
              <a:avLst/>
            </a:prstGeom>
            <a:solidFill>
              <a:srgbClr val="88827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B5CC794-C3CE-579B-BF7F-0200F98F29AF}"/>
                </a:ext>
              </a:extLst>
            </p:cNvPr>
            <p:cNvSpPr/>
            <p:nvPr/>
          </p:nvSpPr>
          <p:spPr>
            <a:xfrm>
              <a:off x="3747245" y="5791884"/>
              <a:ext cx="3097924" cy="4571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3ADE78E-30C0-6D11-EEFA-58943AD2CFC8}"/>
                </a:ext>
              </a:extLst>
            </p:cNvPr>
            <p:cNvGrpSpPr/>
            <p:nvPr/>
          </p:nvGrpSpPr>
          <p:grpSpPr>
            <a:xfrm flipH="1">
              <a:off x="3969715" y="5239449"/>
              <a:ext cx="1151411" cy="1142317"/>
              <a:chOff x="6978166" y="2617955"/>
              <a:chExt cx="1320364" cy="1319180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9C4B279-AFC1-5A61-2796-75D3FAE10337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741E083-FB3F-340B-F876-DC73DF2FF502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CAC2DEF-5483-7C21-C9E9-D6CBD2829F96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2231805B-D711-1F6E-CFCE-5658AEC7AA31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8" name="Rectangle 777">
                  <a:extLst>
                    <a:ext uri="{FF2B5EF4-FFF2-40B4-BE49-F238E27FC236}">
                      <a16:creationId xmlns:a16="http://schemas.microsoft.com/office/drawing/2014/main" id="{49B772F6-A737-9327-53F1-2C4CA3486D13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9" name="フローチャート: 和接合 16">
                  <a:extLst>
                    <a:ext uri="{FF2B5EF4-FFF2-40B4-BE49-F238E27FC236}">
                      <a16:creationId xmlns:a16="http://schemas.microsoft.com/office/drawing/2014/main" id="{EE68F1FA-3A29-E756-996D-49EBDAAB9BB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D07286E-B43E-FEFF-D745-76F5650B7536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DB7C004A-E0FB-62D7-8747-A9760FF8FAF1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6" name="楕円 300">
                  <a:extLst>
                    <a:ext uri="{FF2B5EF4-FFF2-40B4-BE49-F238E27FC236}">
                      <a16:creationId xmlns:a16="http://schemas.microsoft.com/office/drawing/2014/main" id="{C8DAEDB9-2F0D-1BCE-DA27-8673F14299C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7" name="楕円 301">
                  <a:extLst>
                    <a:ext uri="{FF2B5EF4-FFF2-40B4-BE49-F238E27FC236}">
                      <a16:creationId xmlns:a16="http://schemas.microsoft.com/office/drawing/2014/main" id="{555BACB7-0C27-E50A-36E4-AB56AF82C91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E2DF02EB-B034-0DF0-5822-E9A011F80F21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4" name="Rectangle 773">
                  <a:extLst>
                    <a:ext uri="{FF2B5EF4-FFF2-40B4-BE49-F238E27FC236}">
                      <a16:creationId xmlns:a16="http://schemas.microsoft.com/office/drawing/2014/main" id="{9C5EDB0B-3142-19EC-04DD-EC6CD068969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5" name="フローチャート: 和接合 16">
                  <a:extLst>
                    <a:ext uri="{FF2B5EF4-FFF2-40B4-BE49-F238E27FC236}">
                      <a16:creationId xmlns:a16="http://schemas.microsoft.com/office/drawing/2014/main" id="{43A8E16F-75EB-19AB-07E9-39AB315DA70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7E7D316-7025-3382-63B3-9315CBA987F3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FA427763-B571-112B-4AE5-32BA8B70D99B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2" name="楕円 300">
                  <a:extLst>
                    <a:ext uri="{FF2B5EF4-FFF2-40B4-BE49-F238E27FC236}">
                      <a16:creationId xmlns:a16="http://schemas.microsoft.com/office/drawing/2014/main" id="{214EAB97-F3BA-3E74-65F6-60A606DD6AB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3" name="楕円 301">
                  <a:extLst>
                    <a:ext uri="{FF2B5EF4-FFF2-40B4-BE49-F238E27FC236}">
                      <a16:creationId xmlns:a16="http://schemas.microsoft.com/office/drawing/2014/main" id="{D96C8C45-981F-BB8D-06D4-9E84516F78F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2B68E3D-68F0-28D1-CFBC-150AB32CE481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0" name="Rectangle 769">
                  <a:extLst>
                    <a:ext uri="{FF2B5EF4-FFF2-40B4-BE49-F238E27FC236}">
                      <a16:creationId xmlns:a16="http://schemas.microsoft.com/office/drawing/2014/main" id="{18EA14B2-51D9-EA73-3A6A-5173D9540D41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1" name="フローチャート: 和接合 16">
                  <a:extLst>
                    <a:ext uri="{FF2B5EF4-FFF2-40B4-BE49-F238E27FC236}">
                      <a16:creationId xmlns:a16="http://schemas.microsoft.com/office/drawing/2014/main" id="{5C24CB07-0B7C-FECA-F4E0-D279EEF9F9C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47C23E8-E49D-6F53-4AA3-86ABA7438349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2004254-82C8-5C01-C10C-9309F67A5402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68" name="楕円 300">
                  <a:extLst>
                    <a:ext uri="{FF2B5EF4-FFF2-40B4-BE49-F238E27FC236}">
                      <a16:creationId xmlns:a16="http://schemas.microsoft.com/office/drawing/2014/main" id="{8CB6F37B-EEA1-4D2C-3C0D-3354AC103EC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9" name="楕円 301">
                  <a:extLst>
                    <a:ext uri="{FF2B5EF4-FFF2-40B4-BE49-F238E27FC236}">
                      <a16:creationId xmlns:a16="http://schemas.microsoft.com/office/drawing/2014/main" id="{E5198D63-E0E1-83F4-F1F4-C6559E3FA1C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9E7C686-B95F-3FD4-2F17-8A5324C795E1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CB286CE1-025F-63E0-194D-641EAC2032F7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フローチャート: 和接合 16">
                  <a:extLst>
                    <a:ext uri="{FF2B5EF4-FFF2-40B4-BE49-F238E27FC236}">
                      <a16:creationId xmlns:a16="http://schemas.microsoft.com/office/drawing/2014/main" id="{71866487-5CF1-7422-7B35-3AC4659CADA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CDA6C50-314F-8E94-73A8-433762DB949E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5CB60F0B-17A8-DBFC-D173-950B01AF8EC3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57" name="楕円 300">
                  <a:extLst>
                    <a:ext uri="{FF2B5EF4-FFF2-40B4-BE49-F238E27FC236}">
                      <a16:creationId xmlns:a16="http://schemas.microsoft.com/office/drawing/2014/main" id="{1F47ED29-E0A8-F3CE-66B5-5B9371D4F18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楕円 301">
                  <a:extLst>
                    <a:ext uri="{FF2B5EF4-FFF2-40B4-BE49-F238E27FC236}">
                      <a16:creationId xmlns:a16="http://schemas.microsoft.com/office/drawing/2014/main" id="{397BFDED-8CC2-BA36-7D68-BACBF44E8D5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2B92DAF-FE8E-817C-B20B-4CF2AE75FDEF}"/>
                </a:ext>
              </a:extLst>
            </p:cNvPr>
            <p:cNvGrpSpPr/>
            <p:nvPr/>
          </p:nvGrpSpPr>
          <p:grpSpPr>
            <a:xfrm>
              <a:off x="5480428" y="5239449"/>
              <a:ext cx="1142274" cy="1150592"/>
              <a:chOff x="6978166" y="2617955"/>
              <a:chExt cx="1320364" cy="131918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3272F8A-41CB-DEB0-FCF1-001CFE963CFA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09414A6-665B-B59F-1DE9-0A28ADF80829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A6174D5-182D-E832-9A84-D8A94432EB9F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35CA3F6-8FAD-A280-59BE-26FCE37879F1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9D2F4280-8DCC-5D6A-D219-3E3CE554565E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フローチャート: 和接合 16">
                  <a:extLst>
                    <a:ext uri="{FF2B5EF4-FFF2-40B4-BE49-F238E27FC236}">
                      <a16:creationId xmlns:a16="http://schemas.microsoft.com/office/drawing/2014/main" id="{94CD7046-4FF9-E377-3A3A-0590E337EFA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CBC1D13-7685-EE0D-8D74-598A109CAB8E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06C94EF-1388-FC4E-DEA5-1D49B911F1C6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5" name="楕円 300">
                  <a:extLst>
                    <a:ext uri="{FF2B5EF4-FFF2-40B4-BE49-F238E27FC236}">
                      <a16:creationId xmlns:a16="http://schemas.microsoft.com/office/drawing/2014/main" id="{CA6843AA-8936-C9AA-138A-EB8F933E683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楕円 301">
                  <a:extLst>
                    <a:ext uri="{FF2B5EF4-FFF2-40B4-BE49-F238E27FC236}">
                      <a16:creationId xmlns:a16="http://schemas.microsoft.com/office/drawing/2014/main" id="{62974107-3F1A-B0B8-F37B-16DACBC3BCC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345FD18-D941-887E-8974-CFD296A4560C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9761EFA-3D70-5041-0B1D-444B660FC491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フローチャート: 和接合 16">
                  <a:extLst>
                    <a:ext uri="{FF2B5EF4-FFF2-40B4-BE49-F238E27FC236}">
                      <a16:creationId xmlns:a16="http://schemas.microsoft.com/office/drawing/2014/main" id="{C64FBA32-DCF3-C7D8-5FE9-4E2478620BB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2F82333-B9FA-7583-EE6E-0541AF481EDB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98636031-1489-2ADF-D413-AD692B0CBEED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1" name="楕円 300">
                  <a:extLst>
                    <a:ext uri="{FF2B5EF4-FFF2-40B4-BE49-F238E27FC236}">
                      <a16:creationId xmlns:a16="http://schemas.microsoft.com/office/drawing/2014/main" id="{7C291950-41A5-6B7D-CBDD-AC8EB737AA7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楕円 301">
                  <a:extLst>
                    <a:ext uri="{FF2B5EF4-FFF2-40B4-BE49-F238E27FC236}">
                      <a16:creationId xmlns:a16="http://schemas.microsoft.com/office/drawing/2014/main" id="{3731911A-48A5-76ED-EC0A-21D51E5EF14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21CE3FE-609A-CD4F-E3F5-E0261E4A932C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B8C7780A-AEA9-E20D-7331-6647F9B6367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フローチャート: 和接合 16">
                  <a:extLst>
                    <a:ext uri="{FF2B5EF4-FFF2-40B4-BE49-F238E27FC236}">
                      <a16:creationId xmlns:a16="http://schemas.microsoft.com/office/drawing/2014/main" id="{B4B3DCE9-FD48-FE4C-1E4C-CD0F75A4F30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99CC783-3457-0BC0-F33F-6A70E8B559C5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FEA4F28-0A71-5738-65F9-A5B41CD3EAB3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27" name="楕円 300">
                  <a:extLst>
                    <a:ext uri="{FF2B5EF4-FFF2-40B4-BE49-F238E27FC236}">
                      <a16:creationId xmlns:a16="http://schemas.microsoft.com/office/drawing/2014/main" id="{E60549CE-4958-CC97-D1A0-D01786F73E0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楕円 301">
                  <a:extLst>
                    <a:ext uri="{FF2B5EF4-FFF2-40B4-BE49-F238E27FC236}">
                      <a16:creationId xmlns:a16="http://schemas.microsoft.com/office/drawing/2014/main" id="{AF9BBA90-E8FF-2BD2-740C-CC172F8D6B4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E2BCB4A-5630-DFF4-5DE6-25B15D2FEBE6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37F8334-2752-B008-CAE7-9E063323FAC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フローチャート: 和接合 16">
                  <a:extLst>
                    <a:ext uri="{FF2B5EF4-FFF2-40B4-BE49-F238E27FC236}">
                      <a16:creationId xmlns:a16="http://schemas.microsoft.com/office/drawing/2014/main" id="{7153A04D-09CC-DE6E-8CC1-4EEF467472D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174580A-A3E2-EDBA-754F-A5338CA3963A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8C24E586-D763-9187-546E-1996C5EF85AF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23" name="楕円 300">
                  <a:extLst>
                    <a:ext uri="{FF2B5EF4-FFF2-40B4-BE49-F238E27FC236}">
                      <a16:creationId xmlns:a16="http://schemas.microsoft.com/office/drawing/2014/main" id="{C1DACD88-4FA4-B22A-2DBE-F21242241B9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楕円 301">
                  <a:extLst>
                    <a:ext uri="{FF2B5EF4-FFF2-40B4-BE49-F238E27FC236}">
                      <a16:creationId xmlns:a16="http://schemas.microsoft.com/office/drawing/2014/main" id="{CC7E8312-6F77-F45D-F823-2EBA7AE8B58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790" name="Rectangle 789">
            <a:extLst>
              <a:ext uri="{FF2B5EF4-FFF2-40B4-BE49-F238E27FC236}">
                <a16:creationId xmlns:a16="http://schemas.microsoft.com/office/drawing/2014/main" id="{C05EC642-26A6-6AC6-FE95-27B328F65E81}"/>
              </a:ext>
            </a:extLst>
          </p:cNvPr>
          <p:cNvSpPr/>
          <p:nvPr/>
        </p:nvSpPr>
        <p:spPr>
          <a:xfrm rot="16200000" flipH="1">
            <a:off x="7894806" y="4305242"/>
            <a:ext cx="133972" cy="5616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03BC708B-8099-5B27-D36A-1EB013F411C5}"/>
              </a:ext>
            </a:extLst>
          </p:cNvPr>
          <p:cNvSpPr/>
          <p:nvPr/>
        </p:nvSpPr>
        <p:spPr>
          <a:xfrm rot="16200000" flipH="1">
            <a:off x="9718222" y="4304693"/>
            <a:ext cx="133972" cy="56269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1" name="Rectangle: Rounded Corners 4">
            <a:extLst>
              <a:ext uri="{FF2B5EF4-FFF2-40B4-BE49-F238E27FC236}">
                <a16:creationId xmlns:a16="http://schemas.microsoft.com/office/drawing/2014/main" id="{ABECBED0-BEBB-2DFC-3268-6E9D414CC3E3}"/>
              </a:ext>
            </a:extLst>
          </p:cNvPr>
          <p:cNvSpPr/>
          <p:nvPr/>
        </p:nvSpPr>
        <p:spPr>
          <a:xfrm>
            <a:off x="8215789" y="4463340"/>
            <a:ext cx="1099508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Primary</a:t>
            </a:r>
          </a:p>
        </p:txBody>
      </p:sp>
      <p:sp>
        <p:nvSpPr>
          <p:cNvPr id="832" name="Rectangle: Rounded Corners 4">
            <a:extLst>
              <a:ext uri="{FF2B5EF4-FFF2-40B4-BE49-F238E27FC236}">
                <a16:creationId xmlns:a16="http://schemas.microsoft.com/office/drawing/2014/main" id="{C2D67724-AD72-BFB2-F4F5-53CDB8993630}"/>
              </a:ext>
            </a:extLst>
          </p:cNvPr>
          <p:cNvSpPr/>
          <p:nvPr/>
        </p:nvSpPr>
        <p:spPr>
          <a:xfrm>
            <a:off x="10049400" y="4456630"/>
            <a:ext cx="1206980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Secondary</a:t>
            </a:r>
          </a:p>
        </p:txBody>
      </p:sp>
      <p:sp>
        <p:nvSpPr>
          <p:cNvPr id="835" name="Rectangle: Rounded Corners 4">
            <a:extLst>
              <a:ext uri="{FF2B5EF4-FFF2-40B4-BE49-F238E27FC236}">
                <a16:creationId xmlns:a16="http://schemas.microsoft.com/office/drawing/2014/main" id="{E1706060-65B7-7215-081E-F0C31A712845}"/>
              </a:ext>
            </a:extLst>
          </p:cNvPr>
          <p:cNvSpPr/>
          <p:nvPr/>
        </p:nvSpPr>
        <p:spPr>
          <a:xfrm>
            <a:off x="7197240" y="993583"/>
            <a:ext cx="4261694" cy="44895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" name="Rectangle: Rounded Corners 4">
            <a:extLst>
              <a:ext uri="{FF2B5EF4-FFF2-40B4-BE49-F238E27FC236}">
                <a16:creationId xmlns:a16="http://schemas.microsoft.com/office/drawing/2014/main" id="{F48F6BCD-E907-C994-7493-658D324C7B95}"/>
              </a:ext>
            </a:extLst>
          </p:cNvPr>
          <p:cNvSpPr/>
          <p:nvPr/>
        </p:nvSpPr>
        <p:spPr>
          <a:xfrm>
            <a:off x="4702635" y="3763433"/>
            <a:ext cx="109162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EE Core</a:t>
            </a:r>
          </a:p>
        </p:txBody>
      </p:sp>
      <p:sp>
        <p:nvSpPr>
          <p:cNvPr id="55" name="Rectangle: Rounded Corners 4">
            <a:extLst>
              <a:ext uri="{FF2B5EF4-FFF2-40B4-BE49-F238E27FC236}">
                <a16:creationId xmlns:a16="http://schemas.microsoft.com/office/drawing/2014/main" id="{1D1905E4-4D8E-B38F-9BA6-4298939B3BAA}"/>
              </a:ext>
            </a:extLst>
          </p:cNvPr>
          <p:cNvSpPr/>
          <p:nvPr/>
        </p:nvSpPr>
        <p:spPr>
          <a:xfrm>
            <a:off x="227912" y="4552697"/>
            <a:ext cx="147533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Windings</a:t>
            </a:r>
          </a:p>
        </p:txBody>
      </p:sp>
      <p:sp>
        <p:nvSpPr>
          <p:cNvPr id="56" name="Rectangle: Rounded Corners 4">
            <a:extLst>
              <a:ext uri="{FF2B5EF4-FFF2-40B4-BE49-F238E27FC236}">
                <a16:creationId xmlns:a16="http://schemas.microsoft.com/office/drawing/2014/main" id="{AD820AAF-EC2C-C7E0-6C9A-7FF5E899B1DD}"/>
              </a:ext>
            </a:extLst>
          </p:cNvPr>
          <p:cNvSpPr/>
          <p:nvPr/>
        </p:nvSpPr>
        <p:spPr>
          <a:xfrm>
            <a:off x="2163002" y="5148254"/>
            <a:ext cx="1520136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 (Silicon-based, soft)</a:t>
            </a:r>
          </a:p>
        </p:txBody>
      </p:sp>
      <p:sp>
        <p:nvSpPr>
          <p:cNvPr id="58" name="Rectangle: Rounded Corners 4">
            <a:extLst>
              <a:ext uri="{FF2B5EF4-FFF2-40B4-BE49-F238E27FC236}">
                <a16:creationId xmlns:a16="http://schemas.microsoft.com/office/drawing/2014/main" id="{81621B85-5D47-DBFE-D004-B262118C90F4}"/>
              </a:ext>
            </a:extLst>
          </p:cNvPr>
          <p:cNvSpPr/>
          <p:nvPr/>
        </p:nvSpPr>
        <p:spPr>
          <a:xfrm>
            <a:off x="2258143" y="1008086"/>
            <a:ext cx="1582328" cy="29609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Terminals</a:t>
            </a:r>
          </a:p>
        </p:txBody>
      </p:sp>
      <p:grpSp>
        <p:nvGrpSpPr>
          <p:cNvPr id="801" name="Group 800">
            <a:extLst>
              <a:ext uri="{FF2B5EF4-FFF2-40B4-BE49-F238E27FC236}">
                <a16:creationId xmlns:a16="http://schemas.microsoft.com/office/drawing/2014/main" id="{FF21042A-3445-AE32-A6A0-64700EA16449}"/>
              </a:ext>
            </a:extLst>
          </p:cNvPr>
          <p:cNvGrpSpPr/>
          <p:nvPr/>
        </p:nvGrpSpPr>
        <p:grpSpPr>
          <a:xfrm>
            <a:off x="1984343" y="4292600"/>
            <a:ext cx="325470" cy="727075"/>
            <a:chOff x="2029983" y="4346102"/>
            <a:chExt cx="279830" cy="673573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4C86708-94CD-258F-531A-998AE207A7BC}"/>
                </a:ext>
              </a:extLst>
            </p:cNvPr>
            <p:cNvCxnSpPr>
              <a:cxnSpLocks/>
            </p:cNvCxnSpPr>
            <p:nvPr/>
          </p:nvCxnSpPr>
          <p:spPr>
            <a:xfrm>
              <a:off x="2060340" y="4399599"/>
              <a:ext cx="249473" cy="620076"/>
            </a:xfrm>
            <a:prstGeom prst="line">
              <a:avLst/>
            </a:prstGeom>
            <a:ln w="28575"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DCD897C-5BBE-91E9-0CB1-B45453F65C89}"/>
                </a:ext>
              </a:extLst>
            </p:cNvPr>
            <p:cNvSpPr/>
            <p:nvPr/>
          </p:nvSpPr>
          <p:spPr>
            <a:xfrm>
              <a:off x="2029983" y="4346102"/>
              <a:ext cx="53878" cy="53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095D3102-D2C9-272F-328D-0FB11620DE10}"/>
              </a:ext>
            </a:extLst>
          </p:cNvPr>
          <p:cNvCxnSpPr>
            <a:cxnSpLocks/>
          </p:cNvCxnSpPr>
          <p:nvPr/>
        </p:nvCxnSpPr>
        <p:spPr>
          <a:xfrm flipV="1">
            <a:off x="1984282" y="1260091"/>
            <a:ext cx="340671" cy="36919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1" name="Oval 780">
            <a:extLst>
              <a:ext uri="{FF2B5EF4-FFF2-40B4-BE49-F238E27FC236}">
                <a16:creationId xmlns:a16="http://schemas.microsoft.com/office/drawing/2014/main" id="{8826A67E-B22F-E3A4-DF42-E005BE145B51}"/>
              </a:ext>
            </a:extLst>
          </p:cNvPr>
          <p:cNvSpPr/>
          <p:nvPr/>
        </p:nvSpPr>
        <p:spPr>
          <a:xfrm>
            <a:off x="1957343" y="1602536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A11891FA-CD64-1BFD-48EB-91CB42D3C142}"/>
              </a:ext>
            </a:extLst>
          </p:cNvPr>
          <p:cNvCxnSpPr>
            <a:cxnSpLocks/>
          </p:cNvCxnSpPr>
          <p:nvPr/>
        </p:nvCxnSpPr>
        <p:spPr>
          <a:xfrm flipV="1">
            <a:off x="4670209" y="2253210"/>
            <a:ext cx="254032" cy="22271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3" name="Oval 782">
            <a:extLst>
              <a:ext uri="{FF2B5EF4-FFF2-40B4-BE49-F238E27FC236}">
                <a16:creationId xmlns:a16="http://schemas.microsoft.com/office/drawing/2014/main" id="{13F1FCF8-744A-531B-630C-50E5BCB7F604}"/>
              </a:ext>
            </a:extLst>
          </p:cNvPr>
          <p:cNvSpPr/>
          <p:nvPr/>
        </p:nvSpPr>
        <p:spPr>
          <a:xfrm>
            <a:off x="4643270" y="2449180"/>
            <a:ext cx="49984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4" name="Straight Connector 783">
            <a:extLst>
              <a:ext uri="{FF2B5EF4-FFF2-40B4-BE49-F238E27FC236}">
                <a16:creationId xmlns:a16="http://schemas.microsoft.com/office/drawing/2014/main" id="{3C370956-0B11-2DDB-1C5F-4D8CD1B97504}"/>
              </a:ext>
            </a:extLst>
          </p:cNvPr>
          <p:cNvCxnSpPr>
            <a:cxnSpLocks/>
          </p:cNvCxnSpPr>
          <p:nvPr/>
        </p:nvCxnSpPr>
        <p:spPr>
          <a:xfrm>
            <a:off x="3525991" y="3815724"/>
            <a:ext cx="1239949" cy="10257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5" name="Oval 784">
            <a:extLst>
              <a:ext uri="{FF2B5EF4-FFF2-40B4-BE49-F238E27FC236}">
                <a16:creationId xmlns:a16="http://schemas.microsoft.com/office/drawing/2014/main" id="{6B3A9D8D-1218-7AAC-9C1A-65EE214736A5}"/>
              </a:ext>
            </a:extLst>
          </p:cNvPr>
          <p:cNvSpPr/>
          <p:nvPr/>
        </p:nvSpPr>
        <p:spPr>
          <a:xfrm>
            <a:off x="3499052" y="3788975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0" name="Group 799">
            <a:extLst>
              <a:ext uri="{FF2B5EF4-FFF2-40B4-BE49-F238E27FC236}">
                <a16:creationId xmlns:a16="http://schemas.microsoft.com/office/drawing/2014/main" id="{FFADE6FC-3231-5ECB-3890-6AFB8CB9636E}"/>
              </a:ext>
            </a:extLst>
          </p:cNvPr>
          <p:cNvGrpSpPr/>
          <p:nvPr/>
        </p:nvGrpSpPr>
        <p:grpSpPr>
          <a:xfrm>
            <a:off x="1105495" y="3984626"/>
            <a:ext cx="696845" cy="492048"/>
            <a:chOff x="1105496" y="4080761"/>
            <a:chExt cx="621272" cy="395912"/>
          </a:xfrm>
        </p:grpSpPr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03EC9350-B2ED-5B91-DAF7-515EDE2AB9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496" y="4107510"/>
              <a:ext cx="594333" cy="369163"/>
            </a:xfrm>
            <a:prstGeom prst="line">
              <a:avLst/>
            </a:prstGeom>
            <a:ln w="28575"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8" name="Oval 787">
              <a:extLst>
                <a:ext uri="{FF2B5EF4-FFF2-40B4-BE49-F238E27FC236}">
                  <a16:creationId xmlns:a16="http://schemas.microsoft.com/office/drawing/2014/main" id="{9B4CB7AF-BA2C-BC17-3C12-CA95832E6F57}"/>
                </a:ext>
              </a:extLst>
            </p:cNvPr>
            <p:cNvSpPr/>
            <p:nvPr/>
          </p:nvSpPr>
          <p:spPr>
            <a:xfrm>
              <a:off x="1672890" y="4080761"/>
              <a:ext cx="53878" cy="53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9" name="Rectangle: Rounded Corners 4">
            <a:extLst>
              <a:ext uri="{FF2B5EF4-FFF2-40B4-BE49-F238E27FC236}">
                <a16:creationId xmlns:a16="http://schemas.microsoft.com/office/drawing/2014/main" id="{B1DB9365-F952-B1F9-762C-3CF33DCF66C9}"/>
              </a:ext>
            </a:extLst>
          </p:cNvPr>
          <p:cNvSpPr/>
          <p:nvPr/>
        </p:nvSpPr>
        <p:spPr>
          <a:xfrm>
            <a:off x="4570340" y="2118262"/>
            <a:ext cx="2345804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Aluminum at exposed ends (dead space)</a:t>
            </a:r>
          </a:p>
        </p:txBody>
      </p:sp>
      <p:pic>
        <p:nvPicPr>
          <p:cNvPr id="792" name="Picture 791" descr="A close-up of a device&#10;&#10;AI-generated content may be incorrect.">
            <a:extLst>
              <a:ext uri="{FF2B5EF4-FFF2-40B4-BE49-F238E27FC236}">
                <a16:creationId xmlns:a16="http://schemas.microsoft.com/office/drawing/2014/main" id="{A58917B6-B9D8-184B-D647-7E40F821F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705" y="-2456691"/>
            <a:ext cx="7772400" cy="4371975"/>
          </a:xfrm>
          <a:prstGeom prst="rect">
            <a:avLst/>
          </a:prstGeom>
        </p:spPr>
      </p:pic>
      <p:pic>
        <p:nvPicPr>
          <p:cNvPr id="794" name="Picture 793" descr="A computer generated image of a device&#10;&#10;AI-generated content may be incorrect.">
            <a:extLst>
              <a:ext uri="{FF2B5EF4-FFF2-40B4-BE49-F238E27FC236}">
                <a16:creationId xmlns:a16="http://schemas.microsoft.com/office/drawing/2014/main" id="{6C789C86-8C09-406A-10A4-C61E83DA38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56" t="17251" r="29730" b="20809"/>
          <a:stretch/>
        </p:blipFill>
        <p:spPr>
          <a:xfrm>
            <a:off x="2361052" y="1504420"/>
            <a:ext cx="2550464" cy="270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4419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36D8D-4705-29FF-E878-2BB94831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Picture 797">
            <a:extLst>
              <a:ext uri="{FF2B5EF4-FFF2-40B4-BE49-F238E27FC236}">
                <a16:creationId xmlns:a16="http://schemas.microsoft.com/office/drawing/2014/main" id="{35F85E0C-D5A7-25DB-9045-CFAA02EB8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1" t="11068" r="25014" b="3852"/>
          <a:stretch>
            <a:fillRect/>
          </a:stretch>
        </p:blipFill>
        <p:spPr>
          <a:xfrm>
            <a:off x="897537" y="313686"/>
            <a:ext cx="4126176" cy="44895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5C04595-0439-9AAF-FACF-D22624CBB120}"/>
              </a:ext>
            </a:extLst>
          </p:cNvPr>
          <p:cNvGrpSpPr/>
          <p:nvPr/>
        </p:nvGrpSpPr>
        <p:grpSpPr>
          <a:xfrm>
            <a:off x="7329534" y="2327492"/>
            <a:ext cx="4006197" cy="2018610"/>
            <a:chOff x="3747245" y="5034265"/>
            <a:chExt cx="3097925" cy="15609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3EB6F3B-8C45-9473-10C4-A94BC9C41E04}"/>
                </a:ext>
              </a:extLst>
            </p:cNvPr>
            <p:cNvSpPr/>
            <p:nvPr/>
          </p:nvSpPr>
          <p:spPr>
            <a:xfrm>
              <a:off x="3747246" y="5034265"/>
              <a:ext cx="3097924" cy="1560957"/>
            </a:xfrm>
            <a:prstGeom prst="rect">
              <a:avLst/>
            </a:prstGeom>
            <a:solidFill>
              <a:srgbClr val="88827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7865F2-96BC-3F82-5AEE-EAA268251CE7}"/>
                </a:ext>
              </a:extLst>
            </p:cNvPr>
            <p:cNvSpPr/>
            <p:nvPr/>
          </p:nvSpPr>
          <p:spPr>
            <a:xfrm>
              <a:off x="3747245" y="5791884"/>
              <a:ext cx="3097924" cy="4571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86F2B38-DAF4-14D4-EFB2-92E550E5E037}"/>
                </a:ext>
              </a:extLst>
            </p:cNvPr>
            <p:cNvGrpSpPr/>
            <p:nvPr/>
          </p:nvGrpSpPr>
          <p:grpSpPr>
            <a:xfrm flipH="1">
              <a:off x="3969715" y="5239449"/>
              <a:ext cx="1151411" cy="1142317"/>
              <a:chOff x="6978166" y="2617955"/>
              <a:chExt cx="1320364" cy="1319180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B94CFF5-9B3B-2C13-7E6A-5E7FCE9C6CDF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2E36E4F-4CF0-C048-809B-76F131ED9D11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9933AF4-74EC-1367-D572-7A9F74B1FE55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F4E6B8B3-C46D-6AD2-01D9-F70B3FC1DBD8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8" name="Rectangle 777">
                  <a:extLst>
                    <a:ext uri="{FF2B5EF4-FFF2-40B4-BE49-F238E27FC236}">
                      <a16:creationId xmlns:a16="http://schemas.microsoft.com/office/drawing/2014/main" id="{2AFDB389-4405-4BBE-B5A3-E518FB242E67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9" name="フローチャート: 和接合 16">
                  <a:extLst>
                    <a:ext uri="{FF2B5EF4-FFF2-40B4-BE49-F238E27FC236}">
                      <a16:creationId xmlns:a16="http://schemas.microsoft.com/office/drawing/2014/main" id="{5B7E1A08-D825-3C8D-F66F-C0A835A5978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BA97AF53-ADB8-A940-CF5F-EF6D084403CA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BA8098E6-11C9-8CE6-2D6B-42354FFE466E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6" name="楕円 300">
                  <a:extLst>
                    <a:ext uri="{FF2B5EF4-FFF2-40B4-BE49-F238E27FC236}">
                      <a16:creationId xmlns:a16="http://schemas.microsoft.com/office/drawing/2014/main" id="{EA8CF52F-8EB5-86B1-E228-ADB190A71AE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7" name="楕円 301">
                  <a:extLst>
                    <a:ext uri="{FF2B5EF4-FFF2-40B4-BE49-F238E27FC236}">
                      <a16:creationId xmlns:a16="http://schemas.microsoft.com/office/drawing/2014/main" id="{2287E454-0B95-E30A-BC08-F5AFE689AF6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9DDA9EEB-C03A-F28A-4972-B56E31F07BE6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4" name="Rectangle 773">
                  <a:extLst>
                    <a:ext uri="{FF2B5EF4-FFF2-40B4-BE49-F238E27FC236}">
                      <a16:creationId xmlns:a16="http://schemas.microsoft.com/office/drawing/2014/main" id="{E56B2CFB-4906-D946-E168-CE0817865F93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5" name="フローチャート: 和接合 16">
                  <a:extLst>
                    <a:ext uri="{FF2B5EF4-FFF2-40B4-BE49-F238E27FC236}">
                      <a16:creationId xmlns:a16="http://schemas.microsoft.com/office/drawing/2014/main" id="{971FFE05-D11F-E7B6-5346-B0C1B9B093A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9B1581B8-392B-75A1-8C45-7D36A3BF120D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9566B81D-C908-6DDA-959E-F6B4C12B4768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2" name="楕円 300">
                  <a:extLst>
                    <a:ext uri="{FF2B5EF4-FFF2-40B4-BE49-F238E27FC236}">
                      <a16:creationId xmlns:a16="http://schemas.microsoft.com/office/drawing/2014/main" id="{E4724335-A715-AFD7-F74E-38CA7BC45EA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3" name="楕円 301">
                  <a:extLst>
                    <a:ext uri="{FF2B5EF4-FFF2-40B4-BE49-F238E27FC236}">
                      <a16:creationId xmlns:a16="http://schemas.microsoft.com/office/drawing/2014/main" id="{B61D682E-DB70-6899-378B-BF85FDF844F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0760B4B-DDA6-2448-19C8-20808A4F9334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0" name="Rectangle 769">
                  <a:extLst>
                    <a:ext uri="{FF2B5EF4-FFF2-40B4-BE49-F238E27FC236}">
                      <a16:creationId xmlns:a16="http://schemas.microsoft.com/office/drawing/2014/main" id="{FE709692-AAE8-4F00-48D2-E4E0A15DE319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1" name="フローチャート: 和接合 16">
                  <a:extLst>
                    <a:ext uri="{FF2B5EF4-FFF2-40B4-BE49-F238E27FC236}">
                      <a16:creationId xmlns:a16="http://schemas.microsoft.com/office/drawing/2014/main" id="{8D6E4DAC-3737-33AB-DD9F-0792C7C9487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8365C21-7FD1-1E32-76A2-4E362B5E51B5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9FBDED3-D5F9-EFE6-C82F-9AAF3975AD49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68" name="楕円 300">
                  <a:extLst>
                    <a:ext uri="{FF2B5EF4-FFF2-40B4-BE49-F238E27FC236}">
                      <a16:creationId xmlns:a16="http://schemas.microsoft.com/office/drawing/2014/main" id="{F70DD6D1-3ACA-59F1-A72E-742D4C25231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9" name="楕円 301">
                  <a:extLst>
                    <a:ext uri="{FF2B5EF4-FFF2-40B4-BE49-F238E27FC236}">
                      <a16:creationId xmlns:a16="http://schemas.microsoft.com/office/drawing/2014/main" id="{0D33EB8C-DED4-BC59-B581-8AD6A18CA77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D7C25A3-8EE0-D551-15E3-AF15986FD2B5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601B7181-3E07-8584-736B-FC4A538202B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フローチャート: 和接合 16">
                  <a:extLst>
                    <a:ext uri="{FF2B5EF4-FFF2-40B4-BE49-F238E27FC236}">
                      <a16:creationId xmlns:a16="http://schemas.microsoft.com/office/drawing/2014/main" id="{E7B32E0E-61DB-7437-1E7E-B49EDC302AC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940D6AE-32B7-9175-7583-37A088D0BEE6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F98376E0-7EE7-F1ED-7C6E-3F585B2B1573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57" name="楕円 300">
                  <a:extLst>
                    <a:ext uri="{FF2B5EF4-FFF2-40B4-BE49-F238E27FC236}">
                      <a16:creationId xmlns:a16="http://schemas.microsoft.com/office/drawing/2014/main" id="{09DAD93D-FE22-0DAE-0244-F4C21FCBF41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楕円 301">
                  <a:extLst>
                    <a:ext uri="{FF2B5EF4-FFF2-40B4-BE49-F238E27FC236}">
                      <a16:creationId xmlns:a16="http://schemas.microsoft.com/office/drawing/2014/main" id="{D0DE99DA-DA87-EB9B-2E0D-65EE9A291F2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88470AB-91A3-B4FC-48CC-5AAB031A48E0}"/>
                </a:ext>
              </a:extLst>
            </p:cNvPr>
            <p:cNvGrpSpPr/>
            <p:nvPr/>
          </p:nvGrpSpPr>
          <p:grpSpPr>
            <a:xfrm>
              <a:off x="5480428" y="5239449"/>
              <a:ext cx="1142274" cy="1150592"/>
              <a:chOff x="6978166" y="2617955"/>
              <a:chExt cx="1320364" cy="131918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9AAAC0D-B184-6014-90C0-67242DACEFC3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D8C2504-7D51-AC8C-4E6B-7D8D85D0B65F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21AA62A-93CA-D00C-28FF-6EA6F5C3EF2C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5257835-770F-C393-A579-09B0014075BE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AA23796-748E-1075-576D-EA6ADFB7FC4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フローチャート: 和接合 16">
                  <a:extLst>
                    <a:ext uri="{FF2B5EF4-FFF2-40B4-BE49-F238E27FC236}">
                      <a16:creationId xmlns:a16="http://schemas.microsoft.com/office/drawing/2014/main" id="{DD8776D8-FDF9-264E-2BB5-241D87CE9FC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9739058-3A2B-7E94-A35F-0888B7FDAC6C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8296BD7-BB97-D438-18F4-7716A5B2B448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5" name="楕円 300">
                  <a:extLst>
                    <a:ext uri="{FF2B5EF4-FFF2-40B4-BE49-F238E27FC236}">
                      <a16:creationId xmlns:a16="http://schemas.microsoft.com/office/drawing/2014/main" id="{4FBFEC99-0F43-FC80-3102-56157EC5526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楕円 301">
                  <a:extLst>
                    <a:ext uri="{FF2B5EF4-FFF2-40B4-BE49-F238E27FC236}">
                      <a16:creationId xmlns:a16="http://schemas.microsoft.com/office/drawing/2014/main" id="{40FD76FA-E39D-D6D8-A8AC-B3DB4B26682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5A9C46A-2B08-2817-450A-29D66CE74866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5D349371-AE20-8531-1992-90A74C6E1C20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フローチャート: 和接合 16">
                  <a:extLst>
                    <a:ext uri="{FF2B5EF4-FFF2-40B4-BE49-F238E27FC236}">
                      <a16:creationId xmlns:a16="http://schemas.microsoft.com/office/drawing/2014/main" id="{7B41D1A1-408A-EB4F-1B3B-3FDAED6674B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2AD5C52-2CB0-81CB-38FD-94FF488A7CC7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EB0DC5A-73A0-63A5-BEB7-B1197C738ADE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1" name="楕円 300">
                  <a:extLst>
                    <a:ext uri="{FF2B5EF4-FFF2-40B4-BE49-F238E27FC236}">
                      <a16:creationId xmlns:a16="http://schemas.microsoft.com/office/drawing/2014/main" id="{A8A355D6-C3BF-7428-CF62-4C99D670764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楕円 301">
                  <a:extLst>
                    <a:ext uri="{FF2B5EF4-FFF2-40B4-BE49-F238E27FC236}">
                      <a16:creationId xmlns:a16="http://schemas.microsoft.com/office/drawing/2014/main" id="{216AD8C7-0CEE-359E-28E0-AD84ED0A9D7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9591D48-D47A-3A2E-384C-98ABF616C8C2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335D1ED-1F4E-1295-E1F0-54581500DC34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フローチャート: 和接合 16">
                  <a:extLst>
                    <a:ext uri="{FF2B5EF4-FFF2-40B4-BE49-F238E27FC236}">
                      <a16:creationId xmlns:a16="http://schemas.microsoft.com/office/drawing/2014/main" id="{BE7D7038-7AB7-B50E-0949-DBC4C0AACDB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B86D748-487B-498C-0495-007865F54D72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0F07A2A-4C89-A395-FA48-487BFB4A8E0A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27" name="楕円 300">
                  <a:extLst>
                    <a:ext uri="{FF2B5EF4-FFF2-40B4-BE49-F238E27FC236}">
                      <a16:creationId xmlns:a16="http://schemas.microsoft.com/office/drawing/2014/main" id="{BCB8799E-AFB4-921E-8C5C-D0D19F740E6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楕円 301">
                  <a:extLst>
                    <a:ext uri="{FF2B5EF4-FFF2-40B4-BE49-F238E27FC236}">
                      <a16:creationId xmlns:a16="http://schemas.microsoft.com/office/drawing/2014/main" id="{5F158668-5E1F-20F6-A000-405FC0E25CF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5EB727C-D3A0-134E-E8F3-C4344CB5B0C5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5A00552-44D0-EB3C-8C29-1C63ABA4864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フローチャート: 和接合 16">
                  <a:extLst>
                    <a:ext uri="{FF2B5EF4-FFF2-40B4-BE49-F238E27FC236}">
                      <a16:creationId xmlns:a16="http://schemas.microsoft.com/office/drawing/2014/main" id="{9D9414F7-DA26-A45B-F244-93827FCE7C7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F7F001F-4414-267F-1759-FBCBABABD529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84899A1A-41AA-2FC3-F8DE-739A8ED92FF5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23" name="楕円 300">
                  <a:extLst>
                    <a:ext uri="{FF2B5EF4-FFF2-40B4-BE49-F238E27FC236}">
                      <a16:creationId xmlns:a16="http://schemas.microsoft.com/office/drawing/2014/main" id="{2A3B1344-7DDB-8326-9137-EA24F8A802E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楕円 301">
                  <a:extLst>
                    <a:ext uri="{FF2B5EF4-FFF2-40B4-BE49-F238E27FC236}">
                      <a16:creationId xmlns:a16="http://schemas.microsoft.com/office/drawing/2014/main" id="{1DEB3878-0063-1198-28BB-7B4A2079AB4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790" name="Rectangle 789">
            <a:extLst>
              <a:ext uri="{FF2B5EF4-FFF2-40B4-BE49-F238E27FC236}">
                <a16:creationId xmlns:a16="http://schemas.microsoft.com/office/drawing/2014/main" id="{9C3D1D7D-F5A3-D4EE-722A-2ED385281656}"/>
              </a:ext>
            </a:extLst>
          </p:cNvPr>
          <p:cNvSpPr/>
          <p:nvPr/>
        </p:nvSpPr>
        <p:spPr>
          <a:xfrm rot="16200000" flipH="1">
            <a:off x="7894806" y="4305242"/>
            <a:ext cx="133972" cy="5616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0756FC5D-EBDD-1429-9239-8CBD257F6CF2}"/>
              </a:ext>
            </a:extLst>
          </p:cNvPr>
          <p:cNvSpPr/>
          <p:nvPr/>
        </p:nvSpPr>
        <p:spPr>
          <a:xfrm rot="16200000" flipH="1">
            <a:off x="9718222" y="4304693"/>
            <a:ext cx="133972" cy="56269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1" name="Rectangle: Rounded Corners 4">
            <a:extLst>
              <a:ext uri="{FF2B5EF4-FFF2-40B4-BE49-F238E27FC236}">
                <a16:creationId xmlns:a16="http://schemas.microsoft.com/office/drawing/2014/main" id="{D3813150-D2FA-8EEA-632C-D3FF8DF98FE8}"/>
              </a:ext>
            </a:extLst>
          </p:cNvPr>
          <p:cNvSpPr/>
          <p:nvPr/>
        </p:nvSpPr>
        <p:spPr>
          <a:xfrm>
            <a:off x="8215789" y="4463340"/>
            <a:ext cx="1099508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Primary</a:t>
            </a:r>
          </a:p>
        </p:txBody>
      </p:sp>
      <p:sp>
        <p:nvSpPr>
          <p:cNvPr id="832" name="Rectangle: Rounded Corners 4">
            <a:extLst>
              <a:ext uri="{FF2B5EF4-FFF2-40B4-BE49-F238E27FC236}">
                <a16:creationId xmlns:a16="http://schemas.microsoft.com/office/drawing/2014/main" id="{B281E4E0-8567-A8F3-AFCE-1B48BA58A7BA}"/>
              </a:ext>
            </a:extLst>
          </p:cNvPr>
          <p:cNvSpPr/>
          <p:nvPr/>
        </p:nvSpPr>
        <p:spPr>
          <a:xfrm>
            <a:off x="10049400" y="4456630"/>
            <a:ext cx="1206980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Secondary</a:t>
            </a:r>
          </a:p>
        </p:txBody>
      </p:sp>
      <p:sp>
        <p:nvSpPr>
          <p:cNvPr id="835" name="Rectangle: Rounded Corners 4">
            <a:extLst>
              <a:ext uri="{FF2B5EF4-FFF2-40B4-BE49-F238E27FC236}">
                <a16:creationId xmlns:a16="http://schemas.microsoft.com/office/drawing/2014/main" id="{2F8228C3-1836-F07A-DBC8-4245E12D8766}"/>
              </a:ext>
            </a:extLst>
          </p:cNvPr>
          <p:cNvSpPr/>
          <p:nvPr/>
        </p:nvSpPr>
        <p:spPr>
          <a:xfrm>
            <a:off x="7197240" y="993583"/>
            <a:ext cx="4261694" cy="44895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" name="Rectangle: Rounded Corners 4">
            <a:extLst>
              <a:ext uri="{FF2B5EF4-FFF2-40B4-BE49-F238E27FC236}">
                <a16:creationId xmlns:a16="http://schemas.microsoft.com/office/drawing/2014/main" id="{43C6C166-430D-A4AE-67E8-2B8D3DF9FB92}"/>
              </a:ext>
            </a:extLst>
          </p:cNvPr>
          <p:cNvSpPr/>
          <p:nvPr/>
        </p:nvSpPr>
        <p:spPr>
          <a:xfrm>
            <a:off x="4702635" y="3763433"/>
            <a:ext cx="109162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EE Core</a:t>
            </a:r>
          </a:p>
        </p:txBody>
      </p:sp>
      <p:sp>
        <p:nvSpPr>
          <p:cNvPr id="55" name="Rectangle: Rounded Corners 4">
            <a:extLst>
              <a:ext uri="{FF2B5EF4-FFF2-40B4-BE49-F238E27FC236}">
                <a16:creationId xmlns:a16="http://schemas.microsoft.com/office/drawing/2014/main" id="{294A50F4-1536-9444-4C1A-DD8CFAFA92C1}"/>
              </a:ext>
            </a:extLst>
          </p:cNvPr>
          <p:cNvSpPr/>
          <p:nvPr/>
        </p:nvSpPr>
        <p:spPr>
          <a:xfrm>
            <a:off x="227912" y="4552697"/>
            <a:ext cx="147533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Windings</a:t>
            </a:r>
          </a:p>
        </p:txBody>
      </p:sp>
      <p:sp>
        <p:nvSpPr>
          <p:cNvPr id="56" name="Rectangle: Rounded Corners 4">
            <a:extLst>
              <a:ext uri="{FF2B5EF4-FFF2-40B4-BE49-F238E27FC236}">
                <a16:creationId xmlns:a16="http://schemas.microsoft.com/office/drawing/2014/main" id="{D68040AD-4CB1-D846-5E97-488766ED76C5}"/>
              </a:ext>
            </a:extLst>
          </p:cNvPr>
          <p:cNvSpPr/>
          <p:nvPr/>
        </p:nvSpPr>
        <p:spPr>
          <a:xfrm>
            <a:off x="2163002" y="5148254"/>
            <a:ext cx="1520136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 (Silicon-based, soft)</a:t>
            </a:r>
          </a:p>
        </p:txBody>
      </p:sp>
      <p:sp>
        <p:nvSpPr>
          <p:cNvPr id="58" name="Rectangle: Rounded Corners 4">
            <a:extLst>
              <a:ext uri="{FF2B5EF4-FFF2-40B4-BE49-F238E27FC236}">
                <a16:creationId xmlns:a16="http://schemas.microsoft.com/office/drawing/2014/main" id="{9CD715F6-3EDB-A122-C9F6-066A59A6ACD8}"/>
              </a:ext>
            </a:extLst>
          </p:cNvPr>
          <p:cNvSpPr/>
          <p:nvPr/>
        </p:nvSpPr>
        <p:spPr>
          <a:xfrm>
            <a:off x="2258143" y="1008086"/>
            <a:ext cx="1582328" cy="29609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Terminals</a:t>
            </a:r>
          </a:p>
        </p:txBody>
      </p:sp>
      <p:grpSp>
        <p:nvGrpSpPr>
          <p:cNvPr id="801" name="Group 800">
            <a:extLst>
              <a:ext uri="{FF2B5EF4-FFF2-40B4-BE49-F238E27FC236}">
                <a16:creationId xmlns:a16="http://schemas.microsoft.com/office/drawing/2014/main" id="{2B079E56-522E-5695-1454-6DDF5CCF0FCC}"/>
              </a:ext>
            </a:extLst>
          </p:cNvPr>
          <p:cNvGrpSpPr/>
          <p:nvPr/>
        </p:nvGrpSpPr>
        <p:grpSpPr>
          <a:xfrm>
            <a:off x="1984343" y="4292600"/>
            <a:ext cx="325470" cy="727075"/>
            <a:chOff x="2029983" y="4346102"/>
            <a:chExt cx="279830" cy="673573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C3FE973-E107-F628-62CC-1E00A504FC91}"/>
                </a:ext>
              </a:extLst>
            </p:cNvPr>
            <p:cNvCxnSpPr>
              <a:cxnSpLocks/>
            </p:cNvCxnSpPr>
            <p:nvPr/>
          </p:nvCxnSpPr>
          <p:spPr>
            <a:xfrm>
              <a:off x="2060340" y="4399599"/>
              <a:ext cx="249473" cy="620076"/>
            </a:xfrm>
            <a:prstGeom prst="line">
              <a:avLst/>
            </a:prstGeom>
            <a:ln w="28575"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02D4AD9-936F-EC92-279A-9E16B1E5E048}"/>
                </a:ext>
              </a:extLst>
            </p:cNvPr>
            <p:cNvSpPr/>
            <p:nvPr/>
          </p:nvSpPr>
          <p:spPr>
            <a:xfrm>
              <a:off x="2029983" y="4346102"/>
              <a:ext cx="53878" cy="53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260F9FE6-81D4-653D-03BA-FC22FFE442CE}"/>
              </a:ext>
            </a:extLst>
          </p:cNvPr>
          <p:cNvCxnSpPr>
            <a:cxnSpLocks/>
          </p:cNvCxnSpPr>
          <p:nvPr/>
        </p:nvCxnSpPr>
        <p:spPr>
          <a:xfrm flipV="1">
            <a:off x="1984282" y="1260091"/>
            <a:ext cx="340671" cy="36919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1" name="Oval 780">
            <a:extLst>
              <a:ext uri="{FF2B5EF4-FFF2-40B4-BE49-F238E27FC236}">
                <a16:creationId xmlns:a16="http://schemas.microsoft.com/office/drawing/2014/main" id="{DC679183-3706-7142-44AB-38315047EE93}"/>
              </a:ext>
            </a:extLst>
          </p:cNvPr>
          <p:cNvSpPr/>
          <p:nvPr/>
        </p:nvSpPr>
        <p:spPr>
          <a:xfrm>
            <a:off x="1957343" y="1602536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426793B8-38CA-4A8B-0EC0-67C7FEE73697}"/>
              </a:ext>
            </a:extLst>
          </p:cNvPr>
          <p:cNvCxnSpPr>
            <a:cxnSpLocks/>
          </p:cNvCxnSpPr>
          <p:nvPr/>
        </p:nvCxnSpPr>
        <p:spPr>
          <a:xfrm flipV="1">
            <a:off x="4670209" y="2253210"/>
            <a:ext cx="254032" cy="22271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3" name="Oval 782">
            <a:extLst>
              <a:ext uri="{FF2B5EF4-FFF2-40B4-BE49-F238E27FC236}">
                <a16:creationId xmlns:a16="http://schemas.microsoft.com/office/drawing/2014/main" id="{542CF0BB-128A-1166-D802-AC6C060E8401}"/>
              </a:ext>
            </a:extLst>
          </p:cNvPr>
          <p:cNvSpPr/>
          <p:nvPr/>
        </p:nvSpPr>
        <p:spPr>
          <a:xfrm>
            <a:off x="4643270" y="2449180"/>
            <a:ext cx="49984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4" name="Straight Connector 783">
            <a:extLst>
              <a:ext uri="{FF2B5EF4-FFF2-40B4-BE49-F238E27FC236}">
                <a16:creationId xmlns:a16="http://schemas.microsoft.com/office/drawing/2014/main" id="{12AEB050-CB81-3C29-41F6-BB091829619A}"/>
              </a:ext>
            </a:extLst>
          </p:cNvPr>
          <p:cNvCxnSpPr>
            <a:cxnSpLocks/>
          </p:cNvCxnSpPr>
          <p:nvPr/>
        </p:nvCxnSpPr>
        <p:spPr>
          <a:xfrm>
            <a:off x="3525991" y="3815724"/>
            <a:ext cx="1239949" cy="10257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5" name="Oval 784">
            <a:extLst>
              <a:ext uri="{FF2B5EF4-FFF2-40B4-BE49-F238E27FC236}">
                <a16:creationId xmlns:a16="http://schemas.microsoft.com/office/drawing/2014/main" id="{059FAE24-D990-20AE-F36A-204203954FC4}"/>
              </a:ext>
            </a:extLst>
          </p:cNvPr>
          <p:cNvSpPr/>
          <p:nvPr/>
        </p:nvSpPr>
        <p:spPr>
          <a:xfrm>
            <a:off x="3499052" y="3788975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0" name="Group 799">
            <a:extLst>
              <a:ext uri="{FF2B5EF4-FFF2-40B4-BE49-F238E27FC236}">
                <a16:creationId xmlns:a16="http://schemas.microsoft.com/office/drawing/2014/main" id="{167D6572-F1A6-8BC4-76C7-58B3D4E93701}"/>
              </a:ext>
            </a:extLst>
          </p:cNvPr>
          <p:cNvGrpSpPr/>
          <p:nvPr/>
        </p:nvGrpSpPr>
        <p:grpSpPr>
          <a:xfrm>
            <a:off x="1105495" y="3984626"/>
            <a:ext cx="696845" cy="492048"/>
            <a:chOff x="1105496" y="4080761"/>
            <a:chExt cx="621272" cy="395912"/>
          </a:xfrm>
        </p:grpSpPr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F5038011-ED74-9147-5978-D4F1C44E0B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496" y="4107510"/>
              <a:ext cx="594333" cy="369163"/>
            </a:xfrm>
            <a:prstGeom prst="line">
              <a:avLst/>
            </a:prstGeom>
            <a:ln w="28575"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8" name="Oval 787">
              <a:extLst>
                <a:ext uri="{FF2B5EF4-FFF2-40B4-BE49-F238E27FC236}">
                  <a16:creationId xmlns:a16="http://schemas.microsoft.com/office/drawing/2014/main" id="{F7349855-7C2E-B52B-4014-427FB5789EE8}"/>
                </a:ext>
              </a:extLst>
            </p:cNvPr>
            <p:cNvSpPr/>
            <p:nvPr/>
          </p:nvSpPr>
          <p:spPr>
            <a:xfrm>
              <a:off x="1672890" y="4080761"/>
              <a:ext cx="53878" cy="53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9" name="Rectangle: Rounded Corners 4">
            <a:extLst>
              <a:ext uri="{FF2B5EF4-FFF2-40B4-BE49-F238E27FC236}">
                <a16:creationId xmlns:a16="http://schemas.microsoft.com/office/drawing/2014/main" id="{72C87D90-81ED-5934-4C45-1CE399093FB3}"/>
              </a:ext>
            </a:extLst>
          </p:cNvPr>
          <p:cNvSpPr/>
          <p:nvPr/>
        </p:nvSpPr>
        <p:spPr>
          <a:xfrm>
            <a:off x="4570340" y="2118262"/>
            <a:ext cx="2345804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Aluminum at exposed ends (dead space)</a:t>
            </a:r>
          </a:p>
        </p:txBody>
      </p:sp>
    </p:spTree>
    <p:extLst>
      <p:ext uri="{BB962C8B-B14F-4D97-AF65-F5344CB8AC3E}">
        <p14:creationId xmlns:p14="http://schemas.microsoft.com/office/powerpoint/2010/main" val="39261697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7DCA-B229-93B9-4C9B-C3FD2EBD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892F4FD-93E4-E5EC-C186-759768AC8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1" t="15785" r="19922" b="17728"/>
          <a:stretch>
            <a:fillRect/>
          </a:stretch>
        </p:blipFill>
        <p:spPr>
          <a:xfrm>
            <a:off x="-456692" y="1155839"/>
            <a:ext cx="6810455" cy="4243615"/>
          </a:xfrm>
          <a:prstGeom prst="rect">
            <a:avLst/>
          </a:prstGeom>
        </p:spPr>
      </p:pic>
      <p:sp>
        <p:nvSpPr>
          <p:cNvPr id="802" name="Rectangle 801">
            <a:extLst>
              <a:ext uri="{FF2B5EF4-FFF2-40B4-BE49-F238E27FC236}">
                <a16:creationId xmlns:a16="http://schemas.microsoft.com/office/drawing/2014/main" id="{CAAF1EDE-F76F-B694-4955-6CF0A56E245A}"/>
              </a:ext>
            </a:extLst>
          </p:cNvPr>
          <p:cNvSpPr/>
          <p:nvPr/>
        </p:nvSpPr>
        <p:spPr>
          <a:xfrm>
            <a:off x="7329535" y="2324248"/>
            <a:ext cx="4006195" cy="2018610"/>
          </a:xfrm>
          <a:prstGeom prst="rect">
            <a:avLst/>
          </a:prstGeom>
          <a:solidFill>
            <a:srgbClr val="8780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3" name="Rectangle 802">
            <a:extLst>
              <a:ext uri="{FF2B5EF4-FFF2-40B4-BE49-F238E27FC236}">
                <a16:creationId xmlns:a16="http://schemas.microsoft.com/office/drawing/2014/main" id="{AE7E1627-73C0-9129-8B32-A4BF423C3E54}"/>
              </a:ext>
            </a:extLst>
          </p:cNvPr>
          <p:cNvSpPr/>
          <p:nvPr/>
        </p:nvSpPr>
        <p:spPr>
          <a:xfrm>
            <a:off x="7329533" y="3303992"/>
            <a:ext cx="4006195" cy="59124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4" name="Group 803">
            <a:extLst>
              <a:ext uri="{FF2B5EF4-FFF2-40B4-BE49-F238E27FC236}">
                <a16:creationId xmlns:a16="http://schemas.microsoft.com/office/drawing/2014/main" id="{83A935FE-269B-4E9A-3C21-A42811028B81}"/>
              </a:ext>
            </a:extLst>
          </p:cNvPr>
          <p:cNvGrpSpPr/>
          <p:nvPr/>
        </p:nvGrpSpPr>
        <p:grpSpPr>
          <a:xfrm>
            <a:off x="7610555" y="2594158"/>
            <a:ext cx="3444154" cy="1478790"/>
            <a:chOff x="-464224" y="6412550"/>
            <a:chExt cx="2104517" cy="903600"/>
          </a:xfrm>
        </p:grpSpPr>
        <p:grpSp>
          <p:nvGrpSpPr>
            <p:cNvPr id="805" name="Group 804">
              <a:extLst>
                <a:ext uri="{FF2B5EF4-FFF2-40B4-BE49-F238E27FC236}">
                  <a16:creationId xmlns:a16="http://schemas.microsoft.com/office/drawing/2014/main" id="{51BF7330-9A24-0C4C-5F5A-A0185EF7D2B0}"/>
                </a:ext>
              </a:extLst>
            </p:cNvPr>
            <p:cNvGrpSpPr/>
            <p:nvPr/>
          </p:nvGrpSpPr>
          <p:grpSpPr>
            <a:xfrm>
              <a:off x="-464224" y="6412550"/>
              <a:ext cx="910800" cy="903600"/>
              <a:chOff x="4781761" y="3434449"/>
              <a:chExt cx="1320364" cy="1319180"/>
            </a:xfrm>
          </p:grpSpPr>
          <p:sp>
            <p:nvSpPr>
              <p:cNvPr id="837" name="Rectangle 836">
                <a:extLst>
                  <a:ext uri="{FF2B5EF4-FFF2-40B4-BE49-F238E27FC236}">
                    <a16:creationId xmlns:a16="http://schemas.microsoft.com/office/drawing/2014/main" id="{5592DDDB-7911-F4F3-F06F-D7A72274F339}"/>
                  </a:ext>
                </a:extLst>
              </p:cNvPr>
              <p:cNvSpPr/>
              <p:nvPr/>
            </p:nvSpPr>
            <p:spPr>
              <a:xfrm>
                <a:off x="4781762" y="3434450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8" name="Rectangle 837">
                <a:extLst>
                  <a:ext uri="{FF2B5EF4-FFF2-40B4-BE49-F238E27FC236}">
                    <a16:creationId xmlns:a16="http://schemas.microsoft.com/office/drawing/2014/main" id="{5FF4A7CE-1258-9D98-C619-E3EF2C290AAA}"/>
                  </a:ext>
                </a:extLst>
              </p:cNvPr>
              <p:cNvSpPr/>
              <p:nvPr/>
            </p:nvSpPr>
            <p:spPr>
              <a:xfrm rot="5400000">
                <a:off x="5419682" y="2796528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9" name="Rectangle 838">
                <a:extLst>
                  <a:ext uri="{FF2B5EF4-FFF2-40B4-BE49-F238E27FC236}">
                    <a16:creationId xmlns:a16="http://schemas.microsoft.com/office/drawing/2014/main" id="{4E039A1C-C0EC-F322-2012-9AFF6623D38C}"/>
                  </a:ext>
                </a:extLst>
              </p:cNvPr>
              <p:cNvSpPr/>
              <p:nvPr/>
            </p:nvSpPr>
            <p:spPr>
              <a:xfrm rot="5400000">
                <a:off x="5421515" y="4073016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0" name="Rectangle 839">
                <a:extLst>
                  <a:ext uri="{FF2B5EF4-FFF2-40B4-BE49-F238E27FC236}">
                    <a16:creationId xmlns:a16="http://schemas.microsoft.com/office/drawing/2014/main" id="{97B0E821-8EC7-04C8-608B-C596A3102A23}"/>
                  </a:ext>
                </a:extLst>
              </p:cNvPr>
              <p:cNvSpPr/>
              <p:nvPr/>
            </p:nvSpPr>
            <p:spPr>
              <a:xfrm rot="5400000">
                <a:off x="5380410" y="3077921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1" name="フローチャート: 和接合 16">
                <a:extLst>
                  <a:ext uri="{FF2B5EF4-FFF2-40B4-BE49-F238E27FC236}">
                    <a16:creationId xmlns:a16="http://schemas.microsoft.com/office/drawing/2014/main" id="{66CCB17A-67ED-6003-058E-41301ADF9D11}"/>
                  </a:ext>
                </a:extLst>
              </p:cNvPr>
              <p:cNvSpPr/>
              <p:nvPr/>
            </p:nvSpPr>
            <p:spPr bwMode="auto">
              <a:xfrm rot="10800000">
                <a:off x="5409210" y="3665101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2" name="Rectangle 841">
                <a:extLst>
                  <a:ext uri="{FF2B5EF4-FFF2-40B4-BE49-F238E27FC236}">
                    <a16:creationId xmlns:a16="http://schemas.microsoft.com/office/drawing/2014/main" id="{73065237-F08A-516B-C8CC-3C48BB961BDB}"/>
                  </a:ext>
                </a:extLst>
              </p:cNvPr>
              <p:cNvSpPr/>
              <p:nvPr/>
            </p:nvSpPr>
            <p:spPr>
              <a:xfrm rot="5400000">
                <a:off x="5380789" y="2919101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43" name="Group 842">
                <a:extLst>
                  <a:ext uri="{FF2B5EF4-FFF2-40B4-BE49-F238E27FC236}">
                    <a16:creationId xmlns:a16="http://schemas.microsoft.com/office/drawing/2014/main" id="{5AAE6D21-5263-F646-D3DC-992D499B60FA}"/>
                  </a:ext>
                </a:extLst>
              </p:cNvPr>
              <p:cNvGrpSpPr/>
              <p:nvPr/>
            </p:nvGrpSpPr>
            <p:grpSpPr>
              <a:xfrm>
                <a:off x="5411389" y="3507419"/>
                <a:ext cx="57600" cy="58165"/>
                <a:chOff x="5550747" y="2678351"/>
                <a:chExt cx="57600" cy="58165"/>
              </a:xfrm>
            </p:grpSpPr>
            <p:sp>
              <p:nvSpPr>
                <p:cNvPr id="862" name="楕円 300">
                  <a:extLst>
                    <a:ext uri="{FF2B5EF4-FFF2-40B4-BE49-F238E27FC236}">
                      <a16:creationId xmlns:a16="http://schemas.microsoft.com/office/drawing/2014/main" id="{001E5AE2-0184-6BC9-C4B5-823D2B36551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3" name="楕円 301">
                  <a:extLst>
                    <a:ext uri="{FF2B5EF4-FFF2-40B4-BE49-F238E27FC236}">
                      <a16:creationId xmlns:a16="http://schemas.microsoft.com/office/drawing/2014/main" id="{F08FB604-AE6F-0CF5-A9D3-6C1B2B6124C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44" name="Rectangle 843">
                <a:extLst>
                  <a:ext uri="{FF2B5EF4-FFF2-40B4-BE49-F238E27FC236}">
                    <a16:creationId xmlns:a16="http://schemas.microsoft.com/office/drawing/2014/main" id="{32429996-A908-9529-5EF2-11C2D6C98801}"/>
                  </a:ext>
                </a:extLst>
              </p:cNvPr>
              <p:cNvSpPr/>
              <p:nvPr/>
            </p:nvSpPr>
            <p:spPr>
              <a:xfrm rot="5400000">
                <a:off x="5380410" y="3396323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5" name="フローチャート: 和接合 16">
                <a:extLst>
                  <a:ext uri="{FF2B5EF4-FFF2-40B4-BE49-F238E27FC236}">
                    <a16:creationId xmlns:a16="http://schemas.microsoft.com/office/drawing/2014/main" id="{8B364A9F-3184-5F39-FF64-9993F2A75220}"/>
                  </a:ext>
                </a:extLst>
              </p:cNvPr>
              <p:cNvSpPr/>
              <p:nvPr/>
            </p:nvSpPr>
            <p:spPr bwMode="auto">
              <a:xfrm rot="10800000">
                <a:off x="5409210" y="3983503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6" name="Rectangle 845">
                <a:extLst>
                  <a:ext uri="{FF2B5EF4-FFF2-40B4-BE49-F238E27FC236}">
                    <a16:creationId xmlns:a16="http://schemas.microsoft.com/office/drawing/2014/main" id="{8C1C8475-F163-C9CA-EFFD-6CFA4772B725}"/>
                  </a:ext>
                </a:extLst>
              </p:cNvPr>
              <p:cNvSpPr/>
              <p:nvPr/>
            </p:nvSpPr>
            <p:spPr>
              <a:xfrm rot="5400000">
                <a:off x="5380789" y="323750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47" name="Group 846">
                <a:extLst>
                  <a:ext uri="{FF2B5EF4-FFF2-40B4-BE49-F238E27FC236}">
                    <a16:creationId xmlns:a16="http://schemas.microsoft.com/office/drawing/2014/main" id="{DD577A18-918A-FD0C-1DE4-E1ED8612C049}"/>
                  </a:ext>
                </a:extLst>
              </p:cNvPr>
              <p:cNvGrpSpPr/>
              <p:nvPr/>
            </p:nvGrpSpPr>
            <p:grpSpPr>
              <a:xfrm>
                <a:off x="5411389" y="3825821"/>
                <a:ext cx="57600" cy="58165"/>
                <a:chOff x="5550747" y="2678351"/>
                <a:chExt cx="57600" cy="58165"/>
              </a:xfrm>
            </p:grpSpPr>
            <p:sp>
              <p:nvSpPr>
                <p:cNvPr id="860" name="楕円 300">
                  <a:extLst>
                    <a:ext uri="{FF2B5EF4-FFF2-40B4-BE49-F238E27FC236}">
                      <a16:creationId xmlns:a16="http://schemas.microsoft.com/office/drawing/2014/main" id="{A1E26425-FBA0-D94A-0E53-AEC9A0E3387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1" name="楕円 301">
                  <a:extLst>
                    <a:ext uri="{FF2B5EF4-FFF2-40B4-BE49-F238E27FC236}">
                      <a16:creationId xmlns:a16="http://schemas.microsoft.com/office/drawing/2014/main" id="{E06D2081-6352-A8DB-6552-21044D129F1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48" name="Rectangle 847">
                <a:extLst>
                  <a:ext uri="{FF2B5EF4-FFF2-40B4-BE49-F238E27FC236}">
                    <a16:creationId xmlns:a16="http://schemas.microsoft.com/office/drawing/2014/main" id="{836CA7EA-0CD9-F534-9C1E-1EA57C9D5C32}"/>
                  </a:ext>
                </a:extLst>
              </p:cNvPr>
              <p:cNvSpPr/>
              <p:nvPr/>
            </p:nvSpPr>
            <p:spPr>
              <a:xfrm rot="5400000">
                <a:off x="5380410" y="3714725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9" name="フローチャート: 和接合 16">
                <a:extLst>
                  <a:ext uri="{FF2B5EF4-FFF2-40B4-BE49-F238E27FC236}">
                    <a16:creationId xmlns:a16="http://schemas.microsoft.com/office/drawing/2014/main" id="{FAF7EC37-502A-3E8E-2720-6CD070E7B260}"/>
                  </a:ext>
                </a:extLst>
              </p:cNvPr>
              <p:cNvSpPr/>
              <p:nvPr/>
            </p:nvSpPr>
            <p:spPr bwMode="auto">
              <a:xfrm rot="10800000">
                <a:off x="5409210" y="4301905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0" name="Rectangle 849">
                <a:extLst>
                  <a:ext uri="{FF2B5EF4-FFF2-40B4-BE49-F238E27FC236}">
                    <a16:creationId xmlns:a16="http://schemas.microsoft.com/office/drawing/2014/main" id="{374FBA7F-9514-8FD9-9107-EA552DA7D85D}"/>
                  </a:ext>
                </a:extLst>
              </p:cNvPr>
              <p:cNvSpPr/>
              <p:nvPr/>
            </p:nvSpPr>
            <p:spPr>
              <a:xfrm rot="5400000">
                <a:off x="5380789" y="3555905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51" name="Group 850">
                <a:extLst>
                  <a:ext uri="{FF2B5EF4-FFF2-40B4-BE49-F238E27FC236}">
                    <a16:creationId xmlns:a16="http://schemas.microsoft.com/office/drawing/2014/main" id="{B272731B-8D11-B0D8-2E4A-684671B65F1C}"/>
                  </a:ext>
                </a:extLst>
              </p:cNvPr>
              <p:cNvGrpSpPr/>
              <p:nvPr/>
            </p:nvGrpSpPr>
            <p:grpSpPr>
              <a:xfrm>
                <a:off x="5411389" y="4144223"/>
                <a:ext cx="57600" cy="58165"/>
                <a:chOff x="5550747" y="2678351"/>
                <a:chExt cx="57600" cy="58165"/>
              </a:xfrm>
            </p:grpSpPr>
            <p:sp>
              <p:nvSpPr>
                <p:cNvPr id="858" name="楕円 300">
                  <a:extLst>
                    <a:ext uri="{FF2B5EF4-FFF2-40B4-BE49-F238E27FC236}">
                      <a16:creationId xmlns:a16="http://schemas.microsoft.com/office/drawing/2014/main" id="{F6588287-0B59-E669-E685-9CB69F31DC1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9" name="楕円 301">
                  <a:extLst>
                    <a:ext uri="{FF2B5EF4-FFF2-40B4-BE49-F238E27FC236}">
                      <a16:creationId xmlns:a16="http://schemas.microsoft.com/office/drawing/2014/main" id="{AA9CC450-91AF-0021-E4F5-85D6429A1D2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52" name="Rectangle 851">
                <a:extLst>
                  <a:ext uri="{FF2B5EF4-FFF2-40B4-BE49-F238E27FC236}">
                    <a16:creationId xmlns:a16="http://schemas.microsoft.com/office/drawing/2014/main" id="{D798B094-51EF-8976-C141-FB8170686F91}"/>
                  </a:ext>
                </a:extLst>
              </p:cNvPr>
              <p:cNvSpPr/>
              <p:nvPr/>
            </p:nvSpPr>
            <p:spPr>
              <a:xfrm rot="5400000">
                <a:off x="5380410" y="4033129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3" name="フローチャート: 和接合 16">
                <a:extLst>
                  <a:ext uri="{FF2B5EF4-FFF2-40B4-BE49-F238E27FC236}">
                    <a16:creationId xmlns:a16="http://schemas.microsoft.com/office/drawing/2014/main" id="{1BF7A5E3-74ED-10D1-EECE-10B59A9D5EDE}"/>
                  </a:ext>
                </a:extLst>
              </p:cNvPr>
              <p:cNvSpPr/>
              <p:nvPr/>
            </p:nvSpPr>
            <p:spPr bwMode="auto">
              <a:xfrm rot="10800000">
                <a:off x="5409210" y="4620309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4" name="Rectangle 853">
                <a:extLst>
                  <a:ext uri="{FF2B5EF4-FFF2-40B4-BE49-F238E27FC236}">
                    <a16:creationId xmlns:a16="http://schemas.microsoft.com/office/drawing/2014/main" id="{F8260011-DA32-889F-B868-549B166DB796}"/>
                  </a:ext>
                </a:extLst>
              </p:cNvPr>
              <p:cNvSpPr/>
              <p:nvPr/>
            </p:nvSpPr>
            <p:spPr>
              <a:xfrm rot="5400000">
                <a:off x="5380789" y="3874307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55" name="Group 854">
                <a:extLst>
                  <a:ext uri="{FF2B5EF4-FFF2-40B4-BE49-F238E27FC236}">
                    <a16:creationId xmlns:a16="http://schemas.microsoft.com/office/drawing/2014/main" id="{C6509C3C-43A7-571E-A3F8-C5F8FDB7B2B1}"/>
                  </a:ext>
                </a:extLst>
              </p:cNvPr>
              <p:cNvGrpSpPr/>
              <p:nvPr/>
            </p:nvGrpSpPr>
            <p:grpSpPr>
              <a:xfrm>
                <a:off x="5411389" y="4462625"/>
                <a:ext cx="57600" cy="58165"/>
                <a:chOff x="5550747" y="2678351"/>
                <a:chExt cx="57600" cy="58165"/>
              </a:xfrm>
            </p:grpSpPr>
            <p:sp>
              <p:nvSpPr>
                <p:cNvPr id="856" name="楕円 300">
                  <a:extLst>
                    <a:ext uri="{FF2B5EF4-FFF2-40B4-BE49-F238E27FC236}">
                      <a16:creationId xmlns:a16="http://schemas.microsoft.com/office/drawing/2014/main" id="{21C56AC5-0FC9-892A-D0B7-5F0AC858572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7" name="楕円 301">
                  <a:extLst>
                    <a:ext uri="{FF2B5EF4-FFF2-40B4-BE49-F238E27FC236}">
                      <a16:creationId xmlns:a16="http://schemas.microsoft.com/office/drawing/2014/main" id="{972B17AE-7545-1E90-6584-9F1D8FA2690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06" name="Group 805">
              <a:extLst>
                <a:ext uri="{FF2B5EF4-FFF2-40B4-BE49-F238E27FC236}">
                  <a16:creationId xmlns:a16="http://schemas.microsoft.com/office/drawing/2014/main" id="{F7258451-966A-8602-A063-23BCAC11ACB2}"/>
                </a:ext>
              </a:extLst>
            </p:cNvPr>
            <p:cNvGrpSpPr/>
            <p:nvPr/>
          </p:nvGrpSpPr>
          <p:grpSpPr>
            <a:xfrm>
              <a:off x="729493" y="6412550"/>
              <a:ext cx="910800" cy="903600"/>
              <a:chOff x="4781761" y="3434449"/>
              <a:chExt cx="1320364" cy="1319180"/>
            </a:xfrm>
          </p:grpSpPr>
          <p:sp>
            <p:nvSpPr>
              <p:cNvPr id="807" name="Rectangle 806">
                <a:extLst>
                  <a:ext uri="{FF2B5EF4-FFF2-40B4-BE49-F238E27FC236}">
                    <a16:creationId xmlns:a16="http://schemas.microsoft.com/office/drawing/2014/main" id="{6CA52D9E-6A7D-2268-14BC-B80D3AF12DCF}"/>
                  </a:ext>
                </a:extLst>
              </p:cNvPr>
              <p:cNvSpPr/>
              <p:nvPr/>
            </p:nvSpPr>
            <p:spPr>
              <a:xfrm>
                <a:off x="4781762" y="3434450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8" name="Rectangle 807">
                <a:extLst>
                  <a:ext uri="{FF2B5EF4-FFF2-40B4-BE49-F238E27FC236}">
                    <a16:creationId xmlns:a16="http://schemas.microsoft.com/office/drawing/2014/main" id="{844B593D-6D2C-697B-B59E-D42F2EBD4F7E}"/>
                  </a:ext>
                </a:extLst>
              </p:cNvPr>
              <p:cNvSpPr/>
              <p:nvPr/>
            </p:nvSpPr>
            <p:spPr>
              <a:xfrm rot="5400000">
                <a:off x="5419682" y="2796528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9" name="Rectangle 808">
                <a:extLst>
                  <a:ext uri="{FF2B5EF4-FFF2-40B4-BE49-F238E27FC236}">
                    <a16:creationId xmlns:a16="http://schemas.microsoft.com/office/drawing/2014/main" id="{25D57A98-C108-06E7-117B-581D7059F984}"/>
                  </a:ext>
                </a:extLst>
              </p:cNvPr>
              <p:cNvSpPr/>
              <p:nvPr/>
            </p:nvSpPr>
            <p:spPr>
              <a:xfrm rot="5400000">
                <a:off x="5421515" y="4073016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0" name="Rectangle 809">
                <a:extLst>
                  <a:ext uri="{FF2B5EF4-FFF2-40B4-BE49-F238E27FC236}">
                    <a16:creationId xmlns:a16="http://schemas.microsoft.com/office/drawing/2014/main" id="{67EDD4F9-12D1-1B9A-030E-D816A4915648}"/>
                  </a:ext>
                </a:extLst>
              </p:cNvPr>
              <p:cNvSpPr/>
              <p:nvPr/>
            </p:nvSpPr>
            <p:spPr>
              <a:xfrm rot="5400000">
                <a:off x="5380410" y="3077921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1" name="フローチャート: 和接合 16">
                <a:extLst>
                  <a:ext uri="{FF2B5EF4-FFF2-40B4-BE49-F238E27FC236}">
                    <a16:creationId xmlns:a16="http://schemas.microsoft.com/office/drawing/2014/main" id="{0B53ED11-A032-E670-26DB-11C93007E097}"/>
                  </a:ext>
                </a:extLst>
              </p:cNvPr>
              <p:cNvSpPr/>
              <p:nvPr/>
            </p:nvSpPr>
            <p:spPr bwMode="auto">
              <a:xfrm rot="10800000">
                <a:off x="5409210" y="3665101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2" name="Rectangle 811">
                <a:extLst>
                  <a:ext uri="{FF2B5EF4-FFF2-40B4-BE49-F238E27FC236}">
                    <a16:creationId xmlns:a16="http://schemas.microsoft.com/office/drawing/2014/main" id="{C4BB027E-6C55-3CFA-A55A-8889B043B024}"/>
                  </a:ext>
                </a:extLst>
              </p:cNvPr>
              <p:cNvSpPr/>
              <p:nvPr/>
            </p:nvSpPr>
            <p:spPr>
              <a:xfrm rot="5400000">
                <a:off x="5380789" y="2919101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13" name="Group 812">
                <a:extLst>
                  <a:ext uri="{FF2B5EF4-FFF2-40B4-BE49-F238E27FC236}">
                    <a16:creationId xmlns:a16="http://schemas.microsoft.com/office/drawing/2014/main" id="{6729CB97-762A-66C4-37E1-8A78B3365AE9}"/>
                  </a:ext>
                </a:extLst>
              </p:cNvPr>
              <p:cNvGrpSpPr/>
              <p:nvPr/>
            </p:nvGrpSpPr>
            <p:grpSpPr>
              <a:xfrm>
                <a:off x="5411389" y="3507419"/>
                <a:ext cx="57600" cy="58165"/>
                <a:chOff x="5550747" y="2678351"/>
                <a:chExt cx="57600" cy="58165"/>
              </a:xfrm>
            </p:grpSpPr>
            <p:sp>
              <p:nvSpPr>
                <p:cNvPr id="834" name="楕円 300">
                  <a:extLst>
                    <a:ext uri="{FF2B5EF4-FFF2-40B4-BE49-F238E27FC236}">
                      <a16:creationId xmlns:a16="http://schemas.microsoft.com/office/drawing/2014/main" id="{A856AE31-A4B1-C8C9-0DE8-8C178B41FE0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36" name="楕円 301">
                  <a:extLst>
                    <a:ext uri="{FF2B5EF4-FFF2-40B4-BE49-F238E27FC236}">
                      <a16:creationId xmlns:a16="http://schemas.microsoft.com/office/drawing/2014/main" id="{34D5369B-E2FC-ED1D-88AD-6BD813D13C5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14" name="Rectangle 813">
                <a:extLst>
                  <a:ext uri="{FF2B5EF4-FFF2-40B4-BE49-F238E27FC236}">
                    <a16:creationId xmlns:a16="http://schemas.microsoft.com/office/drawing/2014/main" id="{5F7C0D4E-EFA2-3515-0E86-9A524560C83C}"/>
                  </a:ext>
                </a:extLst>
              </p:cNvPr>
              <p:cNvSpPr/>
              <p:nvPr/>
            </p:nvSpPr>
            <p:spPr>
              <a:xfrm rot="5400000">
                <a:off x="5380410" y="3396323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5" name="フローチャート: 和接合 16">
                <a:extLst>
                  <a:ext uri="{FF2B5EF4-FFF2-40B4-BE49-F238E27FC236}">
                    <a16:creationId xmlns:a16="http://schemas.microsoft.com/office/drawing/2014/main" id="{9380B592-4169-A67C-84F2-8626762FE9A2}"/>
                  </a:ext>
                </a:extLst>
              </p:cNvPr>
              <p:cNvSpPr/>
              <p:nvPr/>
            </p:nvSpPr>
            <p:spPr bwMode="auto">
              <a:xfrm rot="10800000">
                <a:off x="5409210" y="3983503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6" name="Rectangle 815">
                <a:extLst>
                  <a:ext uri="{FF2B5EF4-FFF2-40B4-BE49-F238E27FC236}">
                    <a16:creationId xmlns:a16="http://schemas.microsoft.com/office/drawing/2014/main" id="{DEEEE78C-FC9B-F8EB-B504-38E21BBBBF7C}"/>
                  </a:ext>
                </a:extLst>
              </p:cNvPr>
              <p:cNvSpPr/>
              <p:nvPr/>
            </p:nvSpPr>
            <p:spPr>
              <a:xfrm rot="5400000">
                <a:off x="5380789" y="323750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17" name="Group 816">
                <a:extLst>
                  <a:ext uri="{FF2B5EF4-FFF2-40B4-BE49-F238E27FC236}">
                    <a16:creationId xmlns:a16="http://schemas.microsoft.com/office/drawing/2014/main" id="{4A2706AD-6778-00CC-440A-857CEFEAF05D}"/>
                  </a:ext>
                </a:extLst>
              </p:cNvPr>
              <p:cNvGrpSpPr/>
              <p:nvPr/>
            </p:nvGrpSpPr>
            <p:grpSpPr>
              <a:xfrm>
                <a:off x="5411389" y="3825821"/>
                <a:ext cx="57600" cy="58165"/>
                <a:chOff x="5550747" y="2678351"/>
                <a:chExt cx="57600" cy="58165"/>
              </a:xfrm>
            </p:grpSpPr>
            <p:sp>
              <p:nvSpPr>
                <p:cNvPr id="830" name="楕円 300">
                  <a:extLst>
                    <a:ext uri="{FF2B5EF4-FFF2-40B4-BE49-F238E27FC236}">
                      <a16:creationId xmlns:a16="http://schemas.microsoft.com/office/drawing/2014/main" id="{3AD9C1C0-80E2-8ADC-F8E4-C0AE90AC50A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33" name="楕円 301">
                  <a:extLst>
                    <a:ext uri="{FF2B5EF4-FFF2-40B4-BE49-F238E27FC236}">
                      <a16:creationId xmlns:a16="http://schemas.microsoft.com/office/drawing/2014/main" id="{52E25AEA-9F22-14A3-EA65-5A60A6E040D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18" name="Rectangle 817">
                <a:extLst>
                  <a:ext uri="{FF2B5EF4-FFF2-40B4-BE49-F238E27FC236}">
                    <a16:creationId xmlns:a16="http://schemas.microsoft.com/office/drawing/2014/main" id="{6CFBB70B-18DF-647A-B2EA-B1E795F42D4B}"/>
                  </a:ext>
                </a:extLst>
              </p:cNvPr>
              <p:cNvSpPr/>
              <p:nvPr/>
            </p:nvSpPr>
            <p:spPr>
              <a:xfrm rot="5400000">
                <a:off x="5380410" y="3714725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9" name="フローチャート: 和接合 16">
                <a:extLst>
                  <a:ext uri="{FF2B5EF4-FFF2-40B4-BE49-F238E27FC236}">
                    <a16:creationId xmlns:a16="http://schemas.microsoft.com/office/drawing/2014/main" id="{BA7F72C1-C46B-74B0-2C63-18D964A77358}"/>
                  </a:ext>
                </a:extLst>
              </p:cNvPr>
              <p:cNvSpPr/>
              <p:nvPr/>
            </p:nvSpPr>
            <p:spPr bwMode="auto">
              <a:xfrm rot="10800000">
                <a:off x="5409210" y="4301905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0" name="Rectangle 819">
                <a:extLst>
                  <a:ext uri="{FF2B5EF4-FFF2-40B4-BE49-F238E27FC236}">
                    <a16:creationId xmlns:a16="http://schemas.microsoft.com/office/drawing/2014/main" id="{2F0216C9-5780-D516-551D-2222FE05910D}"/>
                  </a:ext>
                </a:extLst>
              </p:cNvPr>
              <p:cNvSpPr/>
              <p:nvPr/>
            </p:nvSpPr>
            <p:spPr>
              <a:xfrm rot="5400000">
                <a:off x="5380789" y="3555905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21" name="Group 820">
                <a:extLst>
                  <a:ext uri="{FF2B5EF4-FFF2-40B4-BE49-F238E27FC236}">
                    <a16:creationId xmlns:a16="http://schemas.microsoft.com/office/drawing/2014/main" id="{DF27082D-F750-37DF-BFEE-F3BC2525ED18}"/>
                  </a:ext>
                </a:extLst>
              </p:cNvPr>
              <p:cNvGrpSpPr/>
              <p:nvPr/>
            </p:nvGrpSpPr>
            <p:grpSpPr>
              <a:xfrm>
                <a:off x="5411389" y="4144223"/>
                <a:ext cx="57600" cy="58165"/>
                <a:chOff x="5550747" y="2678351"/>
                <a:chExt cx="57600" cy="58165"/>
              </a:xfrm>
            </p:grpSpPr>
            <p:sp>
              <p:nvSpPr>
                <p:cNvPr id="828" name="楕円 300">
                  <a:extLst>
                    <a:ext uri="{FF2B5EF4-FFF2-40B4-BE49-F238E27FC236}">
                      <a16:creationId xmlns:a16="http://schemas.microsoft.com/office/drawing/2014/main" id="{357B5FD9-C400-15A8-A81A-4EA14B76616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29" name="楕円 301">
                  <a:extLst>
                    <a:ext uri="{FF2B5EF4-FFF2-40B4-BE49-F238E27FC236}">
                      <a16:creationId xmlns:a16="http://schemas.microsoft.com/office/drawing/2014/main" id="{6F1AD1A5-3583-ADCF-B022-E3703B7BB4B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22" name="Rectangle 821">
                <a:extLst>
                  <a:ext uri="{FF2B5EF4-FFF2-40B4-BE49-F238E27FC236}">
                    <a16:creationId xmlns:a16="http://schemas.microsoft.com/office/drawing/2014/main" id="{2D20DF84-4AC5-34B3-BCB2-03FDD1DA209D}"/>
                  </a:ext>
                </a:extLst>
              </p:cNvPr>
              <p:cNvSpPr/>
              <p:nvPr/>
            </p:nvSpPr>
            <p:spPr>
              <a:xfrm rot="5400000">
                <a:off x="5380410" y="4033129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3" name="フローチャート: 和接合 16">
                <a:extLst>
                  <a:ext uri="{FF2B5EF4-FFF2-40B4-BE49-F238E27FC236}">
                    <a16:creationId xmlns:a16="http://schemas.microsoft.com/office/drawing/2014/main" id="{014F54AF-7CBD-21F0-EF30-7C5B8FCB43F3}"/>
                  </a:ext>
                </a:extLst>
              </p:cNvPr>
              <p:cNvSpPr/>
              <p:nvPr/>
            </p:nvSpPr>
            <p:spPr bwMode="auto">
              <a:xfrm rot="10800000">
                <a:off x="5409210" y="4620309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4" name="Rectangle 823">
                <a:extLst>
                  <a:ext uri="{FF2B5EF4-FFF2-40B4-BE49-F238E27FC236}">
                    <a16:creationId xmlns:a16="http://schemas.microsoft.com/office/drawing/2014/main" id="{600785C3-DDBC-D4C7-9029-754EB7D9D5CD}"/>
                  </a:ext>
                </a:extLst>
              </p:cNvPr>
              <p:cNvSpPr/>
              <p:nvPr/>
            </p:nvSpPr>
            <p:spPr>
              <a:xfrm rot="5400000">
                <a:off x="5380789" y="3874307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25" name="Group 824">
                <a:extLst>
                  <a:ext uri="{FF2B5EF4-FFF2-40B4-BE49-F238E27FC236}">
                    <a16:creationId xmlns:a16="http://schemas.microsoft.com/office/drawing/2014/main" id="{DF0BA68A-E30D-4503-14BC-B2EF9A1F20BB}"/>
                  </a:ext>
                </a:extLst>
              </p:cNvPr>
              <p:cNvGrpSpPr/>
              <p:nvPr/>
            </p:nvGrpSpPr>
            <p:grpSpPr>
              <a:xfrm>
                <a:off x="5411389" y="4462625"/>
                <a:ext cx="57600" cy="58165"/>
                <a:chOff x="5550747" y="2678351"/>
                <a:chExt cx="57600" cy="58165"/>
              </a:xfrm>
            </p:grpSpPr>
            <p:sp>
              <p:nvSpPr>
                <p:cNvPr id="826" name="楕円 300">
                  <a:extLst>
                    <a:ext uri="{FF2B5EF4-FFF2-40B4-BE49-F238E27FC236}">
                      <a16:creationId xmlns:a16="http://schemas.microsoft.com/office/drawing/2014/main" id="{C8CFA083-41FF-BD31-8349-2314D0FAF56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27" name="楕円 301">
                  <a:extLst>
                    <a:ext uri="{FF2B5EF4-FFF2-40B4-BE49-F238E27FC236}">
                      <a16:creationId xmlns:a16="http://schemas.microsoft.com/office/drawing/2014/main" id="{3FAA20D0-9EE2-2B59-9E09-D1508A273E8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790" name="Rectangle 789">
            <a:extLst>
              <a:ext uri="{FF2B5EF4-FFF2-40B4-BE49-F238E27FC236}">
                <a16:creationId xmlns:a16="http://schemas.microsoft.com/office/drawing/2014/main" id="{A6D50C94-7488-140A-BF6F-3F87C6D47583}"/>
              </a:ext>
            </a:extLst>
          </p:cNvPr>
          <p:cNvSpPr/>
          <p:nvPr/>
        </p:nvSpPr>
        <p:spPr>
          <a:xfrm rot="16200000" flipH="1">
            <a:off x="7894806" y="4305242"/>
            <a:ext cx="133972" cy="5616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2A565DDA-4D2A-408D-6F47-0A28DDF6F95B}"/>
              </a:ext>
            </a:extLst>
          </p:cNvPr>
          <p:cNvSpPr/>
          <p:nvPr/>
        </p:nvSpPr>
        <p:spPr>
          <a:xfrm rot="16200000" flipH="1">
            <a:off x="9718222" y="4304693"/>
            <a:ext cx="133972" cy="56269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1" name="Rectangle: Rounded Corners 4">
            <a:extLst>
              <a:ext uri="{FF2B5EF4-FFF2-40B4-BE49-F238E27FC236}">
                <a16:creationId xmlns:a16="http://schemas.microsoft.com/office/drawing/2014/main" id="{CAB3AC0C-CC25-AD7F-4178-E84214E49F6A}"/>
              </a:ext>
            </a:extLst>
          </p:cNvPr>
          <p:cNvSpPr/>
          <p:nvPr/>
        </p:nvSpPr>
        <p:spPr>
          <a:xfrm>
            <a:off x="8215789" y="4463340"/>
            <a:ext cx="1099508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Primary</a:t>
            </a:r>
          </a:p>
        </p:txBody>
      </p:sp>
      <p:sp>
        <p:nvSpPr>
          <p:cNvPr id="832" name="Rectangle: Rounded Corners 4">
            <a:extLst>
              <a:ext uri="{FF2B5EF4-FFF2-40B4-BE49-F238E27FC236}">
                <a16:creationId xmlns:a16="http://schemas.microsoft.com/office/drawing/2014/main" id="{5A667C13-0C92-6325-F69A-A2FDB5D1667D}"/>
              </a:ext>
            </a:extLst>
          </p:cNvPr>
          <p:cNvSpPr/>
          <p:nvPr/>
        </p:nvSpPr>
        <p:spPr>
          <a:xfrm>
            <a:off x="10049400" y="4456630"/>
            <a:ext cx="1206980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Secondary</a:t>
            </a:r>
          </a:p>
        </p:txBody>
      </p:sp>
      <p:sp>
        <p:nvSpPr>
          <p:cNvPr id="835" name="Rectangle: Rounded Corners 4">
            <a:extLst>
              <a:ext uri="{FF2B5EF4-FFF2-40B4-BE49-F238E27FC236}">
                <a16:creationId xmlns:a16="http://schemas.microsoft.com/office/drawing/2014/main" id="{C7A4F5B9-B566-F275-DC6A-300BD03D94D6}"/>
              </a:ext>
            </a:extLst>
          </p:cNvPr>
          <p:cNvSpPr/>
          <p:nvPr/>
        </p:nvSpPr>
        <p:spPr>
          <a:xfrm>
            <a:off x="7197240" y="993583"/>
            <a:ext cx="4261694" cy="44895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" name="Rectangle: Rounded Corners 4">
            <a:extLst>
              <a:ext uri="{FF2B5EF4-FFF2-40B4-BE49-F238E27FC236}">
                <a16:creationId xmlns:a16="http://schemas.microsoft.com/office/drawing/2014/main" id="{1F58EFBC-4E4B-039F-4A45-685B3B23152D}"/>
              </a:ext>
            </a:extLst>
          </p:cNvPr>
          <p:cNvSpPr/>
          <p:nvPr/>
        </p:nvSpPr>
        <p:spPr>
          <a:xfrm>
            <a:off x="3642165" y="4084037"/>
            <a:ext cx="109162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EE Core</a:t>
            </a:r>
          </a:p>
        </p:txBody>
      </p:sp>
      <p:sp>
        <p:nvSpPr>
          <p:cNvPr id="55" name="Rectangle: Rounded Corners 4">
            <a:extLst>
              <a:ext uri="{FF2B5EF4-FFF2-40B4-BE49-F238E27FC236}">
                <a16:creationId xmlns:a16="http://schemas.microsoft.com/office/drawing/2014/main" id="{9A010A1C-BD2B-976A-9B02-23D5A1E66ED1}"/>
              </a:ext>
            </a:extLst>
          </p:cNvPr>
          <p:cNvSpPr/>
          <p:nvPr/>
        </p:nvSpPr>
        <p:spPr>
          <a:xfrm>
            <a:off x="366855" y="2085821"/>
            <a:ext cx="147533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Windings</a:t>
            </a:r>
          </a:p>
        </p:txBody>
      </p:sp>
      <p:sp>
        <p:nvSpPr>
          <p:cNvPr id="56" name="Rectangle: Rounded Corners 4">
            <a:extLst>
              <a:ext uri="{FF2B5EF4-FFF2-40B4-BE49-F238E27FC236}">
                <a16:creationId xmlns:a16="http://schemas.microsoft.com/office/drawing/2014/main" id="{023A3067-8B78-FC41-1E73-F791946239D3}"/>
              </a:ext>
            </a:extLst>
          </p:cNvPr>
          <p:cNvSpPr/>
          <p:nvPr/>
        </p:nvSpPr>
        <p:spPr>
          <a:xfrm>
            <a:off x="2103444" y="5301036"/>
            <a:ext cx="1520136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 (Silicon-based, soft)</a:t>
            </a:r>
          </a:p>
        </p:txBody>
      </p:sp>
      <p:sp>
        <p:nvSpPr>
          <p:cNvPr id="58" name="Rectangle: Rounded Corners 4">
            <a:extLst>
              <a:ext uri="{FF2B5EF4-FFF2-40B4-BE49-F238E27FC236}">
                <a16:creationId xmlns:a16="http://schemas.microsoft.com/office/drawing/2014/main" id="{60C967C9-EC3F-FACF-EDA7-D7C7EE02E4C4}"/>
              </a:ext>
            </a:extLst>
          </p:cNvPr>
          <p:cNvSpPr/>
          <p:nvPr/>
        </p:nvSpPr>
        <p:spPr>
          <a:xfrm>
            <a:off x="1722643" y="971369"/>
            <a:ext cx="2488590" cy="29609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Terminals</a:t>
            </a:r>
          </a:p>
        </p:txBody>
      </p:sp>
      <p:grpSp>
        <p:nvGrpSpPr>
          <p:cNvPr id="801" name="Group 800">
            <a:extLst>
              <a:ext uri="{FF2B5EF4-FFF2-40B4-BE49-F238E27FC236}">
                <a16:creationId xmlns:a16="http://schemas.microsoft.com/office/drawing/2014/main" id="{85F213E6-1F2A-42D7-FF3C-5FB8406325ED}"/>
              </a:ext>
            </a:extLst>
          </p:cNvPr>
          <p:cNvGrpSpPr/>
          <p:nvPr/>
        </p:nvGrpSpPr>
        <p:grpSpPr>
          <a:xfrm>
            <a:off x="2122153" y="4388460"/>
            <a:ext cx="325470" cy="727075"/>
            <a:chOff x="2029983" y="4346102"/>
            <a:chExt cx="279830" cy="673573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B3EB985-4992-16D0-49DD-33E77D85ECBF}"/>
                </a:ext>
              </a:extLst>
            </p:cNvPr>
            <p:cNvCxnSpPr>
              <a:cxnSpLocks/>
            </p:cNvCxnSpPr>
            <p:nvPr/>
          </p:nvCxnSpPr>
          <p:spPr>
            <a:xfrm>
              <a:off x="2060340" y="4399599"/>
              <a:ext cx="249473" cy="620076"/>
            </a:xfrm>
            <a:prstGeom prst="line">
              <a:avLst/>
            </a:prstGeom>
            <a:ln w="28575"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A48C821-FF7C-BE46-73A6-513EDC8DC8D0}"/>
                </a:ext>
              </a:extLst>
            </p:cNvPr>
            <p:cNvSpPr/>
            <p:nvPr/>
          </p:nvSpPr>
          <p:spPr>
            <a:xfrm>
              <a:off x="2029983" y="4346102"/>
              <a:ext cx="53878" cy="53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38E44B90-577C-5110-1349-6216FF7BC9CC}"/>
              </a:ext>
            </a:extLst>
          </p:cNvPr>
          <p:cNvCxnSpPr>
            <a:cxnSpLocks/>
          </p:cNvCxnSpPr>
          <p:nvPr/>
        </p:nvCxnSpPr>
        <p:spPr>
          <a:xfrm>
            <a:off x="4126376" y="1119418"/>
            <a:ext cx="1388273" cy="60085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1" name="Oval 780">
            <a:extLst>
              <a:ext uri="{FF2B5EF4-FFF2-40B4-BE49-F238E27FC236}">
                <a16:creationId xmlns:a16="http://schemas.microsoft.com/office/drawing/2014/main" id="{D4F5D6D1-FFB9-AE50-01D3-20358A400A2E}"/>
              </a:ext>
            </a:extLst>
          </p:cNvPr>
          <p:cNvSpPr/>
          <p:nvPr/>
        </p:nvSpPr>
        <p:spPr>
          <a:xfrm>
            <a:off x="5514649" y="1702171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D05ADF2F-7B66-D112-9178-985BAFA98DD3}"/>
              </a:ext>
            </a:extLst>
          </p:cNvPr>
          <p:cNvCxnSpPr>
            <a:cxnSpLocks/>
          </p:cNvCxnSpPr>
          <p:nvPr/>
        </p:nvCxnSpPr>
        <p:spPr>
          <a:xfrm>
            <a:off x="4670209" y="2475929"/>
            <a:ext cx="404711" cy="47819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3" name="Oval 782">
            <a:extLst>
              <a:ext uri="{FF2B5EF4-FFF2-40B4-BE49-F238E27FC236}">
                <a16:creationId xmlns:a16="http://schemas.microsoft.com/office/drawing/2014/main" id="{151755A2-D193-1C10-27CA-5B210AF8FA85}"/>
              </a:ext>
            </a:extLst>
          </p:cNvPr>
          <p:cNvSpPr/>
          <p:nvPr/>
        </p:nvSpPr>
        <p:spPr>
          <a:xfrm>
            <a:off x="4643270" y="2449180"/>
            <a:ext cx="49984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4" name="Straight Connector 783">
            <a:extLst>
              <a:ext uri="{FF2B5EF4-FFF2-40B4-BE49-F238E27FC236}">
                <a16:creationId xmlns:a16="http://schemas.microsoft.com/office/drawing/2014/main" id="{60DD6187-F1BA-B3E0-3775-FE6819AEDC67}"/>
              </a:ext>
            </a:extLst>
          </p:cNvPr>
          <p:cNvCxnSpPr>
            <a:cxnSpLocks/>
          </p:cNvCxnSpPr>
          <p:nvPr/>
        </p:nvCxnSpPr>
        <p:spPr>
          <a:xfrm>
            <a:off x="3525991" y="3815724"/>
            <a:ext cx="600385" cy="265037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5" name="Oval 784">
            <a:extLst>
              <a:ext uri="{FF2B5EF4-FFF2-40B4-BE49-F238E27FC236}">
                <a16:creationId xmlns:a16="http://schemas.microsoft.com/office/drawing/2014/main" id="{63087D0D-A620-9863-9F5C-E4C9268D6F39}"/>
              </a:ext>
            </a:extLst>
          </p:cNvPr>
          <p:cNvSpPr/>
          <p:nvPr/>
        </p:nvSpPr>
        <p:spPr>
          <a:xfrm>
            <a:off x="3499052" y="3788975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0" name="Group 799">
            <a:extLst>
              <a:ext uri="{FF2B5EF4-FFF2-40B4-BE49-F238E27FC236}">
                <a16:creationId xmlns:a16="http://schemas.microsoft.com/office/drawing/2014/main" id="{9AF45179-432C-7ACB-C4A2-B06D087A2189}"/>
              </a:ext>
            </a:extLst>
          </p:cNvPr>
          <p:cNvGrpSpPr/>
          <p:nvPr/>
        </p:nvGrpSpPr>
        <p:grpSpPr>
          <a:xfrm>
            <a:off x="1134494" y="2502675"/>
            <a:ext cx="515446" cy="1452276"/>
            <a:chOff x="1131350" y="2888354"/>
            <a:chExt cx="459546" cy="1168532"/>
          </a:xfrm>
        </p:grpSpPr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B202889B-E5A1-0492-4358-809CB221D277}"/>
                </a:ext>
              </a:extLst>
            </p:cNvPr>
            <p:cNvCxnSpPr>
              <a:cxnSpLocks/>
              <a:stCxn id="788" idx="1"/>
            </p:cNvCxnSpPr>
            <p:nvPr/>
          </p:nvCxnSpPr>
          <p:spPr>
            <a:xfrm flipH="1" flipV="1">
              <a:off x="1131350" y="2888354"/>
              <a:ext cx="413558" cy="1122870"/>
            </a:xfrm>
            <a:prstGeom prst="line">
              <a:avLst/>
            </a:prstGeom>
            <a:ln w="28575"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8" name="Oval 787">
              <a:extLst>
                <a:ext uri="{FF2B5EF4-FFF2-40B4-BE49-F238E27FC236}">
                  <a16:creationId xmlns:a16="http://schemas.microsoft.com/office/drawing/2014/main" id="{6DF83554-478B-817A-241D-DBFF6B6ED2EE}"/>
                </a:ext>
              </a:extLst>
            </p:cNvPr>
            <p:cNvSpPr/>
            <p:nvPr/>
          </p:nvSpPr>
          <p:spPr>
            <a:xfrm>
              <a:off x="1537018" y="4003389"/>
              <a:ext cx="53878" cy="53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9" name="Rectangle: Rounded Corners 4">
            <a:extLst>
              <a:ext uri="{FF2B5EF4-FFF2-40B4-BE49-F238E27FC236}">
                <a16:creationId xmlns:a16="http://schemas.microsoft.com/office/drawing/2014/main" id="{2AC1885F-693A-A08A-1FD0-7A085291A4EB}"/>
              </a:ext>
            </a:extLst>
          </p:cNvPr>
          <p:cNvSpPr/>
          <p:nvPr/>
        </p:nvSpPr>
        <p:spPr>
          <a:xfrm>
            <a:off x="4884912" y="2785549"/>
            <a:ext cx="2345804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Aluminum at exposed ends (dead space)</a:t>
            </a:r>
          </a:p>
        </p:txBody>
      </p:sp>
    </p:spTree>
    <p:extLst>
      <p:ext uri="{BB962C8B-B14F-4D97-AF65-F5344CB8AC3E}">
        <p14:creationId xmlns:p14="http://schemas.microsoft.com/office/powerpoint/2010/main" val="12784874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34CD5-BAC7-AF63-7FE5-AB871BD82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17BF48-C8C3-FC82-6071-3FE48B0C8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5" t="14543" r="11894" b="12225"/>
          <a:stretch>
            <a:fillRect/>
          </a:stretch>
        </p:blipFill>
        <p:spPr>
          <a:xfrm>
            <a:off x="-529804" y="1195605"/>
            <a:ext cx="6920473" cy="4182248"/>
          </a:xfrm>
          <a:prstGeom prst="rect">
            <a:avLst/>
          </a:prstGeom>
        </p:spPr>
      </p:pic>
      <p:sp>
        <p:nvSpPr>
          <p:cNvPr id="802" name="Rectangle 801">
            <a:extLst>
              <a:ext uri="{FF2B5EF4-FFF2-40B4-BE49-F238E27FC236}">
                <a16:creationId xmlns:a16="http://schemas.microsoft.com/office/drawing/2014/main" id="{006E6285-7166-0E33-B830-0B0CA0C790B7}"/>
              </a:ext>
            </a:extLst>
          </p:cNvPr>
          <p:cNvSpPr/>
          <p:nvPr/>
        </p:nvSpPr>
        <p:spPr>
          <a:xfrm>
            <a:off x="7329535" y="2324248"/>
            <a:ext cx="4006195" cy="2018610"/>
          </a:xfrm>
          <a:prstGeom prst="rect">
            <a:avLst/>
          </a:prstGeom>
          <a:solidFill>
            <a:srgbClr val="8780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3" name="Rectangle 802">
            <a:extLst>
              <a:ext uri="{FF2B5EF4-FFF2-40B4-BE49-F238E27FC236}">
                <a16:creationId xmlns:a16="http://schemas.microsoft.com/office/drawing/2014/main" id="{9A4B30CD-EE8A-2000-01C5-08295D4C28E0}"/>
              </a:ext>
            </a:extLst>
          </p:cNvPr>
          <p:cNvSpPr/>
          <p:nvPr/>
        </p:nvSpPr>
        <p:spPr>
          <a:xfrm>
            <a:off x="7329533" y="3303992"/>
            <a:ext cx="4006195" cy="59124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4" name="Group 803">
            <a:extLst>
              <a:ext uri="{FF2B5EF4-FFF2-40B4-BE49-F238E27FC236}">
                <a16:creationId xmlns:a16="http://schemas.microsoft.com/office/drawing/2014/main" id="{E4FA435F-46BB-1847-CF7D-2F3F761C336E}"/>
              </a:ext>
            </a:extLst>
          </p:cNvPr>
          <p:cNvGrpSpPr/>
          <p:nvPr/>
        </p:nvGrpSpPr>
        <p:grpSpPr>
          <a:xfrm>
            <a:off x="7610555" y="2594158"/>
            <a:ext cx="3444154" cy="1478790"/>
            <a:chOff x="-464224" y="6412550"/>
            <a:chExt cx="2104517" cy="903600"/>
          </a:xfrm>
        </p:grpSpPr>
        <p:grpSp>
          <p:nvGrpSpPr>
            <p:cNvPr id="805" name="Group 804">
              <a:extLst>
                <a:ext uri="{FF2B5EF4-FFF2-40B4-BE49-F238E27FC236}">
                  <a16:creationId xmlns:a16="http://schemas.microsoft.com/office/drawing/2014/main" id="{68BBB5BA-9026-5B11-37FE-E48F51003B47}"/>
                </a:ext>
              </a:extLst>
            </p:cNvPr>
            <p:cNvGrpSpPr/>
            <p:nvPr/>
          </p:nvGrpSpPr>
          <p:grpSpPr>
            <a:xfrm>
              <a:off x="-464224" y="6412550"/>
              <a:ext cx="910800" cy="903600"/>
              <a:chOff x="4781761" y="3434449"/>
              <a:chExt cx="1320364" cy="1319180"/>
            </a:xfrm>
          </p:grpSpPr>
          <p:sp>
            <p:nvSpPr>
              <p:cNvPr id="837" name="Rectangle 836">
                <a:extLst>
                  <a:ext uri="{FF2B5EF4-FFF2-40B4-BE49-F238E27FC236}">
                    <a16:creationId xmlns:a16="http://schemas.microsoft.com/office/drawing/2014/main" id="{DC255427-C1DF-E0E7-F277-1D0A22FFB393}"/>
                  </a:ext>
                </a:extLst>
              </p:cNvPr>
              <p:cNvSpPr/>
              <p:nvPr/>
            </p:nvSpPr>
            <p:spPr>
              <a:xfrm>
                <a:off x="4781762" y="3434450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8" name="Rectangle 837">
                <a:extLst>
                  <a:ext uri="{FF2B5EF4-FFF2-40B4-BE49-F238E27FC236}">
                    <a16:creationId xmlns:a16="http://schemas.microsoft.com/office/drawing/2014/main" id="{20268246-7494-FBE0-8963-FE6020EAAD5B}"/>
                  </a:ext>
                </a:extLst>
              </p:cNvPr>
              <p:cNvSpPr/>
              <p:nvPr/>
            </p:nvSpPr>
            <p:spPr>
              <a:xfrm rot="5400000">
                <a:off x="5419682" y="2796528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9" name="Rectangle 838">
                <a:extLst>
                  <a:ext uri="{FF2B5EF4-FFF2-40B4-BE49-F238E27FC236}">
                    <a16:creationId xmlns:a16="http://schemas.microsoft.com/office/drawing/2014/main" id="{A3051FC2-4477-2BF6-F2E2-F2DA6633A97A}"/>
                  </a:ext>
                </a:extLst>
              </p:cNvPr>
              <p:cNvSpPr/>
              <p:nvPr/>
            </p:nvSpPr>
            <p:spPr>
              <a:xfrm rot="5400000">
                <a:off x="5421515" y="4073016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0" name="Rectangle 839">
                <a:extLst>
                  <a:ext uri="{FF2B5EF4-FFF2-40B4-BE49-F238E27FC236}">
                    <a16:creationId xmlns:a16="http://schemas.microsoft.com/office/drawing/2014/main" id="{51ECF1C9-E28C-7A81-55E5-4A19C7E5D466}"/>
                  </a:ext>
                </a:extLst>
              </p:cNvPr>
              <p:cNvSpPr/>
              <p:nvPr/>
            </p:nvSpPr>
            <p:spPr>
              <a:xfrm rot="5400000">
                <a:off x="5380410" y="3077921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1" name="フローチャート: 和接合 16">
                <a:extLst>
                  <a:ext uri="{FF2B5EF4-FFF2-40B4-BE49-F238E27FC236}">
                    <a16:creationId xmlns:a16="http://schemas.microsoft.com/office/drawing/2014/main" id="{49B1B7E2-A192-EC77-065A-FA22617E9871}"/>
                  </a:ext>
                </a:extLst>
              </p:cNvPr>
              <p:cNvSpPr/>
              <p:nvPr/>
            </p:nvSpPr>
            <p:spPr bwMode="auto">
              <a:xfrm rot="10800000">
                <a:off x="5409210" y="3665101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2" name="Rectangle 841">
                <a:extLst>
                  <a:ext uri="{FF2B5EF4-FFF2-40B4-BE49-F238E27FC236}">
                    <a16:creationId xmlns:a16="http://schemas.microsoft.com/office/drawing/2014/main" id="{ACE22897-7782-1763-183A-A73F386C1F7F}"/>
                  </a:ext>
                </a:extLst>
              </p:cNvPr>
              <p:cNvSpPr/>
              <p:nvPr/>
            </p:nvSpPr>
            <p:spPr>
              <a:xfrm rot="5400000">
                <a:off x="5380789" y="2919101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43" name="Group 842">
                <a:extLst>
                  <a:ext uri="{FF2B5EF4-FFF2-40B4-BE49-F238E27FC236}">
                    <a16:creationId xmlns:a16="http://schemas.microsoft.com/office/drawing/2014/main" id="{913DE718-B1AC-4621-4F43-6FB3898B7722}"/>
                  </a:ext>
                </a:extLst>
              </p:cNvPr>
              <p:cNvGrpSpPr/>
              <p:nvPr/>
            </p:nvGrpSpPr>
            <p:grpSpPr>
              <a:xfrm>
                <a:off x="5411389" y="3507419"/>
                <a:ext cx="57600" cy="58165"/>
                <a:chOff x="5550747" y="2678351"/>
                <a:chExt cx="57600" cy="58165"/>
              </a:xfrm>
            </p:grpSpPr>
            <p:sp>
              <p:nvSpPr>
                <p:cNvPr id="862" name="楕円 300">
                  <a:extLst>
                    <a:ext uri="{FF2B5EF4-FFF2-40B4-BE49-F238E27FC236}">
                      <a16:creationId xmlns:a16="http://schemas.microsoft.com/office/drawing/2014/main" id="{65D04AA7-F1FF-1CB8-22AD-716CB661308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3" name="楕円 301">
                  <a:extLst>
                    <a:ext uri="{FF2B5EF4-FFF2-40B4-BE49-F238E27FC236}">
                      <a16:creationId xmlns:a16="http://schemas.microsoft.com/office/drawing/2014/main" id="{60C08350-F7E1-BDC5-2CC4-7F736D4842E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44" name="Rectangle 843">
                <a:extLst>
                  <a:ext uri="{FF2B5EF4-FFF2-40B4-BE49-F238E27FC236}">
                    <a16:creationId xmlns:a16="http://schemas.microsoft.com/office/drawing/2014/main" id="{11ECD9C2-6154-18B6-4223-C99301976D97}"/>
                  </a:ext>
                </a:extLst>
              </p:cNvPr>
              <p:cNvSpPr/>
              <p:nvPr/>
            </p:nvSpPr>
            <p:spPr>
              <a:xfrm rot="5400000">
                <a:off x="5380410" y="3396323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5" name="フローチャート: 和接合 16">
                <a:extLst>
                  <a:ext uri="{FF2B5EF4-FFF2-40B4-BE49-F238E27FC236}">
                    <a16:creationId xmlns:a16="http://schemas.microsoft.com/office/drawing/2014/main" id="{427C6F00-08C6-1678-FC4E-2DC84855C566}"/>
                  </a:ext>
                </a:extLst>
              </p:cNvPr>
              <p:cNvSpPr/>
              <p:nvPr/>
            </p:nvSpPr>
            <p:spPr bwMode="auto">
              <a:xfrm rot="10800000">
                <a:off x="5409210" y="3983503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6" name="Rectangle 845">
                <a:extLst>
                  <a:ext uri="{FF2B5EF4-FFF2-40B4-BE49-F238E27FC236}">
                    <a16:creationId xmlns:a16="http://schemas.microsoft.com/office/drawing/2014/main" id="{68B41708-1943-5833-FB5C-39D9322876BC}"/>
                  </a:ext>
                </a:extLst>
              </p:cNvPr>
              <p:cNvSpPr/>
              <p:nvPr/>
            </p:nvSpPr>
            <p:spPr>
              <a:xfrm rot="5400000">
                <a:off x="5380789" y="323750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47" name="Group 846">
                <a:extLst>
                  <a:ext uri="{FF2B5EF4-FFF2-40B4-BE49-F238E27FC236}">
                    <a16:creationId xmlns:a16="http://schemas.microsoft.com/office/drawing/2014/main" id="{E22B047C-26A7-50D1-6B1A-D83C15EA3F1F}"/>
                  </a:ext>
                </a:extLst>
              </p:cNvPr>
              <p:cNvGrpSpPr/>
              <p:nvPr/>
            </p:nvGrpSpPr>
            <p:grpSpPr>
              <a:xfrm>
                <a:off x="5411389" y="3825821"/>
                <a:ext cx="57600" cy="58165"/>
                <a:chOff x="5550747" y="2678351"/>
                <a:chExt cx="57600" cy="58165"/>
              </a:xfrm>
            </p:grpSpPr>
            <p:sp>
              <p:nvSpPr>
                <p:cNvPr id="860" name="楕円 300">
                  <a:extLst>
                    <a:ext uri="{FF2B5EF4-FFF2-40B4-BE49-F238E27FC236}">
                      <a16:creationId xmlns:a16="http://schemas.microsoft.com/office/drawing/2014/main" id="{4E9A370B-6B7D-DDFE-45F0-1F725527EBF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1" name="楕円 301">
                  <a:extLst>
                    <a:ext uri="{FF2B5EF4-FFF2-40B4-BE49-F238E27FC236}">
                      <a16:creationId xmlns:a16="http://schemas.microsoft.com/office/drawing/2014/main" id="{8249AC64-A319-4D0A-A32A-0F9D7C908A2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48" name="Rectangle 847">
                <a:extLst>
                  <a:ext uri="{FF2B5EF4-FFF2-40B4-BE49-F238E27FC236}">
                    <a16:creationId xmlns:a16="http://schemas.microsoft.com/office/drawing/2014/main" id="{3FF94168-6A0D-9A02-0067-56AB0A3BBB00}"/>
                  </a:ext>
                </a:extLst>
              </p:cNvPr>
              <p:cNvSpPr/>
              <p:nvPr/>
            </p:nvSpPr>
            <p:spPr>
              <a:xfrm rot="5400000">
                <a:off x="5380410" y="3714725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9" name="フローチャート: 和接合 16">
                <a:extLst>
                  <a:ext uri="{FF2B5EF4-FFF2-40B4-BE49-F238E27FC236}">
                    <a16:creationId xmlns:a16="http://schemas.microsoft.com/office/drawing/2014/main" id="{A71C0A5F-05FB-7D23-9878-D165812DED41}"/>
                  </a:ext>
                </a:extLst>
              </p:cNvPr>
              <p:cNvSpPr/>
              <p:nvPr/>
            </p:nvSpPr>
            <p:spPr bwMode="auto">
              <a:xfrm rot="10800000">
                <a:off x="5409210" y="4301905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0" name="Rectangle 849">
                <a:extLst>
                  <a:ext uri="{FF2B5EF4-FFF2-40B4-BE49-F238E27FC236}">
                    <a16:creationId xmlns:a16="http://schemas.microsoft.com/office/drawing/2014/main" id="{454D958A-4FB8-40F9-F79A-56A537426261}"/>
                  </a:ext>
                </a:extLst>
              </p:cNvPr>
              <p:cNvSpPr/>
              <p:nvPr/>
            </p:nvSpPr>
            <p:spPr>
              <a:xfrm rot="5400000">
                <a:off x="5380789" y="3555905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51" name="Group 850">
                <a:extLst>
                  <a:ext uri="{FF2B5EF4-FFF2-40B4-BE49-F238E27FC236}">
                    <a16:creationId xmlns:a16="http://schemas.microsoft.com/office/drawing/2014/main" id="{209AC3B5-CB5C-37C0-3756-1AAF68409CC7}"/>
                  </a:ext>
                </a:extLst>
              </p:cNvPr>
              <p:cNvGrpSpPr/>
              <p:nvPr/>
            </p:nvGrpSpPr>
            <p:grpSpPr>
              <a:xfrm>
                <a:off x="5411389" y="4144223"/>
                <a:ext cx="57600" cy="58165"/>
                <a:chOff x="5550747" y="2678351"/>
                <a:chExt cx="57600" cy="58165"/>
              </a:xfrm>
            </p:grpSpPr>
            <p:sp>
              <p:nvSpPr>
                <p:cNvPr id="858" name="楕円 300">
                  <a:extLst>
                    <a:ext uri="{FF2B5EF4-FFF2-40B4-BE49-F238E27FC236}">
                      <a16:creationId xmlns:a16="http://schemas.microsoft.com/office/drawing/2014/main" id="{5D9FCBB2-FF7A-CD41-3BC0-2122B339BCE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9" name="楕円 301">
                  <a:extLst>
                    <a:ext uri="{FF2B5EF4-FFF2-40B4-BE49-F238E27FC236}">
                      <a16:creationId xmlns:a16="http://schemas.microsoft.com/office/drawing/2014/main" id="{901B09CC-2698-71EE-EFC0-147286B9486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52" name="Rectangle 851">
                <a:extLst>
                  <a:ext uri="{FF2B5EF4-FFF2-40B4-BE49-F238E27FC236}">
                    <a16:creationId xmlns:a16="http://schemas.microsoft.com/office/drawing/2014/main" id="{D95FF1C7-DA4B-A902-3037-E64EC2ADB3B4}"/>
                  </a:ext>
                </a:extLst>
              </p:cNvPr>
              <p:cNvSpPr/>
              <p:nvPr/>
            </p:nvSpPr>
            <p:spPr>
              <a:xfrm rot="5400000">
                <a:off x="5380410" y="4033129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3" name="フローチャート: 和接合 16">
                <a:extLst>
                  <a:ext uri="{FF2B5EF4-FFF2-40B4-BE49-F238E27FC236}">
                    <a16:creationId xmlns:a16="http://schemas.microsoft.com/office/drawing/2014/main" id="{B05A3597-C7FD-9027-B33B-9DB828643789}"/>
                  </a:ext>
                </a:extLst>
              </p:cNvPr>
              <p:cNvSpPr/>
              <p:nvPr/>
            </p:nvSpPr>
            <p:spPr bwMode="auto">
              <a:xfrm rot="10800000">
                <a:off x="5409210" y="4620309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4" name="Rectangle 853">
                <a:extLst>
                  <a:ext uri="{FF2B5EF4-FFF2-40B4-BE49-F238E27FC236}">
                    <a16:creationId xmlns:a16="http://schemas.microsoft.com/office/drawing/2014/main" id="{6CD700C7-65E7-7AD2-54AA-0E683E9CCF3A}"/>
                  </a:ext>
                </a:extLst>
              </p:cNvPr>
              <p:cNvSpPr/>
              <p:nvPr/>
            </p:nvSpPr>
            <p:spPr>
              <a:xfrm rot="5400000">
                <a:off x="5380789" y="3874307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55" name="Group 854">
                <a:extLst>
                  <a:ext uri="{FF2B5EF4-FFF2-40B4-BE49-F238E27FC236}">
                    <a16:creationId xmlns:a16="http://schemas.microsoft.com/office/drawing/2014/main" id="{4CA93864-BBCF-C2B5-A54D-A36C649C2242}"/>
                  </a:ext>
                </a:extLst>
              </p:cNvPr>
              <p:cNvGrpSpPr/>
              <p:nvPr/>
            </p:nvGrpSpPr>
            <p:grpSpPr>
              <a:xfrm>
                <a:off x="5411389" y="4462625"/>
                <a:ext cx="57600" cy="58165"/>
                <a:chOff x="5550747" y="2678351"/>
                <a:chExt cx="57600" cy="58165"/>
              </a:xfrm>
            </p:grpSpPr>
            <p:sp>
              <p:nvSpPr>
                <p:cNvPr id="856" name="楕円 300">
                  <a:extLst>
                    <a:ext uri="{FF2B5EF4-FFF2-40B4-BE49-F238E27FC236}">
                      <a16:creationId xmlns:a16="http://schemas.microsoft.com/office/drawing/2014/main" id="{EE14CB4D-EF68-A9BF-5896-3805093E40E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7" name="楕円 301">
                  <a:extLst>
                    <a:ext uri="{FF2B5EF4-FFF2-40B4-BE49-F238E27FC236}">
                      <a16:creationId xmlns:a16="http://schemas.microsoft.com/office/drawing/2014/main" id="{8F1BF242-4813-78EC-45EF-96FAC8B5422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06" name="Group 805">
              <a:extLst>
                <a:ext uri="{FF2B5EF4-FFF2-40B4-BE49-F238E27FC236}">
                  <a16:creationId xmlns:a16="http://schemas.microsoft.com/office/drawing/2014/main" id="{FBF9CF5C-E9A1-582E-3E42-DC922D1E76DF}"/>
                </a:ext>
              </a:extLst>
            </p:cNvPr>
            <p:cNvGrpSpPr/>
            <p:nvPr/>
          </p:nvGrpSpPr>
          <p:grpSpPr>
            <a:xfrm>
              <a:off x="729493" y="6412550"/>
              <a:ext cx="910800" cy="903600"/>
              <a:chOff x="4781761" y="3434449"/>
              <a:chExt cx="1320364" cy="1319180"/>
            </a:xfrm>
          </p:grpSpPr>
          <p:sp>
            <p:nvSpPr>
              <p:cNvPr id="807" name="Rectangle 806">
                <a:extLst>
                  <a:ext uri="{FF2B5EF4-FFF2-40B4-BE49-F238E27FC236}">
                    <a16:creationId xmlns:a16="http://schemas.microsoft.com/office/drawing/2014/main" id="{E99EED0E-9F4D-07B1-3DF5-077742E71AFA}"/>
                  </a:ext>
                </a:extLst>
              </p:cNvPr>
              <p:cNvSpPr/>
              <p:nvPr/>
            </p:nvSpPr>
            <p:spPr>
              <a:xfrm>
                <a:off x="4781762" y="3434450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8" name="Rectangle 807">
                <a:extLst>
                  <a:ext uri="{FF2B5EF4-FFF2-40B4-BE49-F238E27FC236}">
                    <a16:creationId xmlns:a16="http://schemas.microsoft.com/office/drawing/2014/main" id="{ADA45DB1-4040-C02D-19DB-6FB04CCE96AA}"/>
                  </a:ext>
                </a:extLst>
              </p:cNvPr>
              <p:cNvSpPr/>
              <p:nvPr/>
            </p:nvSpPr>
            <p:spPr>
              <a:xfrm rot="5400000">
                <a:off x="5419682" y="2796528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9" name="Rectangle 808">
                <a:extLst>
                  <a:ext uri="{FF2B5EF4-FFF2-40B4-BE49-F238E27FC236}">
                    <a16:creationId xmlns:a16="http://schemas.microsoft.com/office/drawing/2014/main" id="{44829594-F405-E51C-56EB-68E01AD53685}"/>
                  </a:ext>
                </a:extLst>
              </p:cNvPr>
              <p:cNvSpPr/>
              <p:nvPr/>
            </p:nvSpPr>
            <p:spPr>
              <a:xfrm rot="5400000">
                <a:off x="5421515" y="4073016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0" name="Rectangle 809">
                <a:extLst>
                  <a:ext uri="{FF2B5EF4-FFF2-40B4-BE49-F238E27FC236}">
                    <a16:creationId xmlns:a16="http://schemas.microsoft.com/office/drawing/2014/main" id="{7852D18F-D52C-2BFF-F088-B76F5138038B}"/>
                  </a:ext>
                </a:extLst>
              </p:cNvPr>
              <p:cNvSpPr/>
              <p:nvPr/>
            </p:nvSpPr>
            <p:spPr>
              <a:xfrm rot="5400000">
                <a:off x="5380410" y="3077921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1" name="フローチャート: 和接合 16">
                <a:extLst>
                  <a:ext uri="{FF2B5EF4-FFF2-40B4-BE49-F238E27FC236}">
                    <a16:creationId xmlns:a16="http://schemas.microsoft.com/office/drawing/2014/main" id="{A1600BA6-FF06-9744-B28A-50DB71FC5307}"/>
                  </a:ext>
                </a:extLst>
              </p:cNvPr>
              <p:cNvSpPr/>
              <p:nvPr/>
            </p:nvSpPr>
            <p:spPr bwMode="auto">
              <a:xfrm rot="10800000">
                <a:off x="5409210" y="3665101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2" name="Rectangle 811">
                <a:extLst>
                  <a:ext uri="{FF2B5EF4-FFF2-40B4-BE49-F238E27FC236}">
                    <a16:creationId xmlns:a16="http://schemas.microsoft.com/office/drawing/2014/main" id="{AA996BFA-724F-C81B-28B4-4D839F73AA84}"/>
                  </a:ext>
                </a:extLst>
              </p:cNvPr>
              <p:cNvSpPr/>
              <p:nvPr/>
            </p:nvSpPr>
            <p:spPr>
              <a:xfrm rot="5400000">
                <a:off x="5380789" y="2919101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13" name="Group 812">
                <a:extLst>
                  <a:ext uri="{FF2B5EF4-FFF2-40B4-BE49-F238E27FC236}">
                    <a16:creationId xmlns:a16="http://schemas.microsoft.com/office/drawing/2014/main" id="{6216D18B-0A01-C3C7-E843-CAB2D2279DF0}"/>
                  </a:ext>
                </a:extLst>
              </p:cNvPr>
              <p:cNvGrpSpPr/>
              <p:nvPr/>
            </p:nvGrpSpPr>
            <p:grpSpPr>
              <a:xfrm>
                <a:off x="5411389" y="3507419"/>
                <a:ext cx="57600" cy="58165"/>
                <a:chOff x="5550747" y="2678351"/>
                <a:chExt cx="57600" cy="58165"/>
              </a:xfrm>
            </p:grpSpPr>
            <p:sp>
              <p:nvSpPr>
                <p:cNvPr id="834" name="楕円 300">
                  <a:extLst>
                    <a:ext uri="{FF2B5EF4-FFF2-40B4-BE49-F238E27FC236}">
                      <a16:creationId xmlns:a16="http://schemas.microsoft.com/office/drawing/2014/main" id="{8591ADDB-EDA6-00E1-8A56-98F2717CD4C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36" name="楕円 301">
                  <a:extLst>
                    <a:ext uri="{FF2B5EF4-FFF2-40B4-BE49-F238E27FC236}">
                      <a16:creationId xmlns:a16="http://schemas.microsoft.com/office/drawing/2014/main" id="{85336F84-2D51-4A7E-6FBA-0122756786C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14" name="Rectangle 813">
                <a:extLst>
                  <a:ext uri="{FF2B5EF4-FFF2-40B4-BE49-F238E27FC236}">
                    <a16:creationId xmlns:a16="http://schemas.microsoft.com/office/drawing/2014/main" id="{BDCE1435-31C7-1878-6A66-6072201DE90F}"/>
                  </a:ext>
                </a:extLst>
              </p:cNvPr>
              <p:cNvSpPr/>
              <p:nvPr/>
            </p:nvSpPr>
            <p:spPr>
              <a:xfrm rot="5400000">
                <a:off x="5380410" y="3396323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5" name="フローチャート: 和接合 16">
                <a:extLst>
                  <a:ext uri="{FF2B5EF4-FFF2-40B4-BE49-F238E27FC236}">
                    <a16:creationId xmlns:a16="http://schemas.microsoft.com/office/drawing/2014/main" id="{1D829EF9-F6FE-6A6A-BEA5-BEF79411D4EF}"/>
                  </a:ext>
                </a:extLst>
              </p:cNvPr>
              <p:cNvSpPr/>
              <p:nvPr/>
            </p:nvSpPr>
            <p:spPr bwMode="auto">
              <a:xfrm rot="10800000">
                <a:off x="5409210" y="3983503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6" name="Rectangle 815">
                <a:extLst>
                  <a:ext uri="{FF2B5EF4-FFF2-40B4-BE49-F238E27FC236}">
                    <a16:creationId xmlns:a16="http://schemas.microsoft.com/office/drawing/2014/main" id="{AE645352-9053-EF82-E730-C2C736E81759}"/>
                  </a:ext>
                </a:extLst>
              </p:cNvPr>
              <p:cNvSpPr/>
              <p:nvPr/>
            </p:nvSpPr>
            <p:spPr>
              <a:xfrm rot="5400000">
                <a:off x="5380789" y="323750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17" name="Group 816">
                <a:extLst>
                  <a:ext uri="{FF2B5EF4-FFF2-40B4-BE49-F238E27FC236}">
                    <a16:creationId xmlns:a16="http://schemas.microsoft.com/office/drawing/2014/main" id="{9C599C69-122B-1A78-BDB5-55E3005D2A0B}"/>
                  </a:ext>
                </a:extLst>
              </p:cNvPr>
              <p:cNvGrpSpPr/>
              <p:nvPr/>
            </p:nvGrpSpPr>
            <p:grpSpPr>
              <a:xfrm>
                <a:off x="5411389" y="3825821"/>
                <a:ext cx="57600" cy="58165"/>
                <a:chOff x="5550747" y="2678351"/>
                <a:chExt cx="57600" cy="58165"/>
              </a:xfrm>
            </p:grpSpPr>
            <p:sp>
              <p:nvSpPr>
                <p:cNvPr id="830" name="楕円 300">
                  <a:extLst>
                    <a:ext uri="{FF2B5EF4-FFF2-40B4-BE49-F238E27FC236}">
                      <a16:creationId xmlns:a16="http://schemas.microsoft.com/office/drawing/2014/main" id="{0057595C-7FBD-308A-8D0D-496A553ECAD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33" name="楕円 301">
                  <a:extLst>
                    <a:ext uri="{FF2B5EF4-FFF2-40B4-BE49-F238E27FC236}">
                      <a16:creationId xmlns:a16="http://schemas.microsoft.com/office/drawing/2014/main" id="{1BBE6DCD-E4BC-6151-5B08-27C66A39491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18" name="Rectangle 817">
                <a:extLst>
                  <a:ext uri="{FF2B5EF4-FFF2-40B4-BE49-F238E27FC236}">
                    <a16:creationId xmlns:a16="http://schemas.microsoft.com/office/drawing/2014/main" id="{0F7EA1AC-67AB-75D8-2EA5-E9ED97309DFF}"/>
                  </a:ext>
                </a:extLst>
              </p:cNvPr>
              <p:cNvSpPr/>
              <p:nvPr/>
            </p:nvSpPr>
            <p:spPr>
              <a:xfrm rot="5400000">
                <a:off x="5380410" y="3714725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9" name="フローチャート: 和接合 16">
                <a:extLst>
                  <a:ext uri="{FF2B5EF4-FFF2-40B4-BE49-F238E27FC236}">
                    <a16:creationId xmlns:a16="http://schemas.microsoft.com/office/drawing/2014/main" id="{9B9EE679-AB5A-724F-9BA5-6F0AB163E646}"/>
                  </a:ext>
                </a:extLst>
              </p:cNvPr>
              <p:cNvSpPr/>
              <p:nvPr/>
            </p:nvSpPr>
            <p:spPr bwMode="auto">
              <a:xfrm rot="10800000">
                <a:off x="5409210" y="4301905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0" name="Rectangle 819">
                <a:extLst>
                  <a:ext uri="{FF2B5EF4-FFF2-40B4-BE49-F238E27FC236}">
                    <a16:creationId xmlns:a16="http://schemas.microsoft.com/office/drawing/2014/main" id="{26A6A658-19DA-F101-5CD6-3F3966BC6544}"/>
                  </a:ext>
                </a:extLst>
              </p:cNvPr>
              <p:cNvSpPr/>
              <p:nvPr/>
            </p:nvSpPr>
            <p:spPr>
              <a:xfrm rot="5400000">
                <a:off x="5380789" y="3555905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21" name="Group 820">
                <a:extLst>
                  <a:ext uri="{FF2B5EF4-FFF2-40B4-BE49-F238E27FC236}">
                    <a16:creationId xmlns:a16="http://schemas.microsoft.com/office/drawing/2014/main" id="{BDC5498E-4C0B-8CE1-E644-DCA19A635EB2}"/>
                  </a:ext>
                </a:extLst>
              </p:cNvPr>
              <p:cNvGrpSpPr/>
              <p:nvPr/>
            </p:nvGrpSpPr>
            <p:grpSpPr>
              <a:xfrm>
                <a:off x="5411389" y="4144223"/>
                <a:ext cx="57600" cy="58165"/>
                <a:chOff x="5550747" y="2678351"/>
                <a:chExt cx="57600" cy="58165"/>
              </a:xfrm>
            </p:grpSpPr>
            <p:sp>
              <p:nvSpPr>
                <p:cNvPr id="828" name="楕円 300">
                  <a:extLst>
                    <a:ext uri="{FF2B5EF4-FFF2-40B4-BE49-F238E27FC236}">
                      <a16:creationId xmlns:a16="http://schemas.microsoft.com/office/drawing/2014/main" id="{D00EA8C2-88DF-2736-3C2D-C59F9EC0517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29" name="楕円 301">
                  <a:extLst>
                    <a:ext uri="{FF2B5EF4-FFF2-40B4-BE49-F238E27FC236}">
                      <a16:creationId xmlns:a16="http://schemas.microsoft.com/office/drawing/2014/main" id="{D65436B6-1852-42B2-DD1D-2AC292067FA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22" name="Rectangle 821">
                <a:extLst>
                  <a:ext uri="{FF2B5EF4-FFF2-40B4-BE49-F238E27FC236}">
                    <a16:creationId xmlns:a16="http://schemas.microsoft.com/office/drawing/2014/main" id="{18A812D2-41DF-F89F-D9E1-CC4E9CAEB631}"/>
                  </a:ext>
                </a:extLst>
              </p:cNvPr>
              <p:cNvSpPr/>
              <p:nvPr/>
            </p:nvSpPr>
            <p:spPr>
              <a:xfrm rot="5400000">
                <a:off x="5380410" y="4033129"/>
                <a:ext cx="118800" cy="123556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3" name="フローチャート: 和接合 16">
                <a:extLst>
                  <a:ext uri="{FF2B5EF4-FFF2-40B4-BE49-F238E27FC236}">
                    <a16:creationId xmlns:a16="http://schemas.microsoft.com/office/drawing/2014/main" id="{A51B3221-E21E-BFC3-EA05-690A160B3608}"/>
                  </a:ext>
                </a:extLst>
              </p:cNvPr>
              <p:cNvSpPr/>
              <p:nvPr/>
            </p:nvSpPr>
            <p:spPr bwMode="auto">
              <a:xfrm rot="10800000">
                <a:off x="5409210" y="4620309"/>
                <a:ext cx="61200" cy="61200"/>
              </a:xfrm>
              <a:prstGeom prst="flowChartSummingJunction">
                <a:avLst/>
              </a:prstGeom>
              <a:solidFill>
                <a:srgbClr val="FFC000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4" name="Rectangle 823">
                <a:extLst>
                  <a:ext uri="{FF2B5EF4-FFF2-40B4-BE49-F238E27FC236}">
                    <a16:creationId xmlns:a16="http://schemas.microsoft.com/office/drawing/2014/main" id="{9994AC37-BDCB-0C8B-E141-FF470C4DDD83}"/>
                  </a:ext>
                </a:extLst>
              </p:cNvPr>
              <p:cNvSpPr/>
              <p:nvPr/>
            </p:nvSpPr>
            <p:spPr>
              <a:xfrm rot="5400000">
                <a:off x="5380789" y="3874307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25" name="Group 824">
                <a:extLst>
                  <a:ext uri="{FF2B5EF4-FFF2-40B4-BE49-F238E27FC236}">
                    <a16:creationId xmlns:a16="http://schemas.microsoft.com/office/drawing/2014/main" id="{DB7922D5-B33A-E479-5FB3-EAA51EE7F87C}"/>
                  </a:ext>
                </a:extLst>
              </p:cNvPr>
              <p:cNvGrpSpPr/>
              <p:nvPr/>
            </p:nvGrpSpPr>
            <p:grpSpPr>
              <a:xfrm>
                <a:off x="5411389" y="4462625"/>
                <a:ext cx="57600" cy="58165"/>
                <a:chOff x="5550747" y="2678351"/>
                <a:chExt cx="57600" cy="58165"/>
              </a:xfrm>
            </p:grpSpPr>
            <p:sp>
              <p:nvSpPr>
                <p:cNvPr id="826" name="楕円 300">
                  <a:extLst>
                    <a:ext uri="{FF2B5EF4-FFF2-40B4-BE49-F238E27FC236}">
                      <a16:creationId xmlns:a16="http://schemas.microsoft.com/office/drawing/2014/main" id="{803C677A-4A71-4501-A8D9-B9072400FA9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27" name="楕円 301">
                  <a:extLst>
                    <a:ext uri="{FF2B5EF4-FFF2-40B4-BE49-F238E27FC236}">
                      <a16:creationId xmlns:a16="http://schemas.microsoft.com/office/drawing/2014/main" id="{D0F45467-7487-4C48-7CE5-D6F3AE740C5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790" name="Rectangle 789">
            <a:extLst>
              <a:ext uri="{FF2B5EF4-FFF2-40B4-BE49-F238E27FC236}">
                <a16:creationId xmlns:a16="http://schemas.microsoft.com/office/drawing/2014/main" id="{E9FC7031-9A2A-223B-3145-9C0F07AD0F3F}"/>
              </a:ext>
            </a:extLst>
          </p:cNvPr>
          <p:cNvSpPr/>
          <p:nvPr/>
        </p:nvSpPr>
        <p:spPr>
          <a:xfrm rot="16200000" flipH="1">
            <a:off x="7894806" y="4305242"/>
            <a:ext cx="133972" cy="5616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0D85E32E-F944-94D7-8507-4C55E07C19D8}"/>
              </a:ext>
            </a:extLst>
          </p:cNvPr>
          <p:cNvSpPr/>
          <p:nvPr/>
        </p:nvSpPr>
        <p:spPr>
          <a:xfrm rot="16200000" flipH="1">
            <a:off x="9718222" y="4304693"/>
            <a:ext cx="133972" cy="56269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1" name="Rectangle: Rounded Corners 4">
            <a:extLst>
              <a:ext uri="{FF2B5EF4-FFF2-40B4-BE49-F238E27FC236}">
                <a16:creationId xmlns:a16="http://schemas.microsoft.com/office/drawing/2014/main" id="{B564D069-DFA5-7129-A1D9-5529EE7DBC70}"/>
              </a:ext>
            </a:extLst>
          </p:cNvPr>
          <p:cNvSpPr/>
          <p:nvPr/>
        </p:nvSpPr>
        <p:spPr>
          <a:xfrm>
            <a:off x="8215789" y="4463340"/>
            <a:ext cx="1099508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Primary</a:t>
            </a:r>
          </a:p>
        </p:txBody>
      </p:sp>
      <p:sp>
        <p:nvSpPr>
          <p:cNvPr id="832" name="Rectangle: Rounded Corners 4">
            <a:extLst>
              <a:ext uri="{FF2B5EF4-FFF2-40B4-BE49-F238E27FC236}">
                <a16:creationId xmlns:a16="http://schemas.microsoft.com/office/drawing/2014/main" id="{F065C697-343F-A823-C0D4-85CC4F02A1A0}"/>
              </a:ext>
            </a:extLst>
          </p:cNvPr>
          <p:cNvSpPr/>
          <p:nvPr/>
        </p:nvSpPr>
        <p:spPr>
          <a:xfrm>
            <a:off x="10049400" y="4456630"/>
            <a:ext cx="1206980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Secondary</a:t>
            </a:r>
          </a:p>
        </p:txBody>
      </p:sp>
      <p:sp>
        <p:nvSpPr>
          <p:cNvPr id="835" name="Rectangle: Rounded Corners 4">
            <a:extLst>
              <a:ext uri="{FF2B5EF4-FFF2-40B4-BE49-F238E27FC236}">
                <a16:creationId xmlns:a16="http://schemas.microsoft.com/office/drawing/2014/main" id="{6E67341B-4016-5137-F3D1-5C9430A5E5B6}"/>
              </a:ext>
            </a:extLst>
          </p:cNvPr>
          <p:cNvSpPr/>
          <p:nvPr/>
        </p:nvSpPr>
        <p:spPr>
          <a:xfrm>
            <a:off x="7197240" y="993583"/>
            <a:ext cx="4261694" cy="44895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>
              <a:solidFill>
                <a:sysClr val="windowText" lastClr="000000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8" name="Rectangle: Rounded Corners 4">
            <a:extLst>
              <a:ext uri="{FF2B5EF4-FFF2-40B4-BE49-F238E27FC236}">
                <a16:creationId xmlns:a16="http://schemas.microsoft.com/office/drawing/2014/main" id="{0916DDE7-E424-97CA-3040-46EB7714C37A}"/>
              </a:ext>
            </a:extLst>
          </p:cNvPr>
          <p:cNvSpPr/>
          <p:nvPr/>
        </p:nvSpPr>
        <p:spPr>
          <a:xfrm>
            <a:off x="3642165" y="4084037"/>
            <a:ext cx="109162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EE Core</a:t>
            </a:r>
          </a:p>
        </p:txBody>
      </p:sp>
      <p:sp>
        <p:nvSpPr>
          <p:cNvPr id="55" name="Rectangle: Rounded Corners 4">
            <a:extLst>
              <a:ext uri="{FF2B5EF4-FFF2-40B4-BE49-F238E27FC236}">
                <a16:creationId xmlns:a16="http://schemas.microsoft.com/office/drawing/2014/main" id="{3339FE07-5116-3F3F-F818-DF51A9647C7F}"/>
              </a:ext>
            </a:extLst>
          </p:cNvPr>
          <p:cNvSpPr/>
          <p:nvPr/>
        </p:nvSpPr>
        <p:spPr>
          <a:xfrm>
            <a:off x="366855" y="2085821"/>
            <a:ext cx="147533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Windings</a:t>
            </a:r>
          </a:p>
        </p:txBody>
      </p:sp>
      <p:sp>
        <p:nvSpPr>
          <p:cNvPr id="56" name="Rectangle: Rounded Corners 4">
            <a:extLst>
              <a:ext uri="{FF2B5EF4-FFF2-40B4-BE49-F238E27FC236}">
                <a16:creationId xmlns:a16="http://schemas.microsoft.com/office/drawing/2014/main" id="{53EA63A1-447C-2465-496F-10FAD70C9A0F}"/>
              </a:ext>
            </a:extLst>
          </p:cNvPr>
          <p:cNvSpPr/>
          <p:nvPr/>
        </p:nvSpPr>
        <p:spPr>
          <a:xfrm>
            <a:off x="2103444" y="5301036"/>
            <a:ext cx="1520136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 (Silicon-based, soft)</a:t>
            </a:r>
          </a:p>
        </p:txBody>
      </p:sp>
      <p:sp>
        <p:nvSpPr>
          <p:cNvPr id="58" name="Rectangle: Rounded Corners 4">
            <a:extLst>
              <a:ext uri="{FF2B5EF4-FFF2-40B4-BE49-F238E27FC236}">
                <a16:creationId xmlns:a16="http://schemas.microsoft.com/office/drawing/2014/main" id="{99FAD73F-3E36-18CE-79A0-0D67379C2133}"/>
              </a:ext>
            </a:extLst>
          </p:cNvPr>
          <p:cNvSpPr/>
          <p:nvPr/>
        </p:nvSpPr>
        <p:spPr>
          <a:xfrm>
            <a:off x="1722643" y="971369"/>
            <a:ext cx="2488590" cy="29609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Transformer Terminals</a:t>
            </a:r>
          </a:p>
        </p:txBody>
      </p:sp>
      <p:grpSp>
        <p:nvGrpSpPr>
          <p:cNvPr id="801" name="Group 800">
            <a:extLst>
              <a:ext uri="{FF2B5EF4-FFF2-40B4-BE49-F238E27FC236}">
                <a16:creationId xmlns:a16="http://schemas.microsoft.com/office/drawing/2014/main" id="{99421749-6697-B6CC-EC52-617076720068}"/>
              </a:ext>
            </a:extLst>
          </p:cNvPr>
          <p:cNvGrpSpPr/>
          <p:nvPr/>
        </p:nvGrpSpPr>
        <p:grpSpPr>
          <a:xfrm>
            <a:off x="2103444" y="4369159"/>
            <a:ext cx="325470" cy="727075"/>
            <a:chOff x="2029983" y="4346102"/>
            <a:chExt cx="279830" cy="673573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8877D17-B31C-AAA8-5B19-EFAD2C670081}"/>
                </a:ext>
              </a:extLst>
            </p:cNvPr>
            <p:cNvCxnSpPr>
              <a:cxnSpLocks/>
            </p:cNvCxnSpPr>
            <p:nvPr/>
          </p:nvCxnSpPr>
          <p:spPr>
            <a:xfrm>
              <a:off x="2060340" y="4399599"/>
              <a:ext cx="249473" cy="620076"/>
            </a:xfrm>
            <a:prstGeom prst="line">
              <a:avLst/>
            </a:prstGeom>
            <a:ln w="28575"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0F76495-61A1-FA06-96E2-D1489310DAB1}"/>
                </a:ext>
              </a:extLst>
            </p:cNvPr>
            <p:cNvSpPr/>
            <p:nvPr/>
          </p:nvSpPr>
          <p:spPr>
            <a:xfrm>
              <a:off x="2029983" y="4346102"/>
              <a:ext cx="53878" cy="53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B7EE3AC4-639A-92F8-B87D-767E7276202D}"/>
              </a:ext>
            </a:extLst>
          </p:cNvPr>
          <p:cNvCxnSpPr>
            <a:cxnSpLocks/>
          </p:cNvCxnSpPr>
          <p:nvPr/>
        </p:nvCxnSpPr>
        <p:spPr>
          <a:xfrm>
            <a:off x="4126376" y="1119418"/>
            <a:ext cx="1388273" cy="60085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1" name="Oval 780">
            <a:extLst>
              <a:ext uri="{FF2B5EF4-FFF2-40B4-BE49-F238E27FC236}">
                <a16:creationId xmlns:a16="http://schemas.microsoft.com/office/drawing/2014/main" id="{B2A5247B-9D5B-29A7-3EE1-AEC7E98DAF18}"/>
              </a:ext>
            </a:extLst>
          </p:cNvPr>
          <p:cNvSpPr/>
          <p:nvPr/>
        </p:nvSpPr>
        <p:spPr>
          <a:xfrm>
            <a:off x="5514649" y="1702171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B6681051-5E2F-0FF0-AEB3-EB88D3270A3B}"/>
              </a:ext>
            </a:extLst>
          </p:cNvPr>
          <p:cNvCxnSpPr>
            <a:cxnSpLocks/>
          </p:cNvCxnSpPr>
          <p:nvPr/>
        </p:nvCxnSpPr>
        <p:spPr>
          <a:xfrm>
            <a:off x="4670209" y="2475929"/>
            <a:ext cx="404711" cy="47819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3" name="Oval 782">
            <a:extLst>
              <a:ext uri="{FF2B5EF4-FFF2-40B4-BE49-F238E27FC236}">
                <a16:creationId xmlns:a16="http://schemas.microsoft.com/office/drawing/2014/main" id="{1961E0AB-1009-894F-2893-126966779B30}"/>
              </a:ext>
            </a:extLst>
          </p:cNvPr>
          <p:cNvSpPr/>
          <p:nvPr/>
        </p:nvSpPr>
        <p:spPr>
          <a:xfrm>
            <a:off x="4643270" y="2449180"/>
            <a:ext cx="49984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4" name="Straight Connector 783">
            <a:extLst>
              <a:ext uri="{FF2B5EF4-FFF2-40B4-BE49-F238E27FC236}">
                <a16:creationId xmlns:a16="http://schemas.microsoft.com/office/drawing/2014/main" id="{4A21B3E5-9528-D91D-7353-CDC876026871}"/>
              </a:ext>
            </a:extLst>
          </p:cNvPr>
          <p:cNvCxnSpPr>
            <a:cxnSpLocks/>
          </p:cNvCxnSpPr>
          <p:nvPr/>
        </p:nvCxnSpPr>
        <p:spPr>
          <a:xfrm>
            <a:off x="3525991" y="3815724"/>
            <a:ext cx="600385" cy="265037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5" name="Oval 784">
            <a:extLst>
              <a:ext uri="{FF2B5EF4-FFF2-40B4-BE49-F238E27FC236}">
                <a16:creationId xmlns:a16="http://schemas.microsoft.com/office/drawing/2014/main" id="{D09629F4-CB31-7AA9-CDE7-E608709BE80B}"/>
              </a:ext>
            </a:extLst>
          </p:cNvPr>
          <p:cNvSpPr/>
          <p:nvPr/>
        </p:nvSpPr>
        <p:spPr>
          <a:xfrm>
            <a:off x="3499052" y="3788975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0" name="Group 799">
            <a:extLst>
              <a:ext uri="{FF2B5EF4-FFF2-40B4-BE49-F238E27FC236}">
                <a16:creationId xmlns:a16="http://schemas.microsoft.com/office/drawing/2014/main" id="{11B59C9B-FE6A-6A6D-D9CB-6AA3BA650E71}"/>
              </a:ext>
            </a:extLst>
          </p:cNvPr>
          <p:cNvGrpSpPr/>
          <p:nvPr/>
        </p:nvGrpSpPr>
        <p:grpSpPr>
          <a:xfrm>
            <a:off x="1134494" y="2502675"/>
            <a:ext cx="515446" cy="1452276"/>
            <a:chOff x="1131350" y="2888354"/>
            <a:chExt cx="459546" cy="1168532"/>
          </a:xfrm>
        </p:grpSpPr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3DD2611C-FC21-4969-E61D-806F989F2B81}"/>
                </a:ext>
              </a:extLst>
            </p:cNvPr>
            <p:cNvCxnSpPr>
              <a:cxnSpLocks/>
              <a:stCxn id="788" idx="1"/>
            </p:cNvCxnSpPr>
            <p:nvPr/>
          </p:nvCxnSpPr>
          <p:spPr>
            <a:xfrm flipH="1" flipV="1">
              <a:off x="1131350" y="2888354"/>
              <a:ext cx="413558" cy="1122870"/>
            </a:xfrm>
            <a:prstGeom prst="line">
              <a:avLst/>
            </a:prstGeom>
            <a:ln w="28575"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8" name="Oval 787">
              <a:extLst>
                <a:ext uri="{FF2B5EF4-FFF2-40B4-BE49-F238E27FC236}">
                  <a16:creationId xmlns:a16="http://schemas.microsoft.com/office/drawing/2014/main" id="{27C467E2-1348-33FF-72BF-E7AB0F76C4A4}"/>
                </a:ext>
              </a:extLst>
            </p:cNvPr>
            <p:cNvSpPr/>
            <p:nvPr/>
          </p:nvSpPr>
          <p:spPr>
            <a:xfrm>
              <a:off x="1537018" y="4003389"/>
              <a:ext cx="53878" cy="5349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9" name="Rectangle: Rounded Corners 4">
            <a:extLst>
              <a:ext uri="{FF2B5EF4-FFF2-40B4-BE49-F238E27FC236}">
                <a16:creationId xmlns:a16="http://schemas.microsoft.com/office/drawing/2014/main" id="{FAD9A634-7EE7-A881-805D-A912A7EBBD92}"/>
              </a:ext>
            </a:extLst>
          </p:cNvPr>
          <p:cNvSpPr/>
          <p:nvPr/>
        </p:nvSpPr>
        <p:spPr>
          <a:xfrm>
            <a:off x="4884912" y="2785549"/>
            <a:ext cx="2345804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Aluminum at exposed ends (dead space)</a:t>
            </a:r>
          </a:p>
        </p:txBody>
      </p:sp>
    </p:spTree>
    <p:extLst>
      <p:ext uri="{BB962C8B-B14F-4D97-AF65-F5344CB8AC3E}">
        <p14:creationId xmlns:p14="http://schemas.microsoft.com/office/powerpoint/2010/main" val="23424745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901FB-37D5-5B6C-6DA2-9FAB86A4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0D162AB-12AB-9A22-0EFC-33F9D7EE06E5}"/>
              </a:ext>
            </a:extLst>
          </p:cNvPr>
          <p:cNvGrpSpPr/>
          <p:nvPr/>
        </p:nvGrpSpPr>
        <p:grpSpPr>
          <a:xfrm>
            <a:off x="7329534" y="2327492"/>
            <a:ext cx="4006197" cy="2018610"/>
            <a:chOff x="3747245" y="5034265"/>
            <a:chExt cx="3097925" cy="15609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969B915-35B1-EB97-5B8F-F47D8873797A}"/>
                </a:ext>
              </a:extLst>
            </p:cNvPr>
            <p:cNvSpPr/>
            <p:nvPr/>
          </p:nvSpPr>
          <p:spPr>
            <a:xfrm>
              <a:off x="3747246" y="5034265"/>
              <a:ext cx="3097924" cy="1560957"/>
            </a:xfrm>
            <a:prstGeom prst="rect">
              <a:avLst/>
            </a:prstGeom>
            <a:solidFill>
              <a:srgbClr val="88827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DE77EB5-DF74-20EC-E17C-D74B8448AF1F}"/>
                </a:ext>
              </a:extLst>
            </p:cNvPr>
            <p:cNvSpPr/>
            <p:nvPr/>
          </p:nvSpPr>
          <p:spPr>
            <a:xfrm>
              <a:off x="3747245" y="5791884"/>
              <a:ext cx="3097924" cy="4571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56ECD0-9CA8-81FB-9611-8D321E8DE649}"/>
                </a:ext>
              </a:extLst>
            </p:cNvPr>
            <p:cNvGrpSpPr/>
            <p:nvPr/>
          </p:nvGrpSpPr>
          <p:grpSpPr>
            <a:xfrm flipH="1">
              <a:off x="3969715" y="5239449"/>
              <a:ext cx="1151411" cy="1142317"/>
              <a:chOff x="6978166" y="2617955"/>
              <a:chExt cx="1320364" cy="1319180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CA4DBCF-C8AC-FF6B-969F-0C034F2855F9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582F4A0-450C-02D7-1FB4-B114DBFDC99E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90E8FE2-875A-6FA6-A9AE-A760E41DE5B3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88717137-5407-A055-A603-8C5D2FBF2F5B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8" name="Rectangle 777">
                  <a:extLst>
                    <a:ext uri="{FF2B5EF4-FFF2-40B4-BE49-F238E27FC236}">
                      <a16:creationId xmlns:a16="http://schemas.microsoft.com/office/drawing/2014/main" id="{96126477-ABC5-AA02-4CBD-78AB8BB6C43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79" name="フローチャート: 和接合 16">
                  <a:extLst>
                    <a:ext uri="{FF2B5EF4-FFF2-40B4-BE49-F238E27FC236}">
                      <a16:creationId xmlns:a16="http://schemas.microsoft.com/office/drawing/2014/main" id="{77F796E4-D5BC-6361-AAC4-F0CF80FF15B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6431BD7-F49C-ACA8-9369-CF4CBCA01178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C0CE2DA4-2750-F5C3-D3DB-7F6242FAF3E7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6" name="楕円 300">
                  <a:extLst>
                    <a:ext uri="{FF2B5EF4-FFF2-40B4-BE49-F238E27FC236}">
                      <a16:creationId xmlns:a16="http://schemas.microsoft.com/office/drawing/2014/main" id="{8E96614B-CB15-4ECB-C4D3-EEAB3DCE319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77" name="楕円 301">
                  <a:extLst>
                    <a:ext uri="{FF2B5EF4-FFF2-40B4-BE49-F238E27FC236}">
                      <a16:creationId xmlns:a16="http://schemas.microsoft.com/office/drawing/2014/main" id="{24B13E1F-806E-CA7C-B9E6-8321EB063B7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AD0037CF-EEEF-E3F0-F7BF-BA037498C998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4" name="Rectangle 773">
                  <a:extLst>
                    <a:ext uri="{FF2B5EF4-FFF2-40B4-BE49-F238E27FC236}">
                      <a16:creationId xmlns:a16="http://schemas.microsoft.com/office/drawing/2014/main" id="{0C13CAB6-D9EF-0481-A56A-2A0918DB198E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75" name="フローチャート: 和接合 16">
                  <a:extLst>
                    <a:ext uri="{FF2B5EF4-FFF2-40B4-BE49-F238E27FC236}">
                      <a16:creationId xmlns:a16="http://schemas.microsoft.com/office/drawing/2014/main" id="{325428B2-7AB1-8F69-B106-A687EBD19D6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81CACDA-560C-B583-144F-2241A149E6E0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BA572078-A354-03B3-3C01-55B054D95A33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72" name="楕円 300">
                  <a:extLst>
                    <a:ext uri="{FF2B5EF4-FFF2-40B4-BE49-F238E27FC236}">
                      <a16:creationId xmlns:a16="http://schemas.microsoft.com/office/drawing/2014/main" id="{4A37D812-5EDC-670A-5E99-E67661DD8B2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73" name="楕円 301">
                  <a:extLst>
                    <a:ext uri="{FF2B5EF4-FFF2-40B4-BE49-F238E27FC236}">
                      <a16:creationId xmlns:a16="http://schemas.microsoft.com/office/drawing/2014/main" id="{23E33F67-09C3-4AE0-AFF6-C609E922C94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476C74F-20E0-5A72-D3B0-3783C19BAC58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770" name="Rectangle 769">
                  <a:extLst>
                    <a:ext uri="{FF2B5EF4-FFF2-40B4-BE49-F238E27FC236}">
                      <a16:creationId xmlns:a16="http://schemas.microsoft.com/office/drawing/2014/main" id="{3B3DBC8C-3ECB-4AF5-8DD8-E53EDEE7A65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71" name="フローチャート: 和接合 16">
                  <a:extLst>
                    <a:ext uri="{FF2B5EF4-FFF2-40B4-BE49-F238E27FC236}">
                      <a16:creationId xmlns:a16="http://schemas.microsoft.com/office/drawing/2014/main" id="{B7FCF231-A735-E48B-7D16-C1A1847E2A9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66745ED-427B-B140-3664-E58FCFE5FBE7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A43D0E8-A8E6-ABC3-2123-445B2A143F2C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768" name="楕円 300">
                  <a:extLst>
                    <a:ext uri="{FF2B5EF4-FFF2-40B4-BE49-F238E27FC236}">
                      <a16:creationId xmlns:a16="http://schemas.microsoft.com/office/drawing/2014/main" id="{5A36F58B-4B68-E714-6602-ED19D80BE0A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69" name="楕円 301">
                  <a:extLst>
                    <a:ext uri="{FF2B5EF4-FFF2-40B4-BE49-F238E27FC236}">
                      <a16:creationId xmlns:a16="http://schemas.microsoft.com/office/drawing/2014/main" id="{D5B7EA7A-3C84-928E-B226-9226751872C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AC3033C8-B106-0EFD-3E38-C96293F54058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AF2ADE0B-7BFF-CFA5-2BCF-1FF38C1560D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フローチャート: 和接合 16">
                  <a:extLst>
                    <a:ext uri="{FF2B5EF4-FFF2-40B4-BE49-F238E27FC236}">
                      <a16:creationId xmlns:a16="http://schemas.microsoft.com/office/drawing/2014/main" id="{155BF7A2-9EC1-AAE6-DD9A-EBCEA3528B4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CB78D3E-1C97-2A99-956F-ED9A0D068CEA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5916FC95-91A4-A212-64E2-158274F2D824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57" name="楕円 300">
                  <a:extLst>
                    <a:ext uri="{FF2B5EF4-FFF2-40B4-BE49-F238E27FC236}">
                      <a16:creationId xmlns:a16="http://schemas.microsoft.com/office/drawing/2014/main" id="{94EC855C-AE8A-1016-60A3-419B9618E4E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楕円 301">
                  <a:extLst>
                    <a:ext uri="{FF2B5EF4-FFF2-40B4-BE49-F238E27FC236}">
                      <a16:creationId xmlns:a16="http://schemas.microsoft.com/office/drawing/2014/main" id="{01F89587-D84B-9E62-E522-BEBBDC7B517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0A060A2-8118-27E3-9D40-C23A952EF315}"/>
                </a:ext>
              </a:extLst>
            </p:cNvPr>
            <p:cNvGrpSpPr/>
            <p:nvPr/>
          </p:nvGrpSpPr>
          <p:grpSpPr>
            <a:xfrm>
              <a:off x="5480428" y="5239449"/>
              <a:ext cx="1142274" cy="1150592"/>
              <a:chOff x="6978166" y="2617955"/>
              <a:chExt cx="1320364" cy="131918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C7F5BEA-95B2-93AC-2E50-D1B50490E9EB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FE1AA23-5EA5-E5C5-424D-A2AE83D44E91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910B5D3-92C4-CD7F-D7FB-F733EC0B9DFA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BBD120A-5BCB-1664-B716-058E22FD74F0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63FCC70C-B9A2-5696-D24F-013B4A809738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フローチャート: 和接合 16">
                  <a:extLst>
                    <a:ext uri="{FF2B5EF4-FFF2-40B4-BE49-F238E27FC236}">
                      <a16:creationId xmlns:a16="http://schemas.microsoft.com/office/drawing/2014/main" id="{C0EA367C-EFC4-2ED1-8348-6BBE73FA453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CA48DF3-48D4-4100-152A-595ECF2DF0D4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9FE26EC-1EA6-9596-40BC-308C5A4E4367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5" name="楕円 300">
                  <a:extLst>
                    <a:ext uri="{FF2B5EF4-FFF2-40B4-BE49-F238E27FC236}">
                      <a16:creationId xmlns:a16="http://schemas.microsoft.com/office/drawing/2014/main" id="{96A8BA6C-2878-7330-FA69-B5C37A18D20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楕円 301">
                  <a:extLst>
                    <a:ext uri="{FF2B5EF4-FFF2-40B4-BE49-F238E27FC236}">
                      <a16:creationId xmlns:a16="http://schemas.microsoft.com/office/drawing/2014/main" id="{D27C95A7-D69D-3ED5-0BD2-4E40F87DCDA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3983E2D-AF16-6DC3-948B-CE10ED0F9C6D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27E48F74-6C8B-EF18-0162-007A8C79728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フローチャート: 和接合 16">
                  <a:extLst>
                    <a:ext uri="{FF2B5EF4-FFF2-40B4-BE49-F238E27FC236}">
                      <a16:creationId xmlns:a16="http://schemas.microsoft.com/office/drawing/2014/main" id="{7528C33E-1358-1FB7-9200-705930C471E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F84DAA7-C213-341A-E867-D4349E7F08AB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DA2608A-06C3-57A6-C43C-4DC804E9697F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1" name="楕円 300">
                  <a:extLst>
                    <a:ext uri="{FF2B5EF4-FFF2-40B4-BE49-F238E27FC236}">
                      <a16:creationId xmlns:a16="http://schemas.microsoft.com/office/drawing/2014/main" id="{1E1A2EAF-3CF8-DFF3-C250-D450A3FC070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楕円 301">
                  <a:extLst>
                    <a:ext uri="{FF2B5EF4-FFF2-40B4-BE49-F238E27FC236}">
                      <a16:creationId xmlns:a16="http://schemas.microsoft.com/office/drawing/2014/main" id="{67E3D720-3DD8-6C92-DA1E-77024D1EF14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27D0C46-811A-F76F-F2D9-0A5AFA7A36AB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C4A1DC9E-7FEA-2A8B-3C03-CAEB77BE1B2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フローチャート: 和接合 16">
                  <a:extLst>
                    <a:ext uri="{FF2B5EF4-FFF2-40B4-BE49-F238E27FC236}">
                      <a16:creationId xmlns:a16="http://schemas.microsoft.com/office/drawing/2014/main" id="{4CF16AEF-218A-B6DE-7940-E6E809A0ABB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958FE5E-15B3-2879-4D83-DCE48D4A2C5A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AB43D2B-83FD-53D7-2C53-8168403000DA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27" name="楕円 300">
                  <a:extLst>
                    <a:ext uri="{FF2B5EF4-FFF2-40B4-BE49-F238E27FC236}">
                      <a16:creationId xmlns:a16="http://schemas.microsoft.com/office/drawing/2014/main" id="{03F69C0E-0A40-A15B-08C4-D0CA9C4198E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楕円 301">
                  <a:extLst>
                    <a:ext uri="{FF2B5EF4-FFF2-40B4-BE49-F238E27FC236}">
                      <a16:creationId xmlns:a16="http://schemas.microsoft.com/office/drawing/2014/main" id="{4A33AAB6-CB4B-E5E3-9E3D-A3D1DE1EB3A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F325E3A-8F9E-E927-9B1C-5547785380CA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E4BD32-096C-CF65-2BFF-1E9DA90FE499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フローチャート: 和接合 16">
                  <a:extLst>
                    <a:ext uri="{FF2B5EF4-FFF2-40B4-BE49-F238E27FC236}">
                      <a16:creationId xmlns:a16="http://schemas.microsoft.com/office/drawing/2014/main" id="{435E5BC2-7601-5C0F-820E-6B9F31DFDB6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BB35EC8-E3D1-BAF3-4FE9-A17D06B558CA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86117C5-DD57-496C-4831-9EBB505FA6D0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23" name="楕円 300">
                  <a:extLst>
                    <a:ext uri="{FF2B5EF4-FFF2-40B4-BE49-F238E27FC236}">
                      <a16:creationId xmlns:a16="http://schemas.microsoft.com/office/drawing/2014/main" id="{106616B4-46A6-5A0B-FBF7-0A513A6E974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楕円 301">
                  <a:extLst>
                    <a:ext uri="{FF2B5EF4-FFF2-40B4-BE49-F238E27FC236}">
                      <a16:creationId xmlns:a16="http://schemas.microsoft.com/office/drawing/2014/main" id="{4FBA0D2D-30F6-12DC-DE40-813E814EF7E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790" name="Rectangle 789">
            <a:extLst>
              <a:ext uri="{FF2B5EF4-FFF2-40B4-BE49-F238E27FC236}">
                <a16:creationId xmlns:a16="http://schemas.microsoft.com/office/drawing/2014/main" id="{957859B0-E7FD-782F-AEC7-CCFE3BA8A7D0}"/>
              </a:ext>
            </a:extLst>
          </p:cNvPr>
          <p:cNvSpPr/>
          <p:nvPr/>
        </p:nvSpPr>
        <p:spPr>
          <a:xfrm rot="16200000" flipH="1">
            <a:off x="7894806" y="4305242"/>
            <a:ext cx="133972" cy="561600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B38A9DA7-FAD6-6183-EAEA-6153D60FE729}"/>
              </a:ext>
            </a:extLst>
          </p:cNvPr>
          <p:cNvSpPr/>
          <p:nvPr/>
        </p:nvSpPr>
        <p:spPr>
          <a:xfrm rot="16200000" flipH="1">
            <a:off x="9718222" y="4304693"/>
            <a:ext cx="133972" cy="56269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1" name="Rectangle: Rounded Corners 4">
            <a:extLst>
              <a:ext uri="{FF2B5EF4-FFF2-40B4-BE49-F238E27FC236}">
                <a16:creationId xmlns:a16="http://schemas.microsoft.com/office/drawing/2014/main" id="{AB0BB0DF-DFB2-AA07-0E37-EDE6BD3A2425}"/>
              </a:ext>
            </a:extLst>
          </p:cNvPr>
          <p:cNvSpPr/>
          <p:nvPr/>
        </p:nvSpPr>
        <p:spPr>
          <a:xfrm>
            <a:off x="8215789" y="4463340"/>
            <a:ext cx="1099508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Primary</a:t>
            </a:r>
          </a:p>
        </p:txBody>
      </p:sp>
      <p:sp>
        <p:nvSpPr>
          <p:cNvPr id="832" name="Rectangle: Rounded Corners 4">
            <a:extLst>
              <a:ext uri="{FF2B5EF4-FFF2-40B4-BE49-F238E27FC236}">
                <a16:creationId xmlns:a16="http://schemas.microsoft.com/office/drawing/2014/main" id="{CA0AF549-02E5-4471-4504-2E49A2C239CA}"/>
              </a:ext>
            </a:extLst>
          </p:cNvPr>
          <p:cNvSpPr/>
          <p:nvPr/>
        </p:nvSpPr>
        <p:spPr>
          <a:xfrm>
            <a:off x="10049400" y="4456630"/>
            <a:ext cx="1409534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ja-JP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Secondary</a:t>
            </a:r>
          </a:p>
        </p:txBody>
      </p:sp>
      <p:sp>
        <p:nvSpPr>
          <p:cNvPr id="835" name="Rectangle: Rounded Corners 4">
            <a:extLst>
              <a:ext uri="{FF2B5EF4-FFF2-40B4-BE49-F238E27FC236}">
                <a16:creationId xmlns:a16="http://schemas.microsoft.com/office/drawing/2014/main" id="{6D1EDAEE-3237-AA28-A87F-165BD08AD8D1}"/>
              </a:ext>
            </a:extLst>
          </p:cNvPr>
          <p:cNvSpPr/>
          <p:nvPr/>
        </p:nvSpPr>
        <p:spPr>
          <a:xfrm>
            <a:off x="7197240" y="993583"/>
            <a:ext cx="4261694" cy="44895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>
              <a:solidFill>
                <a:sysClr val="windowText" lastClr="000000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pic>
        <p:nvPicPr>
          <p:cNvPr id="4" name="Picture 3" descr="A grey rectangular object with scissors in it&#10;&#10;AI-generated content may be incorrect.">
            <a:extLst>
              <a:ext uri="{FF2B5EF4-FFF2-40B4-BE49-F238E27FC236}">
                <a16:creationId xmlns:a16="http://schemas.microsoft.com/office/drawing/2014/main" id="{0770B7E8-A69A-FC62-0218-34DEAC2E0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98" t="28111" r="31643" b="22500"/>
          <a:stretch>
            <a:fillRect/>
          </a:stretch>
        </p:blipFill>
        <p:spPr>
          <a:xfrm>
            <a:off x="585005" y="1464861"/>
            <a:ext cx="3985335" cy="3318017"/>
          </a:xfrm>
          <a:prstGeom prst="rect">
            <a:avLst/>
          </a:prstGeom>
        </p:spPr>
      </p:pic>
      <p:sp>
        <p:nvSpPr>
          <p:cNvPr id="48" name="Rectangle: Rounded Corners 4">
            <a:extLst>
              <a:ext uri="{FF2B5EF4-FFF2-40B4-BE49-F238E27FC236}">
                <a16:creationId xmlns:a16="http://schemas.microsoft.com/office/drawing/2014/main" id="{C3022428-F3E5-895F-0C9C-D00D8778E03E}"/>
              </a:ext>
            </a:extLst>
          </p:cNvPr>
          <p:cNvSpPr/>
          <p:nvPr/>
        </p:nvSpPr>
        <p:spPr>
          <a:xfrm>
            <a:off x="4702635" y="3763433"/>
            <a:ext cx="109162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EE Core</a:t>
            </a:r>
          </a:p>
        </p:txBody>
      </p:sp>
      <p:sp>
        <p:nvSpPr>
          <p:cNvPr id="55" name="Rectangle: Rounded Corners 4">
            <a:extLst>
              <a:ext uri="{FF2B5EF4-FFF2-40B4-BE49-F238E27FC236}">
                <a16:creationId xmlns:a16="http://schemas.microsoft.com/office/drawing/2014/main" id="{07B832D2-1785-FC84-E3B7-5B66E606DBAB}"/>
              </a:ext>
            </a:extLst>
          </p:cNvPr>
          <p:cNvSpPr/>
          <p:nvPr/>
        </p:nvSpPr>
        <p:spPr>
          <a:xfrm>
            <a:off x="227912" y="4552697"/>
            <a:ext cx="1475335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Transformer Windings</a:t>
            </a:r>
          </a:p>
        </p:txBody>
      </p:sp>
      <p:sp>
        <p:nvSpPr>
          <p:cNvPr id="56" name="Rectangle: Rounded Corners 4">
            <a:extLst>
              <a:ext uri="{FF2B5EF4-FFF2-40B4-BE49-F238E27FC236}">
                <a16:creationId xmlns:a16="http://schemas.microsoft.com/office/drawing/2014/main" id="{B34F7367-4553-5ACD-A3F9-E26DB4D734E2}"/>
              </a:ext>
            </a:extLst>
          </p:cNvPr>
          <p:cNvSpPr/>
          <p:nvPr/>
        </p:nvSpPr>
        <p:spPr>
          <a:xfrm>
            <a:off x="2163002" y="5148254"/>
            <a:ext cx="1520136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TIM (Silicon-based, soft)</a:t>
            </a:r>
          </a:p>
        </p:txBody>
      </p:sp>
      <p:sp>
        <p:nvSpPr>
          <p:cNvPr id="58" name="Rectangle: Rounded Corners 4">
            <a:extLst>
              <a:ext uri="{FF2B5EF4-FFF2-40B4-BE49-F238E27FC236}">
                <a16:creationId xmlns:a16="http://schemas.microsoft.com/office/drawing/2014/main" id="{65ABF32D-E531-1FE2-6F0C-51D489BC5747}"/>
              </a:ext>
            </a:extLst>
          </p:cNvPr>
          <p:cNvSpPr/>
          <p:nvPr/>
        </p:nvSpPr>
        <p:spPr>
          <a:xfrm>
            <a:off x="2308635" y="1388670"/>
            <a:ext cx="2488590" cy="29609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Transformer Terminals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B2E1FD3-A08C-A74A-7FCC-A12E451EFBDA}"/>
              </a:ext>
            </a:extLst>
          </p:cNvPr>
          <p:cNvCxnSpPr>
            <a:cxnSpLocks/>
          </p:cNvCxnSpPr>
          <p:nvPr/>
        </p:nvCxnSpPr>
        <p:spPr>
          <a:xfrm>
            <a:off x="2060340" y="4399599"/>
            <a:ext cx="249473" cy="620076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84E1050B-47DA-642D-CB64-8E6970A1862D}"/>
              </a:ext>
            </a:extLst>
          </p:cNvPr>
          <p:cNvSpPr/>
          <p:nvPr/>
        </p:nvSpPr>
        <p:spPr>
          <a:xfrm>
            <a:off x="2029983" y="4346102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80" name="Straight Connector 779">
            <a:extLst>
              <a:ext uri="{FF2B5EF4-FFF2-40B4-BE49-F238E27FC236}">
                <a16:creationId xmlns:a16="http://schemas.microsoft.com/office/drawing/2014/main" id="{4E0EECBF-A9CD-8846-8826-4CF24C46BF32}"/>
              </a:ext>
            </a:extLst>
          </p:cNvPr>
          <p:cNvCxnSpPr>
            <a:cxnSpLocks/>
          </p:cNvCxnSpPr>
          <p:nvPr/>
        </p:nvCxnSpPr>
        <p:spPr>
          <a:xfrm>
            <a:off x="1869129" y="1536007"/>
            <a:ext cx="468630" cy="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1" name="Oval 780">
            <a:extLst>
              <a:ext uri="{FF2B5EF4-FFF2-40B4-BE49-F238E27FC236}">
                <a16:creationId xmlns:a16="http://schemas.microsoft.com/office/drawing/2014/main" id="{55CF7A2D-D00D-A7F1-6B85-F0691C90136C}"/>
              </a:ext>
            </a:extLst>
          </p:cNvPr>
          <p:cNvSpPr/>
          <p:nvPr/>
        </p:nvSpPr>
        <p:spPr>
          <a:xfrm>
            <a:off x="1842190" y="1509258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892F4D11-E3C5-2F5E-6B11-F722B9775F2C}"/>
              </a:ext>
            </a:extLst>
          </p:cNvPr>
          <p:cNvCxnSpPr>
            <a:cxnSpLocks/>
          </p:cNvCxnSpPr>
          <p:nvPr/>
        </p:nvCxnSpPr>
        <p:spPr>
          <a:xfrm flipV="1">
            <a:off x="4410811" y="2274421"/>
            <a:ext cx="254032" cy="222719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3" name="Oval 782">
            <a:extLst>
              <a:ext uri="{FF2B5EF4-FFF2-40B4-BE49-F238E27FC236}">
                <a16:creationId xmlns:a16="http://schemas.microsoft.com/office/drawing/2014/main" id="{2068525D-681A-806C-0CC6-D6C049095134}"/>
              </a:ext>
            </a:extLst>
          </p:cNvPr>
          <p:cNvSpPr/>
          <p:nvPr/>
        </p:nvSpPr>
        <p:spPr>
          <a:xfrm>
            <a:off x="4383872" y="2470391"/>
            <a:ext cx="49984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84" name="Straight Connector 783">
            <a:extLst>
              <a:ext uri="{FF2B5EF4-FFF2-40B4-BE49-F238E27FC236}">
                <a16:creationId xmlns:a16="http://schemas.microsoft.com/office/drawing/2014/main" id="{AF6B346B-42BD-CD8F-95DF-F9F9A4A3065D}"/>
              </a:ext>
            </a:extLst>
          </p:cNvPr>
          <p:cNvCxnSpPr>
            <a:cxnSpLocks/>
          </p:cNvCxnSpPr>
          <p:nvPr/>
        </p:nvCxnSpPr>
        <p:spPr>
          <a:xfrm>
            <a:off x="3525991" y="3815724"/>
            <a:ext cx="1239949" cy="10257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5" name="Oval 784">
            <a:extLst>
              <a:ext uri="{FF2B5EF4-FFF2-40B4-BE49-F238E27FC236}">
                <a16:creationId xmlns:a16="http://schemas.microsoft.com/office/drawing/2014/main" id="{30DE9CD1-9734-F414-C66E-9182352EFD1D}"/>
              </a:ext>
            </a:extLst>
          </p:cNvPr>
          <p:cNvSpPr/>
          <p:nvPr/>
        </p:nvSpPr>
        <p:spPr>
          <a:xfrm>
            <a:off x="3499052" y="3788975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86" name="Straight Connector 785">
            <a:extLst>
              <a:ext uri="{FF2B5EF4-FFF2-40B4-BE49-F238E27FC236}">
                <a16:creationId xmlns:a16="http://schemas.microsoft.com/office/drawing/2014/main" id="{F70044B4-0B22-2C91-174B-E47948C22479}"/>
              </a:ext>
            </a:extLst>
          </p:cNvPr>
          <p:cNvCxnSpPr>
            <a:cxnSpLocks/>
          </p:cNvCxnSpPr>
          <p:nvPr/>
        </p:nvCxnSpPr>
        <p:spPr>
          <a:xfrm flipH="1">
            <a:off x="1105496" y="4107510"/>
            <a:ext cx="594333" cy="369163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8" name="Oval 787">
            <a:extLst>
              <a:ext uri="{FF2B5EF4-FFF2-40B4-BE49-F238E27FC236}">
                <a16:creationId xmlns:a16="http://schemas.microsoft.com/office/drawing/2014/main" id="{FCDA463A-6327-EE1C-DC1C-CC99E6708928}"/>
              </a:ext>
            </a:extLst>
          </p:cNvPr>
          <p:cNvSpPr/>
          <p:nvPr/>
        </p:nvSpPr>
        <p:spPr>
          <a:xfrm>
            <a:off x="1672890" y="4080761"/>
            <a:ext cx="53878" cy="5349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9" name="Rectangle: Rounded Corners 4">
            <a:extLst>
              <a:ext uri="{FF2B5EF4-FFF2-40B4-BE49-F238E27FC236}">
                <a16:creationId xmlns:a16="http://schemas.microsoft.com/office/drawing/2014/main" id="{604111C9-80EE-64D5-E666-9F63F6A10F13}"/>
              </a:ext>
            </a:extLst>
          </p:cNvPr>
          <p:cNvSpPr/>
          <p:nvPr/>
        </p:nvSpPr>
        <p:spPr>
          <a:xfrm>
            <a:off x="4570340" y="2118262"/>
            <a:ext cx="2345804" cy="2588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ysClr val="windowText" lastClr="000000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Aluminum at exposed ends (dead space)</a:t>
            </a:r>
          </a:p>
        </p:txBody>
      </p:sp>
    </p:spTree>
    <p:extLst>
      <p:ext uri="{BB962C8B-B14F-4D97-AF65-F5344CB8AC3E}">
        <p14:creationId xmlns:p14="http://schemas.microsoft.com/office/powerpoint/2010/main" val="17071889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386EE-A682-7CA0-B405-11523B438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5501A76-C16C-454A-00EA-CF73A743A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8" t="18166" r="19372" b="14025"/>
          <a:stretch>
            <a:fillRect/>
          </a:stretch>
        </p:blipFill>
        <p:spPr>
          <a:xfrm>
            <a:off x="839792" y="1600537"/>
            <a:ext cx="953493" cy="74340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64F74EE-FEEA-58F3-97FA-EA6658F6B2C6}"/>
              </a:ext>
            </a:extLst>
          </p:cNvPr>
          <p:cNvSpPr/>
          <p:nvPr/>
        </p:nvSpPr>
        <p:spPr>
          <a:xfrm rot="10800000">
            <a:off x="2227761" y="3239891"/>
            <a:ext cx="1265967" cy="679538"/>
          </a:xfrm>
          <a:prstGeom prst="rect">
            <a:avLst/>
          </a:prstGeom>
          <a:solidFill>
            <a:srgbClr val="524F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7A1766-25A5-96F7-3B08-4C1A0F4BBD7E}"/>
              </a:ext>
            </a:extLst>
          </p:cNvPr>
          <p:cNvSpPr/>
          <p:nvPr/>
        </p:nvSpPr>
        <p:spPr>
          <a:xfrm rot="10800000">
            <a:off x="1927708" y="3906307"/>
            <a:ext cx="1908485" cy="9655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5E6FED-5D33-0F98-0D75-D4B05749211D}"/>
              </a:ext>
            </a:extLst>
          </p:cNvPr>
          <p:cNvSpPr/>
          <p:nvPr/>
        </p:nvSpPr>
        <p:spPr>
          <a:xfrm rot="10800000">
            <a:off x="1927709" y="2978545"/>
            <a:ext cx="1901668" cy="26134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7C894A-8743-295A-1989-EBA135577582}"/>
              </a:ext>
            </a:extLst>
          </p:cNvPr>
          <p:cNvSpPr/>
          <p:nvPr/>
        </p:nvSpPr>
        <p:spPr>
          <a:xfrm rot="10800000">
            <a:off x="1928577" y="2560353"/>
            <a:ext cx="1900800" cy="416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D2BE00-7140-0B05-BF8F-489EA462CC75}"/>
              </a:ext>
            </a:extLst>
          </p:cNvPr>
          <p:cNvSpPr/>
          <p:nvPr/>
        </p:nvSpPr>
        <p:spPr>
          <a:xfrm rot="10800000">
            <a:off x="1928577" y="4000700"/>
            <a:ext cx="1900800" cy="96553"/>
          </a:xfrm>
          <a:prstGeom prst="rect">
            <a:avLst/>
          </a:prstGeom>
          <a:solidFill>
            <a:srgbClr val="AEAF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CC5C24-1B30-C471-AA2F-7401AD9267FA}"/>
              </a:ext>
            </a:extLst>
          </p:cNvPr>
          <p:cNvSpPr/>
          <p:nvPr/>
        </p:nvSpPr>
        <p:spPr>
          <a:xfrm rot="5400000">
            <a:off x="2756258" y="4155790"/>
            <a:ext cx="243034" cy="114125"/>
          </a:xfrm>
          <a:prstGeom prst="rect">
            <a:avLst/>
          </a:prstGeom>
          <a:solidFill>
            <a:srgbClr val="AEAF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60E171-0E9E-5B2E-AF33-7F409A24DAF5}"/>
              </a:ext>
            </a:extLst>
          </p:cNvPr>
          <p:cNvSpPr/>
          <p:nvPr/>
        </p:nvSpPr>
        <p:spPr>
          <a:xfrm rot="5400000">
            <a:off x="2459783" y="4155790"/>
            <a:ext cx="243034" cy="114125"/>
          </a:xfrm>
          <a:prstGeom prst="rect">
            <a:avLst/>
          </a:prstGeom>
          <a:solidFill>
            <a:srgbClr val="AEAF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A03226-32A3-96A7-AFDB-72AF4861369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48391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0821EC0-64A8-04CC-A64E-653FBF50B8E5}"/>
              </a:ext>
            </a:extLst>
          </p:cNvPr>
          <p:cNvSpPr/>
          <p:nvPr/>
        </p:nvSpPr>
        <p:spPr>
          <a:xfrm rot="10800000">
            <a:off x="1927710" y="3239890"/>
            <a:ext cx="364574" cy="670456"/>
          </a:xfrm>
          <a:prstGeom prst="rect">
            <a:avLst/>
          </a:prstGeom>
          <a:solidFill>
            <a:srgbClr val="AEAF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0FCB56-47C2-4F2C-E503-F32C97D103C4}"/>
              </a:ext>
            </a:extLst>
          </p:cNvPr>
          <p:cNvSpPr/>
          <p:nvPr/>
        </p:nvSpPr>
        <p:spPr>
          <a:xfrm rot="5400000">
            <a:off x="3650797" y="4155790"/>
            <a:ext cx="243034" cy="114125"/>
          </a:xfrm>
          <a:prstGeom prst="rect">
            <a:avLst/>
          </a:prstGeom>
          <a:solidFill>
            <a:srgbClr val="AEAF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737766-4907-E2CC-E6AA-B772E8BE7AD9}"/>
              </a:ext>
            </a:extLst>
          </p:cNvPr>
          <p:cNvSpPr/>
          <p:nvPr/>
        </p:nvSpPr>
        <p:spPr>
          <a:xfrm rot="5400000">
            <a:off x="3052734" y="4155790"/>
            <a:ext cx="243034" cy="114125"/>
          </a:xfrm>
          <a:prstGeom prst="rect">
            <a:avLst/>
          </a:prstGeom>
          <a:solidFill>
            <a:srgbClr val="AEAF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D50347-0F95-3C26-D849-1C3216365F02}"/>
              </a:ext>
            </a:extLst>
          </p:cNvPr>
          <p:cNvSpPr/>
          <p:nvPr/>
        </p:nvSpPr>
        <p:spPr>
          <a:xfrm rot="10800000">
            <a:off x="3479987" y="3239891"/>
            <a:ext cx="349390" cy="668293"/>
          </a:xfrm>
          <a:prstGeom prst="rect">
            <a:avLst/>
          </a:prstGeom>
          <a:solidFill>
            <a:srgbClr val="AEAF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55049C-1D7E-28DC-5B9A-22254DC62FBF}"/>
              </a:ext>
            </a:extLst>
          </p:cNvPr>
          <p:cNvSpPr/>
          <p:nvPr/>
        </p:nvSpPr>
        <p:spPr>
          <a:xfrm rot="5400000">
            <a:off x="3349209" y="4155790"/>
            <a:ext cx="243034" cy="114125"/>
          </a:xfrm>
          <a:prstGeom prst="rect">
            <a:avLst/>
          </a:prstGeom>
          <a:solidFill>
            <a:srgbClr val="AEAF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D66317F-2257-5118-D8E7-BECFA151776D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52289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B1D519E-A048-FA5A-8013-14EB4BC44BB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17656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CFD74DE-3320-F35A-3CC5-97B79D0D7C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83024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9C82571-E021-3AC6-E719-940B29561F2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13758" y="2869805"/>
            <a:ext cx="0" cy="572877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B4FE1D5-C1E9-FADB-F35C-517E20BDA727}"/>
              </a:ext>
            </a:extLst>
          </p:cNvPr>
          <p:cNvSpPr/>
          <p:nvPr/>
        </p:nvSpPr>
        <p:spPr>
          <a:xfrm rot="5400000">
            <a:off x="1863256" y="4155790"/>
            <a:ext cx="243034" cy="114125"/>
          </a:xfrm>
          <a:prstGeom prst="rect">
            <a:avLst/>
          </a:prstGeom>
          <a:solidFill>
            <a:srgbClr val="AEAF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52BABAF-9A8A-50A2-7A6C-73BBCCD4751C}"/>
              </a:ext>
            </a:extLst>
          </p:cNvPr>
          <p:cNvSpPr/>
          <p:nvPr/>
        </p:nvSpPr>
        <p:spPr>
          <a:xfrm rot="5400000">
            <a:off x="2163307" y="4155790"/>
            <a:ext cx="243034" cy="114125"/>
          </a:xfrm>
          <a:prstGeom prst="rect">
            <a:avLst/>
          </a:prstGeom>
          <a:solidFill>
            <a:srgbClr val="AEAF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743B5C0-EB6E-1F61-4AB8-FB7EE15FB159}"/>
              </a:ext>
            </a:extLst>
          </p:cNvPr>
          <p:cNvSpPr/>
          <p:nvPr/>
        </p:nvSpPr>
        <p:spPr>
          <a:xfrm rot="19800317">
            <a:off x="1115581" y="2081661"/>
            <a:ext cx="764652" cy="128302"/>
          </a:xfrm>
          <a:prstGeom prst="roundRect">
            <a:avLst/>
          </a:prstGeom>
          <a:noFill/>
          <a:ln>
            <a:solidFill>
              <a:srgbClr val="002060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DD355691-AC2D-DA64-FE1A-57DAE7D6599E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1829029" y="1954680"/>
            <a:ext cx="719361" cy="60567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13">
            <a:extLst>
              <a:ext uri="{FF2B5EF4-FFF2-40B4-BE49-F238E27FC236}">
                <a16:creationId xmlns:a16="http://schemas.microsoft.com/office/drawing/2014/main" id="{C0A1DF4F-DF60-8E50-BD3E-37ECC4518552}"/>
              </a:ext>
            </a:extLst>
          </p:cNvPr>
          <p:cNvSpPr/>
          <p:nvPr/>
        </p:nvSpPr>
        <p:spPr>
          <a:xfrm>
            <a:off x="1409514" y="5143004"/>
            <a:ext cx="7239675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More contact from heat source will lead to more effective extraction.</a:t>
            </a:r>
          </a:p>
        </p:txBody>
      </p:sp>
      <p:pic>
        <p:nvPicPr>
          <p:cNvPr id="5" name="グラフィックス 56" descr="バッジ: チェックマーク 1 単色塗りつぶし">
            <a:extLst>
              <a:ext uri="{FF2B5EF4-FFF2-40B4-BE49-F238E27FC236}">
                <a16:creationId xmlns:a16="http://schemas.microsoft.com/office/drawing/2014/main" id="{DB4478CF-891C-8ECA-FAE4-EEBF861CF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36" y="5258676"/>
            <a:ext cx="307778" cy="307778"/>
          </a:xfrm>
          <a:prstGeom prst="rect">
            <a:avLst/>
          </a:prstGeom>
        </p:spPr>
      </p:pic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5EA506CC-1DEE-5D95-5CFE-3E9114F8B3EA}"/>
              </a:ext>
            </a:extLst>
          </p:cNvPr>
          <p:cNvSpPr/>
          <p:nvPr/>
        </p:nvSpPr>
        <p:spPr>
          <a:xfrm>
            <a:off x="186176" y="2865920"/>
            <a:ext cx="157479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72B583BA-316F-4769-C6F5-68E496478745}"/>
              </a:ext>
            </a:extLst>
          </p:cNvPr>
          <p:cNvSpPr/>
          <p:nvPr/>
        </p:nvSpPr>
        <p:spPr>
          <a:xfrm>
            <a:off x="385202" y="3402483"/>
            <a:ext cx="137576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Aluminum</a:t>
            </a:r>
          </a:p>
        </p:txBody>
      </p:sp>
      <p:sp>
        <p:nvSpPr>
          <p:cNvPr id="114" name="Rectangle: Rounded Corners 9">
            <a:extLst>
              <a:ext uri="{FF2B5EF4-FFF2-40B4-BE49-F238E27FC236}">
                <a16:creationId xmlns:a16="http://schemas.microsoft.com/office/drawing/2014/main" id="{E59523E5-A5C9-C498-F0C7-BB47113ECC37}"/>
              </a:ext>
            </a:extLst>
          </p:cNvPr>
          <p:cNvSpPr/>
          <p:nvPr/>
        </p:nvSpPr>
        <p:spPr>
          <a:xfrm>
            <a:off x="1962031" y="4290810"/>
            <a:ext cx="1780068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Trans. Side View</a:t>
            </a:r>
          </a:p>
        </p:txBody>
      </p:sp>
      <p:sp>
        <p:nvSpPr>
          <p:cNvPr id="144" name="テキスト プレースホルダー 2">
            <a:extLst>
              <a:ext uri="{FF2B5EF4-FFF2-40B4-BE49-F238E27FC236}">
                <a16:creationId xmlns:a16="http://schemas.microsoft.com/office/drawing/2014/main" id="{735F274D-4074-4F5D-DE0F-835A9B12A883}"/>
              </a:ext>
            </a:extLst>
          </p:cNvPr>
          <p:cNvSpPr txBox="1">
            <a:spLocks/>
          </p:cNvSpPr>
          <p:nvPr/>
        </p:nvSpPr>
        <p:spPr>
          <a:xfrm>
            <a:off x="755305" y="4668325"/>
            <a:ext cx="3651990" cy="446644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8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Dead space heat extraction</a:t>
            </a:r>
            <a:endParaRPr kumimoji="1" lang="ja-JP" altLang="en-US" sz="18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36FB5F0-F5B1-5649-74FB-480AE05E2A05}"/>
              </a:ext>
            </a:extLst>
          </p:cNvPr>
          <p:cNvSpPr/>
          <p:nvPr/>
        </p:nvSpPr>
        <p:spPr>
          <a:xfrm rot="5400000">
            <a:off x="2781863" y="3243291"/>
            <a:ext cx="1730451" cy="364574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23994EEA-B79B-20F2-D88C-63187296D4FC}"/>
              </a:ext>
            </a:extLst>
          </p:cNvPr>
          <p:cNvCxnSpPr>
            <a:cxnSpLocks/>
          </p:cNvCxnSpPr>
          <p:nvPr/>
        </p:nvCxnSpPr>
        <p:spPr>
          <a:xfrm flipH="1">
            <a:off x="1722863" y="3125236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421CF2C-B2F8-0AAF-E982-09BC7385551F}"/>
              </a:ext>
            </a:extLst>
          </p:cNvPr>
          <p:cNvCxnSpPr>
            <a:cxnSpLocks/>
          </p:cNvCxnSpPr>
          <p:nvPr/>
        </p:nvCxnSpPr>
        <p:spPr>
          <a:xfrm flipH="1">
            <a:off x="1722863" y="3534613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07DCFB10-B877-77B0-5149-2D54FBB48FE4}"/>
              </a:ext>
            </a:extLst>
          </p:cNvPr>
          <p:cNvCxnSpPr>
            <a:cxnSpLocks/>
          </p:cNvCxnSpPr>
          <p:nvPr/>
        </p:nvCxnSpPr>
        <p:spPr>
          <a:xfrm flipH="1">
            <a:off x="1722863" y="2865920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: Rounded Corners 9">
            <a:extLst>
              <a:ext uri="{FF2B5EF4-FFF2-40B4-BE49-F238E27FC236}">
                <a16:creationId xmlns:a16="http://schemas.microsoft.com/office/drawing/2014/main" id="{9B69BD73-2523-0D8A-CFC5-7799531DE752}"/>
              </a:ext>
            </a:extLst>
          </p:cNvPr>
          <p:cNvSpPr/>
          <p:nvPr/>
        </p:nvSpPr>
        <p:spPr>
          <a:xfrm>
            <a:off x="186176" y="2601809"/>
            <a:ext cx="157479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Winding</a:t>
            </a:r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AD939883-6369-6F2B-D38A-EE061C974ED8}"/>
              </a:ext>
            </a:extLst>
          </p:cNvPr>
          <p:cNvCxnSpPr>
            <a:cxnSpLocks/>
          </p:cNvCxnSpPr>
          <p:nvPr/>
        </p:nvCxnSpPr>
        <p:spPr>
          <a:xfrm flipH="1">
            <a:off x="1722863" y="3758644"/>
            <a:ext cx="69982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: Rounded Corners 9">
            <a:extLst>
              <a:ext uri="{FF2B5EF4-FFF2-40B4-BE49-F238E27FC236}">
                <a16:creationId xmlns:a16="http://schemas.microsoft.com/office/drawing/2014/main" id="{3E461EFF-CE57-B6C6-95EB-51531CBDEE22}"/>
              </a:ext>
            </a:extLst>
          </p:cNvPr>
          <p:cNvSpPr/>
          <p:nvPr/>
        </p:nvSpPr>
        <p:spPr>
          <a:xfrm>
            <a:off x="755192" y="3639331"/>
            <a:ext cx="100577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1B841F1-453D-0C9A-3036-C2248ED10021}"/>
              </a:ext>
            </a:extLst>
          </p:cNvPr>
          <p:cNvGrpSpPr/>
          <p:nvPr/>
        </p:nvGrpSpPr>
        <p:grpSpPr>
          <a:xfrm>
            <a:off x="8105936" y="1606085"/>
            <a:ext cx="2710189" cy="4061364"/>
            <a:chOff x="719648" y="1606085"/>
            <a:chExt cx="2710189" cy="4061364"/>
          </a:xfrm>
        </p:grpSpPr>
        <p:sp>
          <p:nvSpPr>
            <p:cNvPr id="160" name="Rectangle: Rounded Corners 12">
              <a:extLst>
                <a:ext uri="{FF2B5EF4-FFF2-40B4-BE49-F238E27FC236}">
                  <a16:creationId xmlns:a16="http://schemas.microsoft.com/office/drawing/2014/main" id="{A404DF3B-B085-673A-EB2F-AA9D3C88017E}"/>
                </a:ext>
              </a:extLst>
            </p:cNvPr>
            <p:cNvSpPr/>
            <p:nvPr/>
          </p:nvSpPr>
          <p:spPr>
            <a:xfrm>
              <a:off x="956941" y="5172375"/>
              <a:ext cx="2378156" cy="495074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Wide cooling area</a:t>
              </a:r>
              <a:endParaRPr lang="en-PH" sz="16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pic>
          <p:nvPicPr>
            <p:cNvPr id="162" name="グラフィックス 56" descr="バッジ: チェックマーク 1 単色塗りつぶし">
              <a:extLst>
                <a:ext uri="{FF2B5EF4-FFF2-40B4-BE49-F238E27FC236}">
                  <a16:creationId xmlns:a16="http://schemas.microsoft.com/office/drawing/2014/main" id="{37A0EC24-0A96-663A-2FDC-200FF7C1EE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5541" y="5262032"/>
              <a:ext cx="307778" cy="307778"/>
            </a:xfrm>
            <a:prstGeom prst="rect">
              <a:avLst/>
            </a:prstGeom>
          </p:spPr>
        </p:pic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178E12C6-73CC-3F2F-6091-B123A268EBC9}"/>
                </a:ext>
              </a:extLst>
            </p:cNvPr>
            <p:cNvGrpSpPr/>
            <p:nvPr/>
          </p:nvGrpSpPr>
          <p:grpSpPr>
            <a:xfrm>
              <a:off x="1439431" y="3860381"/>
              <a:ext cx="1334542" cy="1117676"/>
              <a:chOff x="703122" y="3494610"/>
              <a:chExt cx="2211422" cy="1852060"/>
            </a:xfrm>
          </p:grpSpPr>
          <p:pic>
            <p:nvPicPr>
              <p:cNvPr id="181" name="Picture 180" descr="A grey box with a white door&#10;&#10;AI-generated content may be incorrect.">
                <a:extLst>
                  <a:ext uri="{FF2B5EF4-FFF2-40B4-BE49-F238E27FC236}">
                    <a16:creationId xmlns:a16="http://schemas.microsoft.com/office/drawing/2014/main" id="{4A48B7BB-28BC-AA88-3C15-D43B6116EA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4624"/>
              <a:stretch/>
            </p:blipFill>
            <p:spPr>
              <a:xfrm flipH="1">
                <a:off x="703122" y="3494610"/>
                <a:ext cx="2211422" cy="1482728"/>
              </a:xfrm>
              <a:prstGeom prst="rect">
                <a:avLst/>
              </a:prstGeom>
            </p:spPr>
          </p:pic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4427E207-E732-5508-6A04-1DC49DE474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913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C8C9B4AD-F66C-96C8-ADE6-571CCDB67C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4234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E4DED7B9-234B-565E-A188-8A6054484C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2555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5F1057BF-DD9B-9C44-1993-0A4B5DF421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0876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76D0110D-EADC-C6C7-4471-55407D9B5B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9197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5674479E-B1E4-3902-C47F-7638E7ED61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519" y="497733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85F5FC44-87BA-F978-2C02-67F1ECBA23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1326" y="4172652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DFC9F3BC-9E0B-7DB2-FFC2-0CC5B81277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89003" y="4325232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5D91731D-DEE1-37B1-1067-57CBEF3C41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8302" y="4483163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4FA36EC4-79BC-38AE-A9F7-55D79FD6BB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6130" y="4605010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F56B86ED-E1AA-5973-7744-06FD44CB6E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3806" y="475224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5865BB9B-4484-51ED-8731-9E0D53042F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6368" y="4910178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4" name="Rounded Rectangle 38">
              <a:extLst>
                <a:ext uri="{FF2B5EF4-FFF2-40B4-BE49-F238E27FC236}">
                  <a16:creationId xmlns:a16="http://schemas.microsoft.com/office/drawing/2014/main" id="{24F41186-C262-2B38-EABA-BC98D0A0278F}"/>
                </a:ext>
              </a:extLst>
            </p:cNvPr>
            <p:cNvSpPr/>
            <p:nvPr/>
          </p:nvSpPr>
          <p:spPr>
            <a:xfrm>
              <a:off x="1233319" y="3457522"/>
              <a:ext cx="1742033" cy="1706464"/>
            </a:xfrm>
            <a:prstGeom prst="roundRect">
              <a:avLst>
                <a:gd name="adj" fmla="val 4903"/>
              </a:avLst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19D1DA14-F840-144E-AD80-F1D3018DE7F2}"/>
                </a:ext>
              </a:extLst>
            </p:cNvPr>
            <p:cNvGrpSpPr/>
            <p:nvPr/>
          </p:nvGrpSpPr>
          <p:grpSpPr>
            <a:xfrm>
              <a:off x="1369818" y="2023777"/>
              <a:ext cx="1443490" cy="1221480"/>
              <a:chOff x="1119743" y="1867587"/>
              <a:chExt cx="2211423" cy="1871304"/>
            </a:xfrm>
          </p:grpSpPr>
          <p:pic>
            <p:nvPicPr>
              <p:cNvPr id="170" name="Picture 169" descr="A grey box with a white door&#10;&#10;AI-generated content may be incorrect.">
                <a:extLst>
                  <a:ext uri="{FF2B5EF4-FFF2-40B4-BE49-F238E27FC236}">
                    <a16:creationId xmlns:a16="http://schemas.microsoft.com/office/drawing/2014/main" id="{805EE895-225F-D891-3DAF-064F684921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54624"/>
              <a:stretch/>
            </p:blipFill>
            <p:spPr>
              <a:xfrm flipH="1">
                <a:off x="1119743" y="1867587"/>
                <a:ext cx="2211423" cy="1482728"/>
              </a:xfrm>
              <a:prstGeom prst="rect">
                <a:avLst/>
              </a:prstGeom>
            </p:spPr>
          </p:pic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9AA63B1F-2357-4EA6-A3D4-C12405381B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5138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3AA03DDC-5F39-0775-A2C6-FA6C383616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3459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328AA02E-B53A-D877-1D58-9691A6A144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780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5BF6AA5B-0722-3278-D7B6-6031516480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30101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0CE41DC3-466B-0FE3-7641-703C9311DF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8422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A891D462-40B7-3D82-8361-41DD33E7F8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6744" y="336802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2ABFFA33-0AE5-7F21-4719-1F81501257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23031" y="3142936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2C383336-2405-8EAB-DE2E-C66710148C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5593" y="3300867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F789F2E7-7937-927E-41A3-F63D633D81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4032" y="3369559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3B57EC64-5021-9D5C-94B8-2F12815507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2353" y="3369559"/>
                <a:ext cx="0" cy="3693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68586321-FC40-78DF-ADA1-36413D61031B}"/>
                </a:ext>
              </a:extLst>
            </p:cNvPr>
            <p:cNvSpPr txBox="1"/>
            <p:nvPr/>
          </p:nvSpPr>
          <p:spPr>
            <a:xfrm>
              <a:off x="735488" y="2960535"/>
              <a:ext cx="69204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PH" altLang="ja-JP" sz="1200" b="1">
                  <a:solidFill>
                    <a:srgbClr val="C45200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Heat</a:t>
              </a:r>
              <a:endParaRPr lang="en-JP" sz="1200">
                <a:solidFill>
                  <a:srgbClr val="C452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67" name="Rectangle: Rounded Corners 12">
              <a:extLst>
                <a:ext uri="{FF2B5EF4-FFF2-40B4-BE49-F238E27FC236}">
                  <a16:creationId xmlns:a16="http://schemas.microsoft.com/office/drawing/2014/main" id="{A20801D7-73CD-9E18-AF42-DA6F9AE39B83}"/>
                </a:ext>
              </a:extLst>
            </p:cNvPr>
            <p:cNvSpPr/>
            <p:nvPr/>
          </p:nvSpPr>
          <p:spPr>
            <a:xfrm>
              <a:off x="1170893" y="3438339"/>
              <a:ext cx="1878060" cy="375559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Planar (proposed)</a:t>
              </a:r>
              <a:endParaRPr lang="en-PH" sz="1600" b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68" name="Rectangle: Rounded Corners 12">
              <a:extLst>
                <a:ext uri="{FF2B5EF4-FFF2-40B4-BE49-F238E27FC236}">
                  <a16:creationId xmlns:a16="http://schemas.microsoft.com/office/drawing/2014/main" id="{67CEF4C8-2BC8-616A-0DD7-2E6464BDEDB2}"/>
                </a:ext>
              </a:extLst>
            </p:cNvPr>
            <p:cNvSpPr/>
            <p:nvPr/>
          </p:nvSpPr>
          <p:spPr>
            <a:xfrm>
              <a:off x="719648" y="1606085"/>
              <a:ext cx="2710189" cy="395463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Spatial</a:t>
              </a:r>
              <a:endPara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31769B81-2109-A76B-E1F5-48C592D8E794}"/>
                </a:ext>
              </a:extLst>
            </p:cNvPr>
            <p:cNvSpPr txBox="1"/>
            <p:nvPr/>
          </p:nvSpPr>
          <p:spPr>
            <a:xfrm>
              <a:off x="2283305" y="4861989"/>
              <a:ext cx="69204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PH" altLang="ja-JP" sz="1200" b="1">
                  <a:solidFill>
                    <a:srgbClr val="C45200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Heat</a:t>
              </a:r>
              <a:endParaRPr lang="en-JP" sz="1200">
                <a:solidFill>
                  <a:srgbClr val="C45200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2D4A5F98-2E1A-10ED-6984-31496DB45035}"/>
              </a:ext>
            </a:extLst>
          </p:cNvPr>
          <p:cNvCxnSpPr>
            <a:cxnSpLocks/>
          </p:cNvCxnSpPr>
          <p:nvPr/>
        </p:nvCxnSpPr>
        <p:spPr>
          <a:xfrm>
            <a:off x="1879600" y="4156012"/>
            <a:ext cx="2082800" cy="0"/>
          </a:xfrm>
          <a:prstGeom prst="straightConnector1">
            <a:avLst/>
          </a:prstGeom>
          <a:ln w="38100">
            <a:solidFill>
              <a:srgbClr val="00B0F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367E9F35-9000-21D6-2611-3D37867A4BB7}"/>
              </a:ext>
            </a:extLst>
          </p:cNvPr>
          <p:cNvCxnSpPr>
            <a:cxnSpLocks/>
          </p:cNvCxnSpPr>
          <p:nvPr/>
        </p:nvCxnSpPr>
        <p:spPr>
          <a:xfrm>
            <a:off x="1879600" y="4256950"/>
            <a:ext cx="2082800" cy="0"/>
          </a:xfrm>
          <a:prstGeom prst="straightConnector1">
            <a:avLst/>
          </a:prstGeom>
          <a:ln w="38100">
            <a:solidFill>
              <a:srgbClr val="00B0F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732CEC2E-7F1B-70BC-E945-E1EFDEB75023}"/>
              </a:ext>
            </a:extLst>
          </p:cNvPr>
          <p:cNvCxnSpPr>
            <a:cxnSpLocks/>
          </p:cNvCxnSpPr>
          <p:nvPr/>
        </p:nvCxnSpPr>
        <p:spPr>
          <a:xfrm>
            <a:off x="1879600" y="4361840"/>
            <a:ext cx="2082800" cy="0"/>
          </a:xfrm>
          <a:prstGeom prst="straightConnector1">
            <a:avLst/>
          </a:prstGeom>
          <a:ln w="38100">
            <a:solidFill>
              <a:srgbClr val="00B0F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: Rounded Corners 9">
            <a:extLst>
              <a:ext uri="{FF2B5EF4-FFF2-40B4-BE49-F238E27FC236}">
                <a16:creationId xmlns:a16="http://schemas.microsoft.com/office/drawing/2014/main" id="{63938767-DF76-2A57-B836-0C5132EF8418}"/>
              </a:ext>
            </a:extLst>
          </p:cNvPr>
          <p:cNvSpPr/>
          <p:nvPr/>
        </p:nvSpPr>
        <p:spPr>
          <a:xfrm>
            <a:off x="389546" y="4163506"/>
            <a:ext cx="1375766" cy="2121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Coolant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001660-CDA3-AEB1-57F2-807874ED9E16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28546" y="4497210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Rectangle 264">
            <a:extLst>
              <a:ext uri="{FF2B5EF4-FFF2-40B4-BE49-F238E27FC236}">
                <a16:creationId xmlns:a16="http://schemas.microsoft.com/office/drawing/2014/main" id="{C30A23B9-8303-ACAB-D58F-098275E83ACC}"/>
              </a:ext>
            </a:extLst>
          </p:cNvPr>
          <p:cNvSpPr/>
          <p:nvPr/>
        </p:nvSpPr>
        <p:spPr>
          <a:xfrm>
            <a:off x="7381827" y="-2368924"/>
            <a:ext cx="4022539" cy="2026844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8C142A18-902F-9252-BA83-E39A34659C53}"/>
              </a:ext>
            </a:extLst>
          </p:cNvPr>
          <p:cNvSpPr/>
          <p:nvPr/>
        </p:nvSpPr>
        <p:spPr>
          <a:xfrm>
            <a:off x="7336082" y="-1415543"/>
            <a:ext cx="4179245" cy="1200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239FB5EB-A1CF-ED18-30E1-DC072A8B6659}"/>
              </a:ext>
            </a:extLst>
          </p:cNvPr>
          <p:cNvGrpSpPr/>
          <p:nvPr/>
        </p:nvGrpSpPr>
        <p:grpSpPr>
          <a:xfrm>
            <a:off x="7696014" y="-2064702"/>
            <a:ext cx="3394165" cy="1418400"/>
            <a:chOff x="7692006" y="-572354"/>
            <a:chExt cx="3394165" cy="1418400"/>
          </a:xfrm>
        </p:grpSpPr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BCE6FAF7-E07F-1C73-2F71-AE79A5F78CFD}"/>
                </a:ext>
              </a:extLst>
            </p:cNvPr>
            <p:cNvGrpSpPr/>
            <p:nvPr/>
          </p:nvGrpSpPr>
          <p:grpSpPr>
            <a:xfrm>
              <a:off x="7692006" y="-572354"/>
              <a:ext cx="1429692" cy="1418400"/>
              <a:chOff x="6978166" y="2617955"/>
              <a:chExt cx="1320364" cy="1319180"/>
            </a:xfrm>
          </p:grpSpPr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86D61A7F-A842-1C4D-886C-E67AF84DA50E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9D5FC24D-512B-709A-E35B-5C7C72E8AD12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B2056911-2A69-A947-5C70-940FB653E5AF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DFC83181-412F-C457-7F6D-84D62546B391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96AD5382-7FC5-B63A-F151-060485BB8E2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6" name="フローチャート: 和接合 16">
                  <a:extLst>
                    <a:ext uri="{FF2B5EF4-FFF2-40B4-BE49-F238E27FC236}">
                      <a16:creationId xmlns:a16="http://schemas.microsoft.com/office/drawing/2014/main" id="{1F7456FE-EDEE-73B3-F067-09A6003F5D3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0" name="Rectangle 329">
                <a:extLst>
                  <a:ext uri="{FF2B5EF4-FFF2-40B4-BE49-F238E27FC236}">
                    <a16:creationId xmlns:a16="http://schemas.microsoft.com/office/drawing/2014/main" id="{0D57BF55-BC47-42B4-277A-61B81A767783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258CA6AB-C433-87F5-F569-6D58E9BA1C56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53" name="楕円 300">
                  <a:extLst>
                    <a:ext uri="{FF2B5EF4-FFF2-40B4-BE49-F238E27FC236}">
                      <a16:creationId xmlns:a16="http://schemas.microsoft.com/office/drawing/2014/main" id="{CAB0538C-7201-7DCE-6C4C-0283D5FE85C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4" name="楕円 301">
                  <a:extLst>
                    <a:ext uri="{FF2B5EF4-FFF2-40B4-BE49-F238E27FC236}">
                      <a16:creationId xmlns:a16="http://schemas.microsoft.com/office/drawing/2014/main" id="{D9C5D0B4-4032-40BE-3D6E-42DEBC6F849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DD11610B-023C-5DCA-350C-CFE16D443CA0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51" name="Rectangle 350">
                  <a:extLst>
                    <a:ext uri="{FF2B5EF4-FFF2-40B4-BE49-F238E27FC236}">
                      <a16:creationId xmlns:a16="http://schemas.microsoft.com/office/drawing/2014/main" id="{F3679515-3167-C332-0612-BEBF0F064028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2" name="フローチャート: 和接合 16">
                  <a:extLst>
                    <a:ext uri="{FF2B5EF4-FFF2-40B4-BE49-F238E27FC236}">
                      <a16:creationId xmlns:a16="http://schemas.microsoft.com/office/drawing/2014/main" id="{1968C758-1A94-2E97-A64F-DCBDA800AFC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7C8293F5-5F22-9D76-E139-9125C4601156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3FE4A927-FA2F-ED42-9C40-488BAD49812C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49" name="楕円 300">
                  <a:extLst>
                    <a:ext uri="{FF2B5EF4-FFF2-40B4-BE49-F238E27FC236}">
                      <a16:creationId xmlns:a16="http://schemas.microsoft.com/office/drawing/2014/main" id="{8D9D8FC2-7DB4-3026-8FA8-E98E0DDC15E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0" name="楕円 301">
                  <a:extLst>
                    <a:ext uri="{FF2B5EF4-FFF2-40B4-BE49-F238E27FC236}">
                      <a16:creationId xmlns:a16="http://schemas.microsoft.com/office/drawing/2014/main" id="{6A5E8ACC-B260-2EDD-739B-38C2DCECBC6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3B466F61-A537-1789-99DB-C820A9B7003C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362CD7B0-635D-DD12-D280-F50C4B84AC47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8" name="フローチャート: 和接合 16">
                  <a:extLst>
                    <a:ext uri="{FF2B5EF4-FFF2-40B4-BE49-F238E27FC236}">
                      <a16:creationId xmlns:a16="http://schemas.microsoft.com/office/drawing/2014/main" id="{68C50F19-C21F-0F8F-53BC-E37396797D5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0E27732E-E926-8816-4D27-D9D3819D94A8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F2662696-2A0A-8B2B-0118-922EA431F213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45" name="楕円 300">
                  <a:extLst>
                    <a:ext uri="{FF2B5EF4-FFF2-40B4-BE49-F238E27FC236}">
                      <a16:creationId xmlns:a16="http://schemas.microsoft.com/office/drawing/2014/main" id="{3D9E579E-9728-5281-21EC-3BCD33F6C935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6" name="楕円 301">
                  <a:extLst>
                    <a:ext uri="{FF2B5EF4-FFF2-40B4-BE49-F238E27FC236}">
                      <a16:creationId xmlns:a16="http://schemas.microsoft.com/office/drawing/2014/main" id="{5A98F631-1CE2-EB22-42B8-8B354DCF006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8" name="Group 337">
                <a:extLst>
                  <a:ext uri="{FF2B5EF4-FFF2-40B4-BE49-F238E27FC236}">
                    <a16:creationId xmlns:a16="http://schemas.microsoft.com/office/drawing/2014/main" id="{B3AA108C-A16C-73C1-071F-FCCDB0FA129D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43" name="Rectangle 342">
                  <a:extLst>
                    <a:ext uri="{FF2B5EF4-FFF2-40B4-BE49-F238E27FC236}">
                      <a16:creationId xmlns:a16="http://schemas.microsoft.com/office/drawing/2014/main" id="{1D116B44-BD5B-67C2-70D2-AA67D8DCFB8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4" name="フローチャート: 和接合 16">
                  <a:extLst>
                    <a:ext uri="{FF2B5EF4-FFF2-40B4-BE49-F238E27FC236}">
                      <a16:creationId xmlns:a16="http://schemas.microsoft.com/office/drawing/2014/main" id="{022C18E2-39EE-D463-E3AF-130EEE8F959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992BB502-44FD-83B3-A525-06D36C81D40F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40" name="Group 339">
                <a:extLst>
                  <a:ext uri="{FF2B5EF4-FFF2-40B4-BE49-F238E27FC236}">
                    <a16:creationId xmlns:a16="http://schemas.microsoft.com/office/drawing/2014/main" id="{E6EB4FC6-D421-B15C-3199-B06784B54306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341" name="楕円 300">
                  <a:extLst>
                    <a:ext uri="{FF2B5EF4-FFF2-40B4-BE49-F238E27FC236}">
                      <a16:creationId xmlns:a16="http://schemas.microsoft.com/office/drawing/2014/main" id="{966D8FB0-DF76-C5D4-1AD6-7C1911EA775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2" name="楕円 301">
                  <a:extLst>
                    <a:ext uri="{FF2B5EF4-FFF2-40B4-BE49-F238E27FC236}">
                      <a16:creationId xmlns:a16="http://schemas.microsoft.com/office/drawing/2014/main" id="{68E7E552-1B03-B095-7059-71C2E4D1EF8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4DC9031C-3A04-A2B4-4526-23471936A431}"/>
                </a:ext>
              </a:extLst>
            </p:cNvPr>
            <p:cNvGrpSpPr/>
            <p:nvPr/>
          </p:nvGrpSpPr>
          <p:grpSpPr>
            <a:xfrm>
              <a:off x="9656479" y="-572354"/>
              <a:ext cx="1429692" cy="1418400"/>
              <a:chOff x="6978166" y="2617955"/>
              <a:chExt cx="1320364" cy="1319180"/>
            </a:xfrm>
          </p:grpSpPr>
          <p:sp>
            <p:nvSpPr>
              <p:cNvPr id="358" name="Rectangle 357">
                <a:extLst>
                  <a:ext uri="{FF2B5EF4-FFF2-40B4-BE49-F238E27FC236}">
                    <a16:creationId xmlns:a16="http://schemas.microsoft.com/office/drawing/2014/main" id="{065A859A-413E-5012-211E-B90347A6EA47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ACE1F40B-6F9E-05B9-65F4-EF2C45B5FF14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A0E9B0E3-CFE4-7B76-D3CF-301E250E3552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1" name="Group 360">
                <a:extLst>
                  <a:ext uri="{FF2B5EF4-FFF2-40B4-BE49-F238E27FC236}">
                    <a16:creationId xmlns:a16="http://schemas.microsoft.com/office/drawing/2014/main" id="{D8D9817E-45C3-6B7C-20CC-07D0F6949017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87" name="Rectangle 386">
                  <a:extLst>
                    <a:ext uri="{FF2B5EF4-FFF2-40B4-BE49-F238E27FC236}">
                      <a16:creationId xmlns:a16="http://schemas.microsoft.com/office/drawing/2014/main" id="{A2968E3A-6CB0-F14E-AC59-BF0D371BFF79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8" name="フローチャート: 和接合 16">
                  <a:extLst>
                    <a:ext uri="{FF2B5EF4-FFF2-40B4-BE49-F238E27FC236}">
                      <a16:creationId xmlns:a16="http://schemas.microsoft.com/office/drawing/2014/main" id="{EF9A8639-D708-4951-99A9-8EB96BE76BF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B56A39F5-BBC0-8119-094E-E187D4D1EE42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3" name="Group 362">
                <a:extLst>
                  <a:ext uri="{FF2B5EF4-FFF2-40B4-BE49-F238E27FC236}">
                    <a16:creationId xmlns:a16="http://schemas.microsoft.com/office/drawing/2014/main" id="{5169392B-DE67-AB18-9747-CD991D1083BA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85" name="楕円 300">
                  <a:extLst>
                    <a:ext uri="{FF2B5EF4-FFF2-40B4-BE49-F238E27FC236}">
                      <a16:creationId xmlns:a16="http://schemas.microsoft.com/office/drawing/2014/main" id="{D021B728-8418-9DA4-F206-CA022E71713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6" name="楕円 301">
                  <a:extLst>
                    <a:ext uri="{FF2B5EF4-FFF2-40B4-BE49-F238E27FC236}">
                      <a16:creationId xmlns:a16="http://schemas.microsoft.com/office/drawing/2014/main" id="{99C5D52F-C188-B893-5DDA-8AB40FC453D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4" name="Group 363">
                <a:extLst>
                  <a:ext uri="{FF2B5EF4-FFF2-40B4-BE49-F238E27FC236}">
                    <a16:creationId xmlns:a16="http://schemas.microsoft.com/office/drawing/2014/main" id="{8F9753A2-65E8-F2C6-CEF1-00274ED71D20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67F85CC2-5E87-D738-81D7-815D8B2287F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4" name="フローチャート: 和接合 16">
                  <a:extLst>
                    <a:ext uri="{FF2B5EF4-FFF2-40B4-BE49-F238E27FC236}">
                      <a16:creationId xmlns:a16="http://schemas.microsoft.com/office/drawing/2014/main" id="{BEBE59C5-B15C-1593-AF9D-20BE524CABB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5" name="Rectangle 364">
                <a:extLst>
                  <a:ext uri="{FF2B5EF4-FFF2-40B4-BE49-F238E27FC236}">
                    <a16:creationId xmlns:a16="http://schemas.microsoft.com/office/drawing/2014/main" id="{4375BD0B-85EB-2046-EFE5-8A3F05CDA48D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6" name="Group 365">
                <a:extLst>
                  <a:ext uri="{FF2B5EF4-FFF2-40B4-BE49-F238E27FC236}">
                    <a16:creationId xmlns:a16="http://schemas.microsoft.com/office/drawing/2014/main" id="{9B5B4076-747B-CE3C-64F0-D875D29D02B5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81" name="楕円 300">
                  <a:extLst>
                    <a:ext uri="{FF2B5EF4-FFF2-40B4-BE49-F238E27FC236}">
                      <a16:creationId xmlns:a16="http://schemas.microsoft.com/office/drawing/2014/main" id="{A5BB696A-3BB9-1D0C-8D4E-9FE75D7F3FC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2" name="楕円 301">
                  <a:extLst>
                    <a:ext uri="{FF2B5EF4-FFF2-40B4-BE49-F238E27FC236}">
                      <a16:creationId xmlns:a16="http://schemas.microsoft.com/office/drawing/2014/main" id="{C1D1A057-FC10-C8EA-9DC8-4D9917E4503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67" name="Group 366">
                <a:extLst>
                  <a:ext uri="{FF2B5EF4-FFF2-40B4-BE49-F238E27FC236}">
                    <a16:creationId xmlns:a16="http://schemas.microsoft.com/office/drawing/2014/main" id="{4D80C5FE-C2F7-A667-E735-36BB9998BD7E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9" name="Rectangle 378">
                  <a:extLst>
                    <a:ext uri="{FF2B5EF4-FFF2-40B4-BE49-F238E27FC236}">
                      <a16:creationId xmlns:a16="http://schemas.microsoft.com/office/drawing/2014/main" id="{173F1546-3167-40DC-6DFC-6DC48DB895E4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0" name="フローチャート: 和接合 16">
                  <a:extLst>
                    <a:ext uri="{FF2B5EF4-FFF2-40B4-BE49-F238E27FC236}">
                      <a16:creationId xmlns:a16="http://schemas.microsoft.com/office/drawing/2014/main" id="{5EFF8B3F-6CE2-B1D6-179B-3EE8A6E77DF7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0E46EFFC-9D78-9042-9A51-4B84AE3F0B85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69" name="Group 368">
                <a:extLst>
                  <a:ext uri="{FF2B5EF4-FFF2-40B4-BE49-F238E27FC236}">
                    <a16:creationId xmlns:a16="http://schemas.microsoft.com/office/drawing/2014/main" id="{86D3C499-0BC8-EC03-8E65-1B3D6ED797C8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377" name="楕円 300">
                  <a:extLst>
                    <a:ext uri="{FF2B5EF4-FFF2-40B4-BE49-F238E27FC236}">
                      <a16:creationId xmlns:a16="http://schemas.microsoft.com/office/drawing/2014/main" id="{C86AC900-E768-3484-AFF8-C06E430E4B9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8" name="楕円 301">
                  <a:extLst>
                    <a:ext uri="{FF2B5EF4-FFF2-40B4-BE49-F238E27FC236}">
                      <a16:creationId xmlns:a16="http://schemas.microsoft.com/office/drawing/2014/main" id="{8A40B381-6ABD-BF35-2842-19D6426D492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70" name="Group 369">
                <a:extLst>
                  <a:ext uri="{FF2B5EF4-FFF2-40B4-BE49-F238E27FC236}">
                    <a16:creationId xmlns:a16="http://schemas.microsoft.com/office/drawing/2014/main" id="{B156DBE9-090E-7013-FDF0-5F1B2D654749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375" name="Rectangle 374">
                  <a:extLst>
                    <a:ext uri="{FF2B5EF4-FFF2-40B4-BE49-F238E27FC236}">
                      <a16:creationId xmlns:a16="http://schemas.microsoft.com/office/drawing/2014/main" id="{0AFA032D-1170-0CF3-B311-D3D26AFBBF90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6" name="フローチャート: 和接合 16">
                  <a:extLst>
                    <a:ext uri="{FF2B5EF4-FFF2-40B4-BE49-F238E27FC236}">
                      <a16:creationId xmlns:a16="http://schemas.microsoft.com/office/drawing/2014/main" id="{45ED787E-DEC5-6317-C78C-1A608BA4FEB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4ED31BCD-0E06-BE8B-D7C6-D677F65BC2F1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72" name="Group 371">
                <a:extLst>
                  <a:ext uri="{FF2B5EF4-FFF2-40B4-BE49-F238E27FC236}">
                    <a16:creationId xmlns:a16="http://schemas.microsoft.com/office/drawing/2014/main" id="{A8DD8C6F-75F0-37AF-2A46-248EA6708E81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373" name="楕円 300">
                  <a:extLst>
                    <a:ext uri="{FF2B5EF4-FFF2-40B4-BE49-F238E27FC236}">
                      <a16:creationId xmlns:a16="http://schemas.microsoft.com/office/drawing/2014/main" id="{FB9376CD-AC5D-C8BB-9047-6F8974DB163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4" name="楕円 301">
                  <a:extLst>
                    <a:ext uri="{FF2B5EF4-FFF2-40B4-BE49-F238E27FC236}">
                      <a16:creationId xmlns:a16="http://schemas.microsoft.com/office/drawing/2014/main" id="{4FBF5C59-E8DA-63EC-8475-DE022E44245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8" name="Rectangle: Rounded Corners 9">
            <a:extLst>
              <a:ext uri="{FF2B5EF4-FFF2-40B4-BE49-F238E27FC236}">
                <a16:creationId xmlns:a16="http://schemas.microsoft.com/office/drawing/2014/main" id="{BE4040E7-6FA4-23C8-CCA1-B1F008C7B1C1}"/>
              </a:ext>
            </a:extLst>
          </p:cNvPr>
          <p:cNvSpPr/>
          <p:nvPr/>
        </p:nvSpPr>
        <p:spPr>
          <a:xfrm>
            <a:off x="174374" y="3770369"/>
            <a:ext cx="1574792" cy="427501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PH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C7552-0180-5E39-2E21-595D1201E098}"/>
              </a:ext>
            </a:extLst>
          </p:cNvPr>
          <p:cNvCxnSpPr>
            <a:cxnSpLocks/>
          </p:cNvCxnSpPr>
          <p:nvPr/>
        </p:nvCxnSpPr>
        <p:spPr>
          <a:xfrm flipH="1">
            <a:off x="1711061" y="3962113"/>
            <a:ext cx="41281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9">
            <a:extLst>
              <a:ext uri="{FF2B5EF4-FFF2-40B4-BE49-F238E27FC236}">
                <a16:creationId xmlns:a16="http://schemas.microsoft.com/office/drawing/2014/main" id="{9FD6E43C-7FDC-74CF-10C6-F16F4DB88D90}"/>
              </a:ext>
            </a:extLst>
          </p:cNvPr>
          <p:cNvSpPr/>
          <p:nvPr/>
        </p:nvSpPr>
        <p:spPr>
          <a:xfrm>
            <a:off x="1927707" y="2496091"/>
            <a:ext cx="190080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00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Thermal Conduction</a:t>
            </a:r>
          </a:p>
        </p:txBody>
      </p:sp>
    </p:spTree>
    <p:extLst>
      <p:ext uri="{BB962C8B-B14F-4D97-AF65-F5344CB8AC3E}">
        <p14:creationId xmlns:p14="http://schemas.microsoft.com/office/powerpoint/2010/main" val="16980914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5EE70-A057-B2B6-9E94-AC2D12769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72193F9-BCB5-F23A-510E-0E1D91C34BE2}"/>
              </a:ext>
            </a:extLst>
          </p:cNvPr>
          <p:cNvGrpSpPr/>
          <p:nvPr/>
        </p:nvGrpSpPr>
        <p:grpSpPr>
          <a:xfrm>
            <a:off x="244476" y="304367"/>
            <a:ext cx="10849337" cy="6630764"/>
            <a:chOff x="244476" y="304367"/>
            <a:chExt cx="10849337" cy="66307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75E4E97-BD72-3506-D0D2-28AD9D938791}"/>
                </a:ext>
              </a:extLst>
            </p:cNvPr>
            <p:cNvSpPr/>
            <p:nvPr/>
          </p:nvSpPr>
          <p:spPr>
            <a:xfrm rot="5400000">
              <a:off x="780749" y="1880714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88157BB-F497-745F-0800-A35B358AAB5E}"/>
                </a:ext>
              </a:extLst>
            </p:cNvPr>
            <p:cNvSpPr/>
            <p:nvPr/>
          </p:nvSpPr>
          <p:spPr>
            <a:xfrm rot="5400000">
              <a:off x="1318739" y="1880714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6A3B568-3030-C75F-0EE7-5F93C04B64C3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1100485" y="2356861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31197B0-CDCE-9501-1F02-2CF5FEF7FA41}"/>
                </a:ext>
              </a:extLst>
            </p:cNvPr>
            <p:cNvCxnSpPr/>
            <p:nvPr/>
          </p:nvCxnSpPr>
          <p:spPr>
            <a:xfrm>
              <a:off x="1633015" y="2356861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30C79A1-A475-73DE-82F2-07B3D74D46F3}"/>
                </a:ext>
              </a:extLst>
            </p:cNvPr>
            <p:cNvCxnSpPr>
              <a:cxnSpLocks/>
            </p:cNvCxnSpPr>
            <p:nvPr/>
          </p:nvCxnSpPr>
          <p:spPr>
            <a:xfrm>
              <a:off x="1100485" y="2685481"/>
              <a:ext cx="53253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D4E9D03-76D9-53DE-8AD6-68E99EEF1189}"/>
                </a:ext>
              </a:extLst>
            </p:cNvPr>
            <p:cNvCxnSpPr>
              <a:cxnSpLocks/>
            </p:cNvCxnSpPr>
            <p:nvPr/>
          </p:nvCxnSpPr>
          <p:spPr>
            <a:xfrm>
              <a:off x="1366750" y="2685481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5DE767E-692E-41D3-2218-EFFE2E1817B5}"/>
                </a:ext>
              </a:extLst>
            </p:cNvPr>
            <p:cNvCxnSpPr>
              <a:cxnSpLocks/>
            </p:cNvCxnSpPr>
            <p:nvPr/>
          </p:nvCxnSpPr>
          <p:spPr>
            <a:xfrm>
              <a:off x="1131587" y="3014101"/>
              <a:ext cx="4733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779">
              <a:extLst>
                <a:ext uri="{FF2B5EF4-FFF2-40B4-BE49-F238E27FC236}">
                  <a16:creationId xmlns:a16="http://schemas.microsoft.com/office/drawing/2014/main" id="{2629E1FD-034D-A511-E4CE-00AE1E6CBB8E}"/>
                </a:ext>
              </a:extLst>
            </p:cNvPr>
            <p:cNvCxnSpPr>
              <a:cxnSpLocks/>
            </p:cNvCxnSpPr>
            <p:nvPr/>
          </p:nvCxnSpPr>
          <p:spPr>
            <a:xfrm>
              <a:off x="1206266" y="3150493"/>
              <a:ext cx="3209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780">
              <a:extLst>
                <a:ext uri="{FF2B5EF4-FFF2-40B4-BE49-F238E27FC236}">
                  <a16:creationId xmlns:a16="http://schemas.microsoft.com/office/drawing/2014/main" id="{48BC97A5-9262-54F9-7462-52730A94151A}"/>
                </a:ext>
              </a:extLst>
            </p:cNvPr>
            <p:cNvCxnSpPr>
              <a:cxnSpLocks/>
            </p:cNvCxnSpPr>
            <p:nvPr/>
          </p:nvCxnSpPr>
          <p:spPr>
            <a:xfrm>
              <a:off x="1256896" y="3479113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781">
              <a:extLst>
                <a:ext uri="{FF2B5EF4-FFF2-40B4-BE49-F238E27FC236}">
                  <a16:creationId xmlns:a16="http://schemas.microsoft.com/office/drawing/2014/main" id="{CD7540B8-FF6F-4394-B92F-4BEFDCDB0EFA}"/>
                </a:ext>
              </a:extLst>
            </p:cNvPr>
            <p:cNvCxnSpPr/>
            <p:nvPr/>
          </p:nvCxnSpPr>
          <p:spPr>
            <a:xfrm>
              <a:off x="1366750" y="315049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782">
              <a:extLst>
                <a:ext uri="{FF2B5EF4-FFF2-40B4-BE49-F238E27FC236}">
                  <a16:creationId xmlns:a16="http://schemas.microsoft.com/office/drawing/2014/main" id="{4461BFC6-A724-9396-B366-C45E4C02C23E}"/>
                </a:ext>
              </a:extLst>
            </p:cNvPr>
            <p:cNvCxnSpPr>
              <a:cxnSpLocks/>
            </p:cNvCxnSpPr>
            <p:nvPr/>
          </p:nvCxnSpPr>
          <p:spPr>
            <a:xfrm>
              <a:off x="1314617" y="3533290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783">
              <a:extLst>
                <a:ext uri="{FF2B5EF4-FFF2-40B4-BE49-F238E27FC236}">
                  <a16:creationId xmlns:a16="http://schemas.microsoft.com/office/drawing/2014/main" id="{85A1081F-4220-FE20-7844-6AA3686C33F6}"/>
                </a:ext>
              </a:extLst>
            </p:cNvPr>
            <p:cNvCxnSpPr>
              <a:cxnSpLocks/>
            </p:cNvCxnSpPr>
            <p:nvPr/>
          </p:nvCxnSpPr>
          <p:spPr>
            <a:xfrm>
              <a:off x="1339128" y="3589848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784">
              <a:extLst>
                <a:ext uri="{FF2B5EF4-FFF2-40B4-BE49-F238E27FC236}">
                  <a16:creationId xmlns:a16="http://schemas.microsoft.com/office/drawing/2014/main" id="{3E48BFEC-DF48-36ED-7AB2-71396D7C34AA}"/>
                </a:ext>
              </a:extLst>
            </p:cNvPr>
            <p:cNvCxnSpPr/>
            <p:nvPr/>
          </p:nvCxnSpPr>
          <p:spPr>
            <a:xfrm>
              <a:off x="1100485" y="138876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1A28DEAB-1F0D-C170-0C1E-1AE6E5490758}"/>
                </a:ext>
              </a:extLst>
            </p:cNvPr>
            <p:cNvCxnSpPr/>
            <p:nvPr/>
          </p:nvCxnSpPr>
          <p:spPr>
            <a:xfrm>
              <a:off x="1633015" y="138876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787">
              <a:extLst>
                <a:ext uri="{FF2B5EF4-FFF2-40B4-BE49-F238E27FC236}">
                  <a16:creationId xmlns:a16="http://schemas.microsoft.com/office/drawing/2014/main" id="{9872A5C8-58D9-55E7-E8ED-B8F48BB86C35}"/>
                </a:ext>
              </a:extLst>
            </p:cNvPr>
            <p:cNvCxnSpPr>
              <a:cxnSpLocks/>
            </p:cNvCxnSpPr>
            <p:nvPr/>
          </p:nvCxnSpPr>
          <p:spPr>
            <a:xfrm>
              <a:off x="1100485" y="1400407"/>
              <a:ext cx="53253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788">
              <a:extLst>
                <a:ext uri="{FF2B5EF4-FFF2-40B4-BE49-F238E27FC236}">
                  <a16:creationId xmlns:a16="http://schemas.microsoft.com/office/drawing/2014/main" id="{EEA1FFD4-7073-1354-FEBA-DB9A044E3EEB}"/>
                </a:ext>
              </a:extLst>
            </p:cNvPr>
            <p:cNvCxnSpPr>
              <a:cxnSpLocks/>
            </p:cNvCxnSpPr>
            <p:nvPr/>
          </p:nvCxnSpPr>
          <p:spPr>
            <a:xfrm>
              <a:off x="1366750" y="106014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B913B9FF-E1AB-2C9D-5F55-C6FB83FAB1AD}"/>
                </a:ext>
              </a:extLst>
            </p:cNvPr>
            <p:cNvSpPr/>
            <p:nvPr/>
          </p:nvSpPr>
          <p:spPr>
            <a:xfrm rot="10800000">
              <a:off x="1633015" y="919999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94" name="Straight Connector 793">
              <a:extLst>
                <a:ext uri="{FF2B5EF4-FFF2-40B4-BE49-F238E27FC236}">
                  <a16:creationId xmlns:a16="http://schemas.microsoft.com/office/drawing/2014/main" id="{5F240B87-3060-4AD4-53AE-9956A86D3FC8}"/>
                </a:ext>
              </a:extLst>
            </p:cNvPr>
            <p:cNvCxnSpPr>
              <a:cxnSpLocks/>
            </p:cNvCxnSpPr>
            <p:nvPr/>
          </p:nvCxnSpPr>
          <p:spPr>
            <a:xfrm>
              <a:off x="1366750" y="107687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794">
              <a:extLst>
                <a:ext uri="{FF2B5EF4-FFF2-40B4-BE49-F238E27FC236}">
                  <a16:creationId xmlns:a16="http://schemas.microsoft.com/office/drawing/2014/main" id="{8F34A602-B6F3-EF8E-C4D5-EF42936EB4EE}"/>
                </a:ext>
              </a:extLst>
            </p:cNvPr>
            <p:cNvCxnSpPr>
              <a:cxnSpLocks/>
            </p:cNvCxnSpPr>
            <p:nvPr/>
          </p:nvCxnSpPr>
          <p:spPr>
            <a:xfrm>
              <a:off x="2272487" y="107702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6" name="Oval 795">
              <a:extLst>
                <a:ext uri="{FF2B5EF4-FFF2-40B4-BE49-F238E27FC236}">
                  <a16:creationId xmlns:a16="http://schemas.microsoft.com/office/drawing/2014/main" id="{8002ECFC-BC39-AD8C-CCC3-B13B2050A433}"/>
                </a:ext>
              </a:extLst>
            </p:cNvPr>
            <p:cNvSpPr/>
            <p:nvPr/>
          </p:nvSpPr>
          <p:spPr>
            <a:xfrm>
              <a:off x="2515475" y="1030321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97" name="Straight Connector 796">
              <a:extLst>
                <a:ext uri="{FF2B5EF4-FFF2-40B4-BE49-F238E27FC236}">
                  <a16:creationId xmlns:a16="http://schemas.microsoft.com/office/drawing/2014/main" id="{08D348B7-6694-983F-F4CB-23A62CD0524D}"/>
                </a:ext>
              </a:extLst>
            </p:cNvPr>
            <p:cNvCxnSpPr>
              <a:cxnSpLocks/>
            </p:cNvCxnSpPr>
            <p:nvPr/>
          </p:nvCxnSpPr>
          <p:spPr>
            <a:xfrm>
              <a:off x="2585299" y="1078187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01DB9DB7-2DE4-1036-8B0B-CFEC3792C643}"/>
                </a:ext>
              </a:extLst>
            </p:cNvPr>
            <p:cNvSpPr/>
            <p:nvPr/>
          </p:nvSpPr>
          <p:spPr>
            <a:xfrm rot="10800000">
              <a:off x="2851564" y="903737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03" name="Straight Connector 802">
              <a:extLst>
                <a:ext uri="{FF2B5EF4-FFF2-40B4-BE49-F238E27FC236}">
                  <a16:creationId xmlns:a16="http://schemas.microsoft.com/office/drawing/2014/main" id="{6D3A01E1-FCE0-0537-AAA6-9B0493F7AF73}"/>
                </a:ext>
              </a:extLst>
            </p:cNvPr>
            <p:cNvCxnSpPr>
              <a:cxnSpLocks/>
            </p:cNvCxnSpPr>
            <p:nvPr/>
          </p:nvCxnSpPr>
          <p:spPr>
            <a:xfrm>
              <a:off x="3491036" y="1067760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6" name="Rectangle 805">
              <a:extLst>
                <a:ext uri="{FF2B5EF4-FFF2-40B4-BE49-F238E27FC236}">
                  <a16:creationId xmlns:a16="http://schemas.microsoft.com/office/drawing/2014/main" id="{93D60C3C-6A39-515C-2D1E-5A714B5F8C0C}"/>
                </a:ext>
              </a:extLst>
            </p:cNvPr>
            <p:cNvSpPr/>
            <p:nvPr/>
          </p:nvSpPr>
          <p:spPr>
            <a:xfrm rot="10800000">
              <a:off x="3750376" y="911349"/>
              <a:ext cx="639472" cy="312821"/>
            </a:xfrm>
            <a:prstGeom prst="rect">
              <a:avLst/>
            </a:prstGeom>
            <a:solidFill>
              <a:srgbClr val="C00000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07" name="Straight Connector 806">
              <a:extLst>
                <a:ext uri="{FF2B5EF4-FFF2-40B4-BE49-F238E27FC236}">
                  <a16:creationId xmlns:a16="http://schemas.microsoft.com/office/drawing/2014/main" id="{5828D06E-FCBA-0250-A247-6951EB75F217}"/>
                </a:ext>
              </a:extLst>
            </p:cNvPr>
            <p:cNvCxnSpPr>
              <a:cxnSpLocks/>
            </p:cNvCxnSpPr>
            <p:nvPr/>
          </p:nvCxnSpPr>
          <p:spPr>
            <a:xfrm>
              <a:off x="4385911" y="106776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8" name="Rectangle 807">
              <a:extLst>
                <a:ext uri="{FF2B5EF4-FFF2-40B4-BE49-F238E27FC236}">
                  <a16:creationId xmlns:a16="http://schemas.microsoft.com/office/drawing/2014/main" id="{DEAA28CB-356F-E377-6329-5120DBDE0858}"/>
                </a:ext>
              </a:extLst>
            </p:cNvPr>
            <p:cNvSpPr/>
            <p:nvPr/>
          </p:nvSpPr>
          <p:spPr>
            <a:xfrm rot="10800000">
              <a:off x="4645251" y="911350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09" name="Straight Connector 808">
              <a:extLst>
                <a:ext uri="{FF2B5EF4-FFF2-40B4-BE49-F238E27FC236}">
                  <a16:creationId xmlns:a16="http://schemas.microsoft.com/office/drawing/2014/main" id="{98FD56A7-17F3-2972-B914-92FFD4E4C241}"/>
                </a:ext>
              </a:extLst>
            </p:cNvPr>
            <p:cNvCxnSpPr>
              <a:cxnSpLocks/>
            </p:cNvCxnSpPr>
            <p:nvPr/>
          </p:nvCxnSpPr>
          <p:spPr>
            <a:xfrm>
              <a:off x="5277798" y="107687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0" name="Oval 809">
              <a:extLst>
                <a:ext uri="{FF2B5EF4-FFF2-40B4-BE49-F238E27FC236}">
                  <a16:creationId xmlns:a16="http://schemas.microsoft.com/office/drawing/2014/main" id="{82AA13A0-D17F-718F-C369-2A5F8417A9AD}"/>
                </a:ext>
              </a:extLst>
            </p:cNvPr>
            <p:cNvSpPr/>
            <p:nvPr/>
          </p:nvSpPr>
          <p:spPr>
            <a:xfrm>
              <a:off x="5520786" y="1030168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89147543-5C9B-A3FD-D22D-E5DE4677B25B}"/>
                </a:ext>
              </a:extLst>
            </p:cNvPr>
            <p:cNvCxnSpPr>
              <a:cxnSpLocks/>
            </p:cNvCxnSpPr>
            <p:nvPr/>
          </p:nvCxnSpPr>
          <p:spPr>
            <a:xfrm>
              <a:off x="5590610" y="107803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4" name="Rectangle 813">
              <a:extLst>
                <a:ext uri="{FF2B5EF4-FFF2-40B4-BE49-F238E27FC236}">
                  <a16:creationId xmlns:a16="http://schemas.microsoft.com/office/drawing/2014/main" id="{BB62C2CA-8022-B294-5610-F670060B4313}"/>
                </a:ext>
              </a:extLst>
            </p:cNvPr>
            <p:cNvSpPr/>
            <p:nvPr/>
          </p:nvSpPr>
          <p:spPr>
            <a:xfrm rot="10800000">
              <a:off x="5856875" y="906434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15" name="Straight Connector 814">
              <a:extLst>
                <a:ext uri="{FF2B5EF4-FFF2-40B4-BE49-F238E27FC236}">
                  <a16:creationId xmlns:a16="http://schemas.microsoft.com/office/drawing/2014/main" id="{27E3F160-AC49-029A-B5C0-F9D745E49743}"/>
                </a:ext>
              </a:extLst>
            </p:cNvPr>
            <p:cNvCxnSpPr>
              <a:cxnSpLocks/>
            </p:cNvCxnSpPr>
            <p:nvPr/>
          </p:nvCxnSpPr>
          <p:spPr>
            <a:xfrm>
              <a:off x="6496347" y="107640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6" name="Rectangle 815">
              <a:extLst>
                <a:ext uri="{FF2B5EF4-FFF2-40B4-BE49-F238E27FC236}">
                  <a16:creationId xmlns:a16="http://schemas.microsoft.com/office/drawing/2014/main" id="{A531C836-5CD8-F945-EDF4-5895F499A211}"/>
                </a:ext>
              </a:extLst>
            </p:cNvPr>
            <p:cNvSpPr/>
            <p:nvPr/>
          </p:nvSpPr>
          <p:spPr>
            <a:xfrm rot="10800000">
              <a:off x="6755687" y="921554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17" name="Straight Connector 816">
              <a:extLst>
                <a:ext uri="{FF2B5EF4-FFF2-40B4-BE49-F238E27FC236}">
                  <a16:creationId xmlns:a16="http://schemas.microsoft.com/office/drawing/2014/main" id="{16EED346-E15D-5BED-A601-058D4474B57D}"/>
                </a:ext>
              </a:extLst>
            </p:cNvPr>
            <p:cNvCxnSpPr>
              <a:cxnSpLocks/>
            </p:cNvCxnSpPr>
            <p:nvPr/>
          </p:nvCxnSpPr>
          <p:spPr>
            <a:xfrm>
              <a:off x="7395159" y="107267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8" name="テキスト プレースホルダー 2">
              <a:extLst>
                <a:ext uri="{FF2B5EF4-FFF2-40B4-BE49-F238E27FC236}">
                  <a16:creationId xmlns:a16="http://schemas.microsoft.com/office/drawing/2014/main" id="{0DE310E1-4EC2-0AC9-4BC8-613FE0E1B429}"/>
                </a:ext>
              </a:extLst>
            </p:cNvPr>
            <p:cNvSpPr txBox="1">
              <a:spLocks/>
            </p:cNvSpPr>
            <p:nvPr/>
          </p:nvSpPr>
          <p:spPr>
            <a:xfrm>
              <a:off x="1741682" y="2861560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amb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0" name="テキスト プレースホルダー 2">
              <a:extLst>
                <a:ext uri="{FF2B5EF4-FFF2-40B4-BE49-F238E27FC236}">
                  <a16:creationId xmlns:a16="http://schemas.microsoft.com/office/drawing/2014/main" id="{76E051C4-D694-BF18-AEE7-796DEF02C3EB}"/>
                </a:ext>
              </a:extLst>
            </p:cNvPr>
            <p:cNvSpPr txBox="1">
              <a:spLocks/>
            </p:cNvSpPr>
            <p:nvPr/>
          </p:nvSpPr>
          <p:spPr>
            <a:xfrm>
              <a:off x="1695064" y="2285616"/>
              <a:ext cx="1218543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conv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1" name="テキスト プレースホルダー 2">
              <a:extLst>
                <a:ext uri="{FF2B5EF4-FFF2-40B4-BE49-F238E27FC236}">
                  <a16:creationId xmlns:a16="http://schemas.microsoft.com/office/drawing/2014/main" id="{74388682-69D3-DCD1-CE55-AB90AE96EBFA}"/>
                </a:ext>
              </a:extLst>
            </p:cNvPr>
            <p:cNvSpPr txBox="1">
              <a:spLocks/>
            </p:cNvSpPr>
            <p:nvPr/>
          </p:nvSpPr>
          <p:spPr>
            <a:xfrm>
              <a:off x="244476" y="2267615"/>
              <a:ext cx="923686" cy="522864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rad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2" name="テキスト プレースホルダー 2">
              <a:extLst>
                <a:ext uri="{FF2B5EF4-FFF2-40B4-BE49-F238E27FC236}">
                  <a16:creationId xmlns:a16="http://schemas.microsoft.com/office/drawing/2014/main" id="{B7BE57BC-D312-1E06-E550-39F567888509}"/>
                </a:ext>
              </a:extLst>
            </p:cNvPr>
            <p:cNvSpPr txBox="1">
              <a:spLocks/>
            </p:cNvSpPr>
            <p:nvPr/>
          </p:nvSpPr>
          <p:spPr>
            <a:xfrm>
              <a:off x="1481933" y="324637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3" name="テキスト プレースホルダー 2">
              <a:extLst>
                <a:ext uri="{FF2B5EF4-FFF2-40B4-BE49-F238E27FC236}">
                  <a16:creationId xmlns:a16="http://schemas.microsoft.com/office/drawing/2014/main" id="{322BF47B-AF01-22BA-9D17-B83A7478556D}"/>
                </a:ext>
              </a:extLst>
            </p:cNvPr>
            <p:cNvSpPr txBox="1">
              <a:spLocks/>
            </p:cNvSpPr>
            <p:nvPr/>
          </p:nvSpPr>
          <p:spPr>
            <a:xfrm>
              <a:off x="2735279" y="329532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5" name="テキスト プレースホルダー 2">
              <a:extLst>
                <a:ext uri="{FF2B5EF4-FFF2-40B4-BE49-F238E27FC236}">
                  <a16:creationId xmlns:a16="http://schemas.microsoft.com/office/drawing/2014/main" id="{F5F64E63-CD46-76AB-089C-8156DFCE17F7}"/>
                </a:ext>
              </a:extLst>
            </p:cNvPr>
            <p:cNvSpPr txBox="1">
              <a:spLocks/>
            </p:cNvSpPr>
            <p:nvPr/>
          </p:nvSpPr>
          <p:spPr>
            <a:xfrm>
              <a:off x="3643066" y="329532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TIM</a:t>
              </a:r>
            </a:p>
          </p:txBody>
        </p:sp>
        <p:sp>
          <p:nvSpPr>
            <p:cNvPr id="827" name="テキスト プレースホルダー 2">
              <a:extLst>
                <a:ext uri="{FF2B5EF4-FFF2-40B4-BE49-F238E27FC236}">
                  <a16:creationId xmlns:a16="http://schemas.microsoft.com/office/drawing/2014/main" id="{EB6016F4-C61A-ABC7-AD75-6F954879CD56}"/>
                </a:ext>
              </a:extLst>
            </p:cNvPr>
            <p:cNvSpPr txBox="1">
              <a:spLocks/>
            </p:cNvSpPr>
            <p:nvPr/>
          </p:nvSpPr>
          <p:spPr>
            <a:xfrm>
              <a:off x="4566752" y="329532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Np1</a:t>
              </a:r>
            </a:p>
          </p:txBody>
        </p:sp>
        <p:sp>
          <p:nvSpPr>
            <p:cNvPr id="829" name="テキスト プレースホルダー 2">
              <a:extLst>
                <a:ext uri="{FF2B5EF4-FFF2-40B4-BE49-F238E27FC236}">
                  <a16:creationId xmlns:a16="http://schemas.microsoft.com/office/drawing/2014/main" id="{87341E25-B5F4-77CA-01D2-800B311776A1}"/>
                </a:ext>
              </a:extLst>
            </p:cNvPr>
            <p:cNvSpPr txBox="1">
              <a:spLocks/>
            </p:cNvSpPr>
            <p:nvPr/>
          </p:nvSpPr>
          <p:spPr>
            <a:xfrm>
              <a:off x="5764077" y="310580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Np1</a:t>
              </a:r>
            </a:p>
          </p:txBody>
        </p:sp>
        <p:sp>
          <p:nvSpPr>
            <p:cNvPr id="830" name="Oval 829">
              <a:extLst>
                <a:ext uri="{FF2B5EF4-FFF2-40B4-BE49-F238E27FC236}">
                  <a16:creationId xmlns:a16="http://schemas.microsoft.com/office/drawing/2014/main" id="{764DEC08-3018-5F6C-618F-00163FD0034C}"/>
                </a:ext>
              </a:extLst>
            </p:cNvPr>
            <p:cNvSpPr/>
            <p:nvPr/>
          </p:nvSpPr>
          <p:spPr>
            <a:xfrm>
              <a:off x="2272487" y="1553649"/>
              <a:ext cx="579076" cy="579076"/>
            </a:xfrm>
            <a:prstGeom prst="ellips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34" name="Straight Arrow Connector 833">
              <a:extLst>
                <a:ext uri="{FF2B5EF4-FFF2-40B4-BE49-F238E27FC236}">
                  <a16:creationId xmlns:a16="http://schemas.microsoft.com/office/drawing/2014/main" id="{9FC9E70E-AB1F-B2B0-9B19-BAF88525F1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6700" y="1637989"/>
              <a:ext cx="5325" cy="410396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835">
              <a:extLst>
                <a:ext uri="{FF2B5EF4-FFF2-40B4-BE49-F238E27FC236}">
                  <a16:creationId xmlns:a16="http://schemas.microsoft.com/office/drawing/2014/main" id="{110EB7F7-473D-EA0D-0BD6-1B4DF0F850A4}"/>
                </a:ext>
              </a:extLst>
            </p:cNvPr>
            <p:cNvCxnSpPr>
              <a:cxnSpLocks/>
            </p:cNvCxnSpPr>
            <p:nvPr/>
          </p:nvCxnSpPr>
          <p:spPr>
            <a:xfrm>
              <a:off x="2565592" y="1123267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836">
              <a:extLst>
                <a:ext uri="{FF2B5EF4-FFF2-40B4-BE49-F238E27FC236}">
                  <a16:creationId xmlns:a16="http://schemas.microsoft.com/office/drawing/2014/main" id="{C6C1701E-604F-2D8F-7EC8-01139F354E9F}"/>
                </a:ext>
              </a:extLst>
            </p:cNvPr>
            <p:cNvCxnSpPr>
              <a:cxnSpLocks/>
            </p:cNvCxnSpPr>
            <p:nvPr/>
          </p:nvCxnSpPr>
          <p:spPr>
            <a:xfrm>
              <a:off x="2457105" y="2469719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837">
              <a:extLst>
                <a:ext uri="{FF2B5EF4-FFF2-40B4-BE49-F238E27FC236}">
                  <a16:creationId xmlns:a16="http://schemas.microsoft.com/office/drawing/2014/main" id="{58945C18-C090-29A8-94E7-6AB04079356A}"/>
                </a:ext>
              </a:extLst>
            </p:cNvPr>
            <p:cNvCxnSpPr/>
            <p:nvPr/>
          </p:nvCxnSpPr>
          <p:spPr>
            <a:xfrm>
              <a:off x="2566959" y="2141099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839">
              <a:extLst>
                <a:ext uri="{FF2B5EF4-FFF2-40B4-BE49-F238E27FC236}">
                  <a16:creationId xmlns:a16="http://schemas.microsoft.com/office/drawing/2014/main" id="{355AD080-D4F3-2DF4-BA35-3B8466364F94}"/>
                </a:ext>
              </a:extLst>
            </p:cNvPr>
            <p:cNvCxnSpPr>
              <a:cxnSpLocks/>
            </p:cNvCxnSpPr>
            <p:nvPr/>
          </p:nvCxnSpPr>
          <p:spPr>
            <a:xfrm>
              <a:off x="2511596" y="2520112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840">
              <a:extLst>
                <a:ext uri="{FF2B5EF4-FFF2-40B4-BE49-F238E27FC236}">
                  <a16:creationId xmlns:a16="http://schemas.microsoft.com/office/drawing/2014/main" id="{6E7726F2-BB93-60C3-AD73-A97EB7921D45}"/>
                </a:ext>
              </a:extLst>
            </p:cNvPr>
            <p:cNvCxnSpPr>
              <a:cxnSpLocks/>
            </p:cNvCxnSpPr>
            <p:nvPr/>
          </p:nvCxnSpPr>
          <p:spPr>
            <a:xfrm>
              <a:off x="2538488" y="2569526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2" name="Oval 841">
              <a:extLst>
                <a:ext uri="{FF2B5EF4-FFF2-40B4-BE49-F238E27FC236}">
                  <a16:creationId xmlns:a16="http://schemas.microsoft.com/office/drawing/2014/main" id="{0DDB902F-D61B-5E86-EBF0-1B6560B90E6F}"/>
                </a:ext>
              </a:extLst>
            </p:cNvPr>
            <p:cNvSpPr/>
            <p:nvPr/>
          </p:nvSpPr>
          <p:spPr>
            <a:xfrm>
              <a:off x="5277798" y="1553078"/>
              <a:ext cx="579076" cy="579076"/>
            </a:xfrm>
            <a:prstGeom prst="ellipse">
              <a:avLst/>
            </a:prstGeom>
            <a:noFill/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43" name="Straight Arrow Connector 842">
              <a:extLst>
                <a:ext uri="{FF2B5EF4-FFF2-40B4-BE49-F238E27FC236}">
                  <a16:creationId xmlns:a16="http://schemas.microsoft.com/office/drawing/2014/main" id="{FC4E6991-CAAC-2D0C-EF91-AED4BF59CA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62011" y="1637418"/>
              <a:ext cx="5325" cy="410396"/>
            </a:xfrm>
            <a:prstGeom prst="straightConnector1">
              <a:avLst/>
            </a:prstGeom>
            <a:ln w="38100">
              <a:solidFill>
                <a:srgbClr val="C559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843">
              <a:extLst>
                <a:ext uri="{FF2B5EF4-FFF2-40B4-BE49-F238E27FC236}">
                  <a16:creationId xmlns:a16="http://schemas.microsoft.com/office/drawing/2014/main" id="{F8297C4F-9BEE-8265-34C8-A6C656D51F4A}"/>
                </a:ext>
              </a:extLst>
            </p:cNvPr>
            <p:cNvCxnSpPr>
              <a:cxnSpLocks/>
            </p:cNvCxnSpPr>
            <p:nvPr/>
          </p:nvCxnSpPr>
          <p:spPr>
            <a:xfrm>
              <a:off x="5570903" y="1122696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844">
              <a:extLst>
                <a:ext uri="{FF2B5EF4-FFF2-40B4-BE49-F238E27FC236}">
                  <a16:creationId xmlns:a16="http://schemas.microsoft.com/office/drawing/2014/main" id="{C4AF9188-5C18-96DC-2A1B-B72E28254F63}"/>
                </a:ext>
              </a:extLst>
            </p:cNvPr>
            <p:cNvCxnSpPr>
              <a:cxnSpLocks/>
            </p:cNvCxnSpPr>
            <p:nvPr/>
          </p:nvCxnSpPr>
          <p:spPr>
            <a:xfrm>
              <a:off x="5452157" y="2469148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845">
              <a:extLst>
                <a:ext uri="{FF2B5EF4-FFF2-40B4-BE49-F238E27FC236}">
                  <a16:creationId xmlns:a16="http://schemas.microsoft.com/office/drawing/2014/main" id="{2D502278-2476-75CA-0E79-4AB5E37A94CA}"/>
                </a:ext>
              </a:extLst>
            </p:cNvPr>
            <p:cNvCxnSpPr/>
            <p:nvPr/>
          </p:nvCxnSpPr>
          <p:spPr>
            <a:xfrm>
              <a:off x="5562011" y="214052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846">
              <a:extLst>
                <a:ext uri="{FF2B5EF4-FFF2-40B4-BE49-F238E27FC236}">
                  <a16:creationId xmlns:a16="http://schemas.microsoft.com/office/drawing/2014/main" id="{9DC6F0E7-ACF4-9B41-CF37-3E636C47639D}"/>
                </a:ext>
              </a:extLst>
            </p:cNvPr>
            <p:cNvCxnSpPr>
              <a:cxnSpLocks/>
            </p:cNvCxnSpPr>
            <p:nvPr/>
          </p:nvCxnSpPr>
          <p:spPr>
            <a:xfrm>
              <a:off x="5509878" y="2523323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847">
              <a:extLst>
                <a:ext uri="{FF2B5EF4-FFF2-40B4-BE49-F238E27FC236}">
                  <a16:creationId xmlns:a16="http://schemas.microsoft.com/office/drawing/2014/main" id="{FA0B8732-71AF-9ACB-B26B-ACBB0D473EA5}"/>
                </a:ext>
              </a:extLst>
            </p:cNvPr>
            <p:cNvCxnSpPr>
              <a:cxnSpLocks/>
            </p:cNvCxnSpPr>
            <p:nvPr/>
          </p:nvCxnSpPr>
          <p:spPr>
            <a:xfrm>
              <a:off x="5534389" y="2575117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9" name="テキスト プレースホルダー 2">
              <a:extLst>
                <a:ext uri="{FF2B5EF4-FFF2-40B4-BE49-F238E27FC236}">
                  <a16:creationId xmlns:a16="http://schemas.microsoft.com/office/drawing/2014/main" id="{B028C95C-E758-7EEA-2969-7B9ED41802F9}"/>
                </a:ext>
              </a:extLst>
            </p:cNvPr>
            <p:cNvSpPr txBox="1">
              <a:spLocks/>
            </p:cNvSpPr>
            <p:nvPr/>
          </p:nvSpPr>
          <p:spPr>
            <a:xfrm>
              <a:off x="6687763" y="304367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ins</a:t>
              </a:r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19A2AD83-9D20-F787-8C65-D740FB0E2B4B}"/>
                </a:ext>
              </a:extLst>
            </p:cNvPr>
            <p:cNvSpPr/>
            <p:nvPr/>
          </p:nvSpPr>
          <p:spPr>
            <a:xfrm rot="10800000">
              <a:off x="7685013" y="920828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51" name="Straight Connector 850">
              <a:extLst>
                <a:ext uri="{FF2B5EF4-FFF2-40B4-BE49-F238E27FC236}">
                  <a16:creationId xmlns:a16="http://schemas.microsoft.com/office/drawing/2014/main" id="{F5E98027-66FC-4745-C948-5BAB48D978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7560" y="108634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2" name="Oval 851">
              <a:extLst>
                <a:ext uri="{FF2B5EF4-FFF2-40B4-BE49-F238E27FC236}">
                  <a16:creationId xmlns:a16="http://schemas.microsoft.com/office/drawing/2014/main" id="{7679AA4C-197B-0D49-F374-C4E566BF41BF}"/>
                </a:ext>
              </a:extLst>
            </p:cNvPr>
            <p:cNvSpPr/>
            <p:nvPr/>
          </p:nvSpPr>
          <p:spPr>
            <a:xfrm>
              <a:off x="8560548" y="1039646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53" name="Straight Connector 852">
              <a:extLst>
                <a:ext uri="{FF2B5EF4-FFF2-40B4-BE49-F238E27FC236}">
                  <a16:creationId xmlns:a16="http://schemas.microsoft.com/office/drawing/2014/main" id="{673D27E0-3CB9-EB79-858F-FF1182CF76DD}"/>
                </a:ext>
              </a:extLst>
            </p:cNvPr>
            <p:cNvCxnSpPr>
              <a:cxnSpLocks/>
            </p:cNvCxnSpPr>
            <p:nvPr/>
          </p:nvCxnSpPr>
          <p:spPr>
            <a:xfrm>
              <a:off x="8630372" y="1087512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CF0DE12F-BE6D-EDF9-080F-D58038ABFABD}"/>
                </a:ext>
              </a:extLst>
            </p:cNvPr>
            <p:cNvSpPr/>
            <p:nvPr/>
          </p:nvSpPr>
          <p:spPr>
            <a:xfrm rot="10800000">
              <a:off x="8896637" y="915912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55" name="Straight Connector 854">
              <a:extLst>
                <a:ext uri="{FF2B5EF4-FFF2-40B4-BE49-F238E27FC236}">
                  <a16:creationId xmlns:a16="http://schemas.microsoft.com/office/drawing/2014/main" id="{078503DB-1EFF-CFFE-C87F-7808725BA72B}"/>
                </a:ext>
              </a:extLst>
            </p:cNvPr>
            <p:cNvCxnSpPr>
              <a:cxnSpLocks/>
            </p:cNvCxnSpPr>
            <p:nvPr/>
          </p:nvCxnSpPr>
          <p:spPr>
            <a:xfrm>
              <a:off x="9536109" y="1085887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051BA650-0200-3017-40DD-E571934F8905}"/>
                </a:ext>
              </a:extLst>
            </p:cNvPr>
            <p:cNvSpPr/>
            <p:nvPr/>
          </p:nvSpPr>
          <p:spPr>
            <a:xfrm rot="10800000">
              <a:off x="9795449" y="931032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57" name="Straight Connector 856">
              <a:extLst>
                <a:ext uri="{FF2B5EF4-FFF2-40B4-BE49-F238E27FC236}">
                  <a16:creationId xmlns:a16="http://schemas.microsoft.com/office/drawing/2014/main" id="{3A73A3F2-9ABA-CE48-54D6-3F675573DC4C}"/>
                </a:ext>
              </a:extLst>
            </p:cNvPr>
            <p:cNvCxnSpPr>
              <a:cxnSpLocks/>
            </p:cNvCxnSpPr>
            <p:nvPr/>
          </p:nvCxnSpPr>
          <p:spPr>
            <a:xfrm>
              <a:off x="10434921" y="108215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8" name="テキスト プレースホルダー 2">
              <a:extLst>
                <a:ext uri="{FF2B5EF4-FFF2-40B4-BE49-F238E27FC236}">
                  <a16:creationId xmlns:a16="http://schemas.microsoft.com/office/drawing/2014/main" id="{695973AB-2C43-15AF-CC19-624FC4ACE653}"/>
                </a:ext>
              </a:extLst>
            </p:cNvPr>
            <p:cNvSpPr txBox="1">
              <a:spLocks/>
            </p:cNvSpPr>
            <p:nvPr/>
          </p:nvSpPr>
          <p:spPr>
            <a:xfrm>
              <a:off x="7606514" y="339010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Ns2</a:t>
              </a:r>
            </a:p>
          </p:txBody>
        </p:sp>
        <p:sp>
          <p:nvSpPr>
            <p:cNvPr id="859" name="テキスト プレースホルダー 2">
              <a:extLst>
                <a:ext uri="{FF2B5EF4-FFF2-40B4-BE49-F238E27FC236}">
                  <a16:creationId xmlns:a16="http://schemas.microsoft.com/office/drawing/2014/main" id="{F4EE68DE-1636-F8C9-55B7-017E739E8525}"/>
                </a:ext>
              </a:extLst>
            </p:cNvPr>
            <p:cNvSpPr txBox="1">
              <a:spLocks/>
            </p:cNvSpPr>
            <p:nvPr/>
          </p:nvSpPr>
          <p:spPr>
            <a:xfrm>
              <a:off x="8803839" y="320058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Ns2</a:t>
              </a:r>
            </a:p>
          </p:txBody>
        </p:sp>
        <p:sp>
          <p:nvSpPr>
            <p:cNvPr id="860" name="Oval 859">
              <a:extLst>
                <a:ext uri="{FF2B5EF4-FFF2-40B4-BE49-F238E27FC236}">
                  <a16:creationId xmlns:a16="http://schemas.microsoft.com/office/drawing/2014/main" id="{49C062C0-1E6F-7AD3-E5FF-B730F1E50A6C}"/>
                </a:ext>
              </a:extLst>
            </p:cNvPr>
            <p:cNvSpPr/>
            <p:nvPr/>
          </p:nvSpPr>
          <p:spPr>
            <a:xfrm>
              <a:off x="8317560" y="1562556"/>
              <a:ext cx="579076" cy="579076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61" name="Straight Arrow Connector 860">
              <a:extLst>
                <a:ext uri="{FF2B5EF4-FFF2-40B4-BE49-F238E27FC236}">
                  <a16:creationId xmlns:a16="http://schemas.microsoft.com/office/drawing/2014/main" id="{F8D5A0BF-F140-4E6F-6618-07AE714CF1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01773" y="1646896"/>
              <a:ext cx="5325" cy="41039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861">
              <a:extLst>
                <a:ext uri="{FF2B5EF4-FFF2-40B4-BE49-F238E27FC236}">
                  <a16:creationId xmlns:a16="http://schemas.microsoft.com/office/drawing/2014/main" id="{3034E6EA-4EFC-5B08-5B3D-27D567AE156D}"/>
                </a:ext>
              </a:extLst>
            </p:cNvPr>
            <p:cNvCxnSpPr>
              <a:cxnSpLocks/>
            </p:cNvCxnSpPr>
            <p:nvPr/>
          </p:nvCxnSpPr>
          <p:spPr>
            <a:xfrm>
              <a:off x="8610665" y="1132174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Straight Connector 862">
              <a:extLst>
                <a:ext uri="{FF2B5EF4-FFF2-40B4-BE49-F238E27FC236}">
                  <a16:creationId xmlns:a16="http://schemas.microsoft.com/office/drawing/2014/main" id="{E2478878-AA2B-99A5-F797-874CDDE416FF}"/>
                </a:ext>
              </a:extLst>
            </p:cNvPr>
            <p:cNvCxnSpPr/>
            <p:nvPr/>
          </p:nvCxnSpPr>
          <p:spPr>
            <a:xfrm>
              <a:off x="8601773" y="2150006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4" name="テキスト プレースホルダー 2">
              <a:extLst>
                <a:ext uri="{FF2B5EF4-FFF2-40B4-BE49-F238E27FC236}">
                  <a16:creationId xmlns:a16="http://schemas.microsoft.com/office/drawing/2014/main" id="{651BB088-BF9B-B5B4-C731-E216798E4BDB}"/>
                </a:ext>
              </a:extLst>
            </p:cNvPr>
            <p:cNvSpPr txBox="1">
              <a:spLocks/>
            </p:cNvSpPr>
            <p:nvPr/>
          </p:nvSpPr>
          <p:spPr>
            <a:xfrm>
              <a:off x="9727525" y="313845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ins</a:t>
              </a:r>
            </a:p>
          </p:txBody>
        </p:sp>
        <p:sp>
          <p:nvSpPr>
            <p:cNvPr id="936" name="テキスト プレースホルダー 2">
              <a:extLst>
                <a:ext uri="{FF2B5EF4-FFF2-40B4-BE49-F238E27FC236}">
                  <a16:creationId xmlns:a16="http://schemas.microsoft.com/office/drawing/2014/main" id="{49B20F0F-FC8B-762E-860E-8ABACDD50D4D}"/>
                </a:ext>
              </a:extLst>
            </p:cNvPr>
            <p:cNvSpPr txBox="1">
              <a:spLocks/>
            </p:cNvSpPr>
            <p:nvPr/>
          </p:nvSpPr>
          <p:spPr>
            <a:xfrm>
              <a:off x="4329188" y="1521437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2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Np1</a:t>
              </a:r>
            </a:p>
          </p:txBody>
        </p:sp>
        <p:sp>
          <p:nvSpPr>
            <p:cNvPr id="937" name="テキスト プレースホルダー 2">
              <a:extLst>
                <a:ext uri="{FF2B5EF4-FFF2-40B4-BE49-F238E27FC236}">
                  <a16:creationId xmlns:a16="http://schemas.microsoft.com/office/drawing/2014/main" id="{DE333651-4404-A264-7F77-AAC20EBF17C2}"/>
                </a:ext>
              </a:extLst>
            </p:cNvPr>
            <p:cNvSpPr txBox="1">
              <a:spLocks/>
            </p:cNvSpPr>
            <p:nvPr/>
          </p:nvSpPr>
          <p:spPr>
            <a:xfrm>
              <a:off x="7399600" y="1521437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2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Ns1</a:t>
              </a:r>
            </a:p>
          </p:txBody>
        </p:sp>
        <p:sp>
          <p:nvSpPr>
            <p:cNvPr id="940" name="テキスト プレースホルダー 2">
              <a:extLst>
                <a:ext uri="{FF2B5EF4-FFF2-40B4-BE49-F238E27FC236}">
                  <a16:creationId xmlns:a16="http://schemas.microsoft.com/office/drawing/2014/main" id="{28F2A845-52E1-A560-B0DA-9F0519CD6110}"/>
                </a:ext>
              </a:extLst>
            </p:cNvPr>
            <p:cNvSpPr txBox="1">
              <a:spLocks/>
            </p:cNvSpPr>
            <p:nvPr/>
          </p:nvSpPr>
          <p:spPr>
            <a:xfrm>
              <a:off x="2871554" y="1586405"/>
              <a:ext cx="122259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42" name="テキスト プレースホルダー 2">
              <a:extLst>
                <a:ext uri="{FF2B5EF4-FFF2-40B4-BE49-F238E27FC236}">
                  <a16:creationId xmlns:a16="http://schemas.microsoft.com/office/drawing/2014/main" id="{5CFDA2A1-30F7-B26F-8A35-EFB73633272C}"/>
                </a:ext>
              </a:extLst>
            </p:cNvPr>
            <p:cNvSpPr txBox="1">
              <a:spLocks/>
            </p:cNvSpPr>
            <p:nvPr/>
          </p:nvSpPr>
          <p:spPr>
            <a:xfrm>
              <a:off x="3747580" y="766813"/>
              <a:ext cx="2088400" cy="177905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3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endParaRPr kumimoji="1" lang="en-US" altLang="ja-JP" sz="3200" baseline="-2500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43" name="テキスト プレースホルダー 2">
              <a:extLst>
                <a:ext uri="{FF2B5EF4-FFF2-40B4-BE49-F238E27FC236}">
                  <a16:creationId xmlns:a16="http://schemas.microsoft.com/office/drawing/2014/main" id="{477F2F39-6885-0F10-A782-E63EDCB9961F}"/>
                </a:ext>
              </a:extLst>
            </p:cNvPr>
            <p:cNvSpPr txBox="1">
              <a:spLocks/>
            </p:cNvSpPr>
            <p:nvPr/>
          </p:nvSpPr>
          <p:spPr>
            <a:xfrm>
              <a:off x="3899980" y="2979489"/>
              <a:ext cx="2088400" cy="177905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3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endParaRPr kumimoji="1" lang="en-US" altLang="ja-JP" sz="3200" baseline="-2500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44" name="Straight Connector 943">
              <a:extLst>
                <a:ext uri="{FF2B5EF4-FFF2-40B4-BE49-F238E27FC236}">
                  <a16:creationId xmlns:a16="http://schemas.microsoft.com/office/drawing/2014/main" id="{14AF74C6-0D73-7FBB-CDE1-DDF81B499A04}"/>
                </a:ext>
              </a:extLst>
            </p:cNvPr>
            <p:cNvCxnSpPr>
              <a:cxnSpLocks/>
            </p:cNvCxnSpPr>
            <p:nvPr/>
          </p:nvCxnSpPr>
          <p:spPr>
            <a:xfrm>
              <a:off x="8492069" y="2480979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B32D7FD1-CD03-278D-12C6-0B4AF3009F47}"/>
                </a:ext>
              </a:extLst>
            </p:cNvPr>
            <p:cNvCxnSpPr>
              <a:cxnSpLocks/>
            </p:cNvCxnSpPr>
            <p:nvPr/>
          </p:nvCxnSpPr>
          <p:spPr>
            <a:xfrm>
              <a:off x="8549790" y="2535154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3352F1DD-5EB0-BB9B-F951-7440E50B1CD2}"/>
                </a:ext>
              </a:extLst>
            </p:cNvPr>
            <p:cNvCxnSpPr>
              <a:cxnSpLocks/>
            </p:cNvCxnSpPr>
            <p:nvPr/>
          </p:nvCxnSpPr>
          <p:spPr>
            <a:xfrm>
              <a:off x="8574301" y="2586948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7380C055-D41E-E2A5-B79A-8B18D3C9577C}"/>
                </a:ext>
              </a:extLst>
            </p:cNvPr>
            <p:cNvSpPr/>
            <p:nvPr/>
          </p:nvSpPr>
          <p:spPr>
            <a:xfrm rot="5400000">
              <a:off x="839743" y="5261716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C45C4402-5EC7-BBF8-7B30-622D15AB0665}"/>
                </a:ext>
              </a:extLst>
            </p:cNvPr>
            <p:cNvSpPr/>
            <p:nvPr/>
          </p:nvSpPr>
          <p:spPr>
            <a:xfrm rot="5400000">
              <a:off x="1377733" y="5261716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67" name="Straight Connector 866">
              <a:extLst>
                <a:ext uri="{FF2B5EF4-FFF2-40B4-BE49-F238E27FC236}">
                  <a16:creationId xmlns:a16="http://schemas.microsoft.com/office/drawing/2014/main" id="{10B302BC-E4BC-A7A2-D7E5-7BEC68C94D53}"/>
                </a:ext>
              </a:extLst>
            </p:cNvPr>
            <p:cNvCxnSpPr>
              <a:cxnSpLocks/>
              <a:stCxn id="865" idx="3"/>
            </p:cNvCxnSpPr>
            <p:nvPr/>
          </p:nvCxnSpPr>
          <p:spPr>
            <a:xfrm>
              <a:off x="1159479" y="573786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Straight Connector 867">
              <a:extLst>
                <a:ext uri="{FF2B5EF4-FFF2-40B4-BE49-F238E27FC236}">
                  <a16:creationId xmlns:a16="http://schemas.microsoft.com/office/drawing/2014/main" id="{1042F0E5-FAC3-27E7-AD63-41EEC1E64286}"/>
                </a:ext>
              </a:extLst>
            </p:cNvPr>
            <p:cNvCxnSpPr/>
            <p:nvPr/>
          </p:nvCxnSpPr>
          <p:spPr>
            <a:xfrm>
              <a:off x="1692009" y="573786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868">
              <a:extLst>
                <a:ext uri="{FF2B5EF4-FFF2-40B4-BE49-F238E27FC236}">
                  <a16:creationId xmlns:a16="http://schemas.microsoft.com/office/drawing/2014/main" id="{C61DDCE5-843B-EB43-BD58-4131EEDDCC8B}"/>
                </a:ext>
              </a:extLst>
            </p:cNvPr>
            <p:cNvCxnSpPr>
              <a:cxnSpLocks/>
            </p:cNvCxnSpPr>
            <p:nvPr/>
          </p:nvCxnSpPr>
          <p:spPr>
            <a:xfrm>
              <a:off x="1159479" y="6066483"/>
              <a:ext cx="532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869">
              <a:extLst>
                <a:ext uri="{FF2B5EF4-FFF2-40B4-BE49-F238E27FC236}">
                  <a16:creationId xmlns:a16="http://schemas.microsoft.com/office/drawing/2014/main" id="{144BAC47-A49B-9236-04D2-3E9718966B82}"/>
                </a:ext>
              </a:extLst>
            </p:cNvPr>
            <p:cNvCxnSpPr>
              <a:cxnSpLocks/>
            </p:cNvCxnSpPr>
            <p:nvPr/>
          </p:nvCxnSpPr>
          <p:spPr>
            <a:xfrm>
              <a:off x="1425744" y="606648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870">
              <a:extLst>
                <a:ext uri="{FF2B5EF4-FFF2-40B4-BE49-F238E27FC236}">
                  <a16:creationId xmlns:a16="http://schemas.microsoft.com/office/drawing/2014/main" id="{20CDC3ED-C2F5-670D-87CA-FDA7D41FBAED}"/>
                </a:ext>
              </a:extLst>
            </p:cNvPr>
            <p:cNvCxnSpPr>
              <a:cxnSpLocks/>
            </p:cNvCxnSpPr>
            <p:nvPr/>
          </p:nvCxnSpPr>
          <p:spPr>
            <a:xfrm>
              <a:off x="1190581" y="6395103"/>
              <a:ext cx="4733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Straight Connector 871">
              <a:extLst>
                <a:ext uri="{FF2B5EF4-FFF2-40B4-BE49-F238E27FC236}">
                  <a16:creationId xmlns:a16="http://schemas.microsoft.com/office/drawing/2014/main" id="{C07B8A34-62CA-9E21-DE4E-93157B051C86}"/>
                </a:ext>
              </a:extLst>
            </p:cNvPr>
            <p:cNvCxnSpPr>
              <a:cxnSpLocks/>
            </p:cNvCxnSpPr>
            <p:nvPr/>
          </p:nvCxnSpPr>
          <p:spPr>
            <a:xfrm>
              <a:off x="1265260" y="6531495"/>
              <a:ext cx="3209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872">
              <a:extLst>
                <a:ext uri="{FF2B5EF4-FFF2-40B4-BE49-F238E27FC236}">
                  <a16:creationId xmlns:a16="http://schemas.microsoft.com/office/drawing/2014/main" id="{408B5C8A-9D2D-292F-7D37-6836708829E0}"/>
                </a:ext>
              </a:extLst>
            </p:cNvPr>
            <p:cNvCxnSpPr>
              <a:cxnSpLocks/>
            </p:cNvCxnSpPr>
            <p:nvPr/>
          </p:nvCxnSpPr>
          <p:spPr>
            <a:xfrm>
              <a:off x="1315890" y="6860115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873">
              <a:extLst>
                <a:ext uri="{FF2B5EF4-FFF2-40B4-BE49-F238E27FC236}">
                  <a16:creationId xmlns:a16="http://schemas.microsoft.com/office/drawing/2014/main" id="{EB15B874-A826-882B-45A6-D5C49D4AF26E}"/>
                </a:ext>
              </a:extLst>
            </p:cNvPr>
            <p:cNvCxnSpPr/>
            <p:nvPr/>
          </p:nvCxnSpPr>
          <p:spPr>
            <a:xfrm>
              <a:off x="1425744" y="6531495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874">
              <a:extLst>
                <a:ext uri="{FF2B5EF4-FFF2-40B4-BE49-F238E27FC236}">
                  <a16:creationId xmlns:a16="http://schemas.microsoft.com/office/drawing/2014/main" id="{BB13E4C0-1938-16EF-B815-0A7EB75A0B6C}"/>
                </a:ext>
              </a:extLst>
            </p:cNvPr>
            <p:cNvCxnSpPr>
              <a:cxnSpLocks/>
            </p:cNvCxnSpPr>
            <p:nvPr/>
          </p:nvCxnSpPr>
          <p:spPr>
            <a:xfrm>
              <a:off x="1373611" y="6897623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875">
              <a:extLst>
                <a:ext uri="{FF2B5EF4-FFF2-40B4-BE49-F238E27FC236}">
                  <a16:creationId xmlns:a16="http://schemas.microsoft.com/office/drawing/2014/main" id="{6B17DF43-043A-E6B3-0657-086A4BD4461B}"/>
                </a:ext>
              </a:extLst>
            </p:cNvPr>
            <p:cNvCxnSpPr>
              <a:cxnSpLocks/>
            </p:cNvCxnSpPr>
            <p:nvPr/>
          </p:nvCxnSpPr>
          <p:spPr>
            <a:xfrm>
              <a:off x="1398122" y="6935131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876">
              <a:extLst>
                <a:ext uri="{FF2B5EF4-FFF2-40B4-BE49-F238E27FC236}">
                  <a16:creationId xmlns:a16="http://schemas.microsoft.com/office/drawing/2014/main" id="{95AC352E-FF1D-5F30-853B-C5A5777FE7D1}"/>
                </a:ext>
              </a:extLst>
            </p:cNvPr>
            <p:cNvCxnSpPr/>
            <p:nvPr/>
          </p:nvCxnSpPr>
          <p:spPr>
            <a:xfrm>
              <a:off x="1159479" y="476977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877">
              <a:extLst>
                <a:ext uri="{FF2B5EF4-FFF2-40B4-BE49-F238E27FC236}">
                  <a16:creationId xmlns:a16="http://schemas.microsoft.com/office/drawing/2014/main" id="{090CC1B4-1000-CAF8-13D8-C7A2447317C2}"/>
                </a:ext>
              </a:extLst>
            </p:cNvPr>
            <p:cNvCxnSpPr/>
            <p:nvPr/>
          </p:nvCxnSpPr>
          <p:spPr>
            <a:xfrm>
              <a:off x="1692009" y="476977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878">
              <a:extLst>
                <a:ext uri="{FF2B5EF4-FFF2-40B4-BE49-F238E27FC236}">
                  <a16:creationId xmlns:a16="http://schemas.microsoft.com/office/drawing/2014/main" id="{75E6BF20-7707-F6BB-C8FF-DF60528E7318}"/>
                </a:ext>
              </a:extLst>
            </p:cNvPr>
            <p:cNvCxnSpPr>
              <a:cxnSpLocks/>
            </p:cNvCxnSpPr>
            <p:nvPr/>
          </p:nvCxnSpPr>
          <p:spPr>
            <a:xfrm>
              <a:off x="1159479" y="4781409"/>
              <a:ext cx="53253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879">
              <a:extLst>
                <a:ext uri="{FF2B5EF4-FFF2-40B4-BE49-F238E27FC236}">
                  <a16:creationId xmlns:a16="http://schemas.microsoft.com/office/drawing/2014/main" id="{A6DA4A51-0435-0A2E-37B8-7244416F5D5D}"/>
                </a:ext>
              </a:extLst>
            </p:cNvPr>
            <p:cNvCxnSpPr>
              <a:cxnSpLocks/>
            </p:cNvCxnSpPr>
            <p:nvPr/>
          </p:nvCxnSpPr>
          <p:spPr>
            <a:xfrm>
              <a:off x="1425744" y="444115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1" name="Rectangle 880">
              <a:extLst>
                <a:ext uri="{FF2B5EF4-FFF2-40B4-BE49-F238E27FC236}">
                  <a16:creationId xmlns:a16="http://schemas.microsoft.com/office/drawing/2014/main" id="{3D888BD0-7673-59BE-435B-3EDBC1B138CE}"/>
                </a:ext>
              </a:extLst>
            </p:cNvPr>
            <p:cNvSpPr/>
            <p:nvPr/>
          </p:nvSpPr>
          <p:spPr>
            <a:xfrm rot="10800000">
              <a:off x="1692009" y="4301001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82" name="Straight Connector 881">
              <a:extLst>
                <a:ext uri="{FF2B5EF4-FFF2-40B4-BE49-F238E27FC236}">
                  <a16:creationId xmlns:a16="http://schemas.microsoft.com/office/drawing/2014/main" id="{D080FAB8-6E54-BF99-E437-0086A1BFECC4}"/>
                </a:ext>
              </a:extLst>
            </p:cNvPr>
            <p:cNvCxnSpPr>
              <a:cxnSpLocks/>
            </p:cNvCxnSpPr>
            <p:nvPr/>
          </p:nvCxnSpPr>
          <p:spPr>
            <a:xfrm>
              <a:off x="1425744" y="4457873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882">
              <a:extLst>
                <a:ext uri="{FF2B5EF4-FFF2-40B4-BE49-F238E27FC236}">
                  <a16:creationId xmlns:a16="http://schemas.microsoft.com/office/drawing/2014/main" id="{20B8C057-3D6F-07CA-F00D-AE6BF0E717C4}"/>
                </a:ext>
              </a:extLst>
            </p:cNvPr>
            <p:cNvCxnSpPr>
              <a:cxnSpLocks/>
            </p:cNvCxnSpPr>
            <p:nvPr/>
          </p:nvCxnSpPr>
          <p:spPr>
            <a:xfrm>
              <a:off x="2331481" y="445802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4" name="Oval 883">
              <a:extLst>
                <a:ext uri="{FF2B5EF4-FFF2-40B4-BE49-F238E27FC236}">
                  <a16:creationId xmlns:a16="http://schemas.microsoft.com/office/drawing/2014/main" id="{D79E24B6-7EAA-F715-1531-FF64ECB12C2E}"/>
                </a:ext>
              </a:extLst>
            </p:cNvPr>
            <p:cNvSpPr/>
            <p:nvPr/>
          </p:nvSpPr>
          <p:spPr>
            <a:xfrm>
              <a:off x="2574469" y="4411323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85" name="Straight Connector 884">
              <a:extLst>
                <a:ext uri="{FF2B5EF4-FFF2-40B4-BE49-F238E27FC236}">
                  <a16:creationId xmlns:a16="http://schemas.microsoft.com/office/drawing/2014/main" id="{488733D8-9746-F55E-FED3-516EFE54B309}"/>
                </a:ext>
              </a:extLst>
            </p:cNvPr>
            <p:cNvCxnSpPr>
              <a:cxnSpLocks/>
            </p:cNvCxnSpPr>
            <p:nvPr/>
          </p:nvCxnSpPr>
          <p:spPr>
            <a:xfrm>
              <a:off x="2644293" y="445918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6" name="Rectangle 885">
              <a:extLst>
                <a:ext uri="{FF2B5EF4-FFF2-40B4-BE49-F238E27FC236}">
                  <a16:creationId xmlns:a16="http://schemas.microsoft.com/office/drawing/2014/main" id="{8C0E1EE5-B839-C64B-4655-889F9C0B6805}"/>
                </a:ext>
              </a:extLst>
            </p:cNvPr>
            <p:cNvSpPr/>
            <p:nvPr/>
          </p:nvSpPr>
          <p:spPr>
            <a:xfrm rot="10800000">
              <a:off x="2910558" y="4284739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87" name="Straight Connector 886">
              <a:extLst>
                <a:ext uri="{FF2B5EF4-FFF2-40B4-BE49-F238E27FC236}">
                  <a16:creationId xmlns:a16="http://schemas.microsoft.com/office/drawing/2014/main" id="{8535128B-6722-8982-57D0-22D0C5AC92BD}"/>
                </a:ext>
              </a:extLst>
            </p:cNvPr>
            <p:cNvCxnSpPr>
              <a:cxnSpLocks/>
            </p:cNvCxnSpPr>
            <p:nvPr/>
          </p:nvCxnSpPr>
          <p:spPr>
            <a:xfrm>
              <a:off x="3550030" y="4448762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8" name="Rectangle 887">
              <a:extLst>
                <a:ext uri="{FF2B5EF4-FFF2-40B4-BE49-F238E27FC236}">
                  <a16:creationId xmlns:a16="http://schemas.microsoft.com/office/drawing/2014/main" id="{7775F9FF-8C3A-D759-5E34-5E0B41B5ADF4}"/>
                </a:ext>
              </a:extLst>
            </p:cNvPr>
            <p:cNvSpPr/>
            <p:nvPr/>
          </p:nvSpPr>
          <p:spPr>
            <a:xfrm rot="10800000">
              <a:off x="3809370" y="4292351"/>
              <a:ext cx="639472" cy="312821"/>
            </a:xfrm>
            <a:prstGeom prst="rect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902CDAC9-A050-862D-E452-67AF144958E5}"/>
                </a:ext>
              </a:extLst>
            </p:cNvPr>
            <p:cNvCxnSpPr>
              <a:cxnSpLocks/>
            </p:cNvCxnSpPr>
            <p:nvPr/>
          </p:nvCxnSpPr>
          <p:spPr>
            <a:xfrm>
              <a:off x="4444905" y="4448763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0" name="Rectangle 889">
              <a:extLst>
                <a:ext uri="{FF2B5EF4-FFF2-40B4-BE49-F238E27FC236}">
                  <a16:creationId xmlns:a16="http://schemas.microsoft.com/office/drawing/2014/main" id="{9A1F4CFD-EB97-329D-EB5A-82FCA09AB8CD}"/>
                </a:ext>
              </a:extLst>
            </p:cNvPr>
            <p:cNvSpPr/>
            <p:nvPr/>
          </p:nvSpPr>
          <p:spPr>
            <a:xfrm rot="10800000">
              <a:off x="4704245" y="4292352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FE250241-5789-1358-CBE9-0183FDE12222}"/>
                </a:ext>
              </a:extLst>
            </p:cNvPr>
            <p:cNvCxnSpPr>
              <a:cxnSpLocks/>
            </p:cNvCxnSpPr>
            <p:nvPr/>
          </p:nvCxnSpPr>
          <p:spPr>
            <a:xfrm>
              <a:off x="5336792" y="4457873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2" name="Oval 891">
              <a:extLst>
                <a:ext uri="{FF2B5EF4-FFF2-40B4-BE49-F238E27FC236}">
                  <a16:creationId xmlns:a16="http://schemas.microsoft.com/office/drawing/2014/main" id="{19BF2920-1CA6-F56B-1773-D1B0F96D6B39}"/>
                </a:ext>
              </a:extLst>
            </p:cNvPr>
            <p:cNvSpPr/>
            <p:nvPr/>
          </p:nvSpPr>
          <p:spPr>
            <a:xfrm>
              <a:off x="5579780" y="4411170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93" name="Straight Connector 892">
              <a:extLst>
                <a:ext uri="{FF2B5EF4-FFF2-40B4-BE49-F238E27FC236}">
                  <a16:creationId xmlns:a16="http://schemas.microsoft.com/office/drawing/2014/main" id="{A0A392EA-8222-754D-DDEB-22053D20E6CA}"/>
                </a:ext>
              </a:extLst>
            </p:cNvPr>
            <p:cNvCxnSpPr>
              <a:cxnSpLocks/>
            </p:cNvCxnSpPr>
            <p:nvPr/>
          </p:nvCxnSpPr>
          <p:spPr>
            <a:xfrm>
              <a:off x="5649604" y="445903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4" name="Rectangle 893">
              <a:extLst>
                <a:ext uri="{FF2B5EF4-FFF2-40B4-BE49-F238E27FC236}">
                  <a16:creationId xmlns:a16="http://schemas.microsoft.com/office/drawing/2014/main" id="{F19D0ECD-58C3-5FD2-38D9-383063BC1AB4}"/>
                </a:ext>
              </a:extLst>
            </p:cNvPr>
            <p:cNvSpPr/>
            <p:nvPr/>
          </p:nvSpPr>
          <p:spPr>
            <a:xfrm rot="10800000">
              <a:off x="5915869" y="4287436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89BF792A-6BA3-9618-6FA4-C43EC517E48E}"/>
                </a:ext>
              </a:extLst>
            </p:cNvPr>
            <p:cNvCxnSpPr>
              <a:cxnSpLocks/>
            </p:cNvCxnSpPr>
            <p:nvPr/>
          </p:nvCxnSpPr>
          <p:spPr>
            <a:xfrm>
              <a:off x="6555341" y="445741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6" name="Rectangle 895">
              <a:extLst>
                <a:ext uri="{FF2B5EF4-FFF2-40B4-BE49-F238E27FC236}">
                  <a16:creationId xmlns:a16="http://schemas.microsoft.com/office/drawing/2014/main" id="{BA1D3040-B025-1617-4975-20F59264709A}"/>
                </a:ext>
              </a:extLst>
            </p:cNvPr>
            <p:cNvSpPr/>
            <p:nvPr/>
          </p:nvSpPr>
          <p:spPr>
            <a:xfrm rot="10800000">
              <a:off x="6814681" y="4302556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C3F6E6A7-0C02-FB93-7EF0-30A4E0F4BB36}"/>
                </a:ext>
              </a:extLst>
            </p:cNvPr>
            <p:cNvCxnSpPr>
              <a:cxnSpLocks/>
            </p:cNvCxnSpPr>
            <p:nvPr/>
          </p:nvCxnSpPr>
          <p:spPr>
            <a:xfrm>
              <a:off x="7454153" y="4453678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8" name="テキスト プレースホルダー 2">
              <a:extLst>
                <a:ext uri="{FF2B5EF4-FFF2-40B4-BE49-F238E27FC236}">
                  <a16:creationId xmlns:a16="http://schemas.microsoft.com/office/drawing/2014/main" id="{041C758E-D00C-C684-E171-B34D6C73CBB8}"/>
                </a:ext>
              </a:extLst>
            </p:cNvPr>
            <p:cNvSpPr txBox="1">
              <a:spLocks/>
            </p:cNvSpPr>
            <p:nvPr/>
          </p:nvSpPr>
          <p:spPr>
            <a:xfrm>
              <a:off x="1800676" y="6242562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amb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99" name="テキスト プレースホルダー 2">
              <a:extLst>
                <a:ext uri="{FF2B5EF4-FFF2-40B4-BE49-F238E27FC236}">
                  <a16:creationId xmlns:a16="http://schemas.microsoft.com/office/drawing/2014/main" id="{AE918E5B-C368-68BB-301B-D5971F33F667}"/>
                </a:ext>
              </a:extLst>
            </p:cNvPr>
            <p:cNvSpPr txBox="1">
              <a:spLocks/>
            </p:cNvSpPr>
            <p:nvPr/>
          </p:nvSpPr>
          <p:spPr>
            <a:xfrm>
              <a:off x="1695064" y="5696349"/>
              <a:ext cx="1058259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conv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0" name="テキスト プレースホルダー 2">
              <a:extLst>
                <a:ext uri="{FF2B5EF4-FFF2-40B4-BE49-F238E27FC236}">
                  <a16:creationId xmlns:a16="http://schemas.microsoft.com/office/drawing/2014/main" id="{CF0D2908-B440-FE92-DEE7-3A86A0C6ACEE}"/>
                </a:ext>
              </a:extLst>
            </p:cNvPr>
            <p:cNvSpPr txBox="1">
              <a:spLocks/>
            </p:cNvSpPr>
            <p:nvPr/>
          </p:nvSpPr>
          <p:spPr>
            <a:xfrm>
              <a:off x="244476" y="5737862"/>
              <a:ext cx="923686" cy="522864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rad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1" name="テキスト プレースホルダー 2">
              <a:extLst>
                <a:ext uri="{FF2B5EF4-FFF2-40B4-BE49-F238E27FC236}">
                  <a16:creationId xmlns:a16="http://schemas.microsoft.com/office/drawing/2014/main" id="{6FE17CA9-1A7E-204D-CBD2-4B5953A1249E}"/>
                </a:ext>
              </a:extLst>
            </p:cNvPr>
            <p:cNvSpPr txBox="1">
              <a:spLocks/>
            </p:cNvSpPr>
            <p:nvPr/>
          </p:nvSpPr>
          <p:spPr>
            <a:xfrm>
              <a:off x="1540927" y="3705639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2" name="テキスト プレースホルダー 2">
              <a:extLst>
                <a:ext uri="{FF2B5EF4-FFF2-40B4-BE49-F238E27FC236}">
                  <a16:creationId xmlns:a16="http://schemas.microsoft.com/office/drawing/2014/main" id="{C7DF8EF7-3000-98CB-6CE4-260180613689}"/>
                </a:ext>
              </a:extLst>
            </p:cNvPr>
            <p:cNvSpPr txBox="1">
              <a:spLocks/>
            </p:cNvSpPr>
            <p:nvPr/>
          </p:nvSpPr>
          <p:spPr>
            <a:xfrm>
              <a:off x="2794273" y="3710534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3" name="テキスト プレースホルダー 2">
              <a:extLst>
                <a:ext uri="{FF2B5EF4-FFF2-40B4-BE49-F238E27FC236}">
                  <a16:creationId xmlns:a16="http://schemas.microsoft.com/office/drawing/2014/main" id="{48AA40FF-56D8-CC83-E246-833D0ECAEE1F}"/>
                </a:ext>
              </a:extLst>
            </p:cNvPr>
            <p:cNvSpPr txBox="1">
              <a:spLocks/>
            </p:cNvSpPr>
            <p:nvPr/>
          </p:nvSpPr>
          <p:spPr>
            <a:xfrm>
              <a:off x="3702060" y="3710534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TIM</a:t>
              </a:r>
            </a:p>
          </p:txBody>
        </p:sp>
        <p:sp>
          <p:nvSpPr>
            <p:cNvPr id="904" name="テキスト プレースホルダー 2">
              <a:extLst>
                <a:ext uri="{FF2B5EF4-FFF2-40B4-BE49-F238E27FC236}">
                  <a16:creationId xmlns:a16="http://schemas.microsoft.com/office/drawing/2014/main" id="{71E7B1D2-D703-2793-D944-897C887D2A19}"/>
                </a:ext>
              </a:extLst>
            </p:cNvPr>
            <p:cNvSpPr txBox="1">
              <a:spLocks/>
            </p:cNvSpPr>
            <p:nvPr/>
          </p:nvSpPr>
          <p:spPr>
            <a:xfrm>
              <a:off x="4625746" y="3710534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Nsn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5" name="テキスト プレースホルダー 2">
              <a:extLst>
                <a:ext uri="{FF2B5EF4-FFF2-40B4-BE49-F238E27FC236}">
                  <a16:creationId xmlns:a16="http://schemas.microsoft.com/office/drawing/2014/main" id="{CD138A67-2CA4-16CF-32A8-2993B578C366}"/>
                </a:ext>
              </a:extLst>
            </p:cNvPr>
            <p:cNvSpPr txBox="1">
              <a:spLocks/>
            </p:cNvSpPr>
            <p:nvPr/>
          </p:nvSpPr>
          <p:spPr>
            <a:xfrm>
              <a:off x="5823071" y="3691582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Nsn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6" name="Oval 905">
              <a:extLst>
                <a:ext uri="{FF2B5EF4-FFF2-40B4-BE49-F238E27FC236}">
                  <a16:creationId xmlns:a16="http://schemas.microsoft.com/office/drawing/2014/main" id="{04FEB7C8-B5E2-45FB-6FE2-A471EC38320F}"/>
                </a:ext>
              </a:extLst>
            </p:cNvPr>
            <p:cNvSpPr/>
            <p:nvPr/>
          </p:nvSpPr>
          <p:spPr>
            <a:xfrm>
              <a:off x="2331481" y="4934651"/>
              <a:ext cx="579076" cy="579076"/>
            </a:xfrm>
            <a:prstGeom prst="ellips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07" name="Straight Arrow Connector 906">
              <a:extLst>
                <a:ext uri="{FF2B5EF4-FFF2-40B4-BE49-F238E27FC236}">
                  <a16:creationId xmlns:a16="http://schemas.microsoft.com/office/drawing/2014/main" id="{3762592D-CC3D-6725-34FE-3C8A56B01C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15694" y="5018991"/>
              <a:ext cx="5325" cy="410396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802763A4-5FFE-11DE-B607-7AC51DBCD440}"/>
                </a:ext>
              </a:extLst>
            </p:cNvPr>
            <p:cNvCxnSpPr>
              <a:cxnSpLocks/>
            </p:cNvCxnSpPr>
            <p:nvPr/>
          </p:nvCxnSpPr>
          <p:spPr>
            <a:xfrm>
              <a:off x="2624586" y="4504269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A7C298F9-7FAD-8DA0-D7BA-DC4493E3A579}"/>
                </a:ext>
              </a:extLst>
            </p:cNvPr>
            <p:cNvCxnSpPr>
              <a:cxnSpLocks/>
            </p:cNvCxnSpPr>
            <p:nvPr/>
          </p:nvCxnSpPr>
          <p:spPr>
            <a:xfrm>
              <a:off x="2516099" y="5850721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>
              <a:extLst>
                <a:ext uri="{FF2B5EF4-FFF2-40B4-BE49-F238E27FC236}">
                  <a16:creationId xmlns:a16="http://schemas.microsoft.com/office/drawing/2014/main" id="{3358530C-B9F7-C441-E597-548D34893E74}"/>
                </a:ext>
              </a:extLst>
            </p:cNvPr>
            <p:cNvCxnSpPr/>
            <p:nvPr/>
          </p:nvCxnSpPr>
          <p:spPr>
            <a:xfrm>
              <a:off x="2625953" y="5522101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Straight Connector 910">
              <a:extLst>
                <a:ext uri="{FF2B5EF4-FFF2-40B4-BE49-F238E27FC236}">
                  <a16:creationId xmlns:a16="http://schemas.microsoft.com/office/drawing/2014/main" id="{991640F2-9558-E40F-48CF-9B2824961769}"/>
                </a:ext>
              </a:extLst>
            </p:cNvPr>
            <p:cNvCxnSpPr>
              <a:cxnSpLocks/>
            </p:cNvCxnSpPr>
            <p:nvPr/>
          </p:nvCxnSpPr>
          <p:spPr>
            <a:xfrm>
              <a:off x="2573820" y="5888229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6FD27A0C-1A48-DE71-DB19-0FE349928F09}"/>
                </a:ext>
              </a:extLst>
            </p:cNvPr>
            <p:cNvCxnSpPr>
              <a:cxnSpLocks/>
            </p:cNvCxnSpPr>
            <p:nvPr/>
          </p:nvCxnSpPr>
          <p:spPr>
            <a:xfrm>
              <a:off x="2598331" y="5925737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3" name="Oval 912">
              <a:extLst>
                <a:ext uri="{FF2B5EF4-FFF2-40B4-BE49-F238E27FC236}">
                  <a16:creationId xmlns:a16="http://schemas.microsoft.com/office/drawing/2014/main" id="{2C4128EB-121B-8313-F1AD-FCA0221C8335}"/>
                </a:ext>
              </a:extLst>
            </p:cNvPr>
            <p:cNvSpPr/>
            <p:nvPr/>
          </p:nvSpPr>
          <p:spPr>
            <a:xfrm>
              <a:off x="5336792" y="4934080"/>
              <a:ext cx="579076" cy="579076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14" name="Straight Arrow Connector 913">
              <a:extLst>
                <a:ext uri="{FF2B5EF4-FFF2-40B4-BE49-F238E27FC236}">
                  <a16:creationId xmlns:a16="http://schemas.microsoft.com/office/drawing/2014/main" id="{696E79B9-C8A2-AC9B-FDDA-499C26D959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1005" y="5018420"/>
              <a:ext cx="5325" cy="41039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0427C1E0-A4D3-D8EA-D6B5-ECE95F2521A2}"/>
                </a:ext>
              </a:extLst>
            </p:cNvPr>
            <p:cNvCxnSpPr>
              <a:cxnSpLocks/>
            </p:cNvCxnSpPr>
            <p:nvPr/>
          </p:nvCxnSpPr>
          <p:spPr>
            <a:xfrm>
              <a:off x="5629897" y="4503698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915">
              <a:extLst>
                <a:ext uri="{FF2B5EF4-FFF2-40B4-BE49-F238E27FC236}">
                  <a16:creationId xmlns:a16="http://schemas.microsoft.com/office/drawing/2014/main" id="{FF914A83-7926-4BD4-BB7A-6840B576B9E0}"/>
                </a:ext>
              </a:extLst>
            </p:cNvPr>
            <p:cNvCxnSpPr/>
            <p:nvPr/>
          </p:nvCxnSpPr>
          <p:spPr>
            <a:xfrm>
              <a:off x="5621005" y="552153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7" name="テキスト プレースホルダー 2">
              <a:extLst>
                <a:ext uri="{FF2B5EF4-FFF2-40B4-BE49-F238E27FC236}">
                  <a16:creationId xmlns:a16="http://schemas.microsoft.com/office/drawing/2014/main" id="{FEC53785-2697-0233-C26B-A85B2D36DB3C}"/>
                </a:ext>
              </a:extLst>
            </p:cNvPr>
            <p:cNvSpPr txBox="1">
              <a:spLocks/>
            </p:cNvSpPr>
            <p:nvPr/>
          </p:nvSpPr>
          <p:spPr>
            <a:xfrm>
              <a:off x="6746757" y="3685369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ins</a:t>
              </a:r>
            </a:p>
          </p:txBody>
        </p:sp>
        <p:sp>
          <p:nvSpPr>
            <p:cNvPr id="918" name="Rectangle 917">
              <a:extLst>
                <a:ext uri="{FF2B5EF4-FFF2-40B4-BE49-F238E27FC236}">
                  <a16:creationId xmlns:a16="http://schemas.microsoft.com/office/drawing/2014/main" id="{D7E0B465-BE04-2A97-A37C-E2DC22052EDB}"/>
                </a:ext>
              </a:extLst>
            </p:cNvPr>
            <p:cNvSpPr/>
            <p:nvPr/>
          </p:nvSpPr>
          <p:spPr>
            <a:xfrm rot="10800000">
              <a:off x="7744007" y="4301830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2F8C00E1-6AAD-252F-6DC3-87731DF567B6}"/>
                </a:ext>
              </a:extLst>
            </p:cNvPr>
            <p:cNvCxnSpPr>
              <a:cxnSpLocks/>
            </p:cNvCxnSpPr>
            <p:nvPr/>
          </p:nvCxnSpPr>
          <p:spPr>
            <a:xfrm>
              <a:off x="8376554" y="446735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0" name="Oval 919">
              <a:extLst>
                <a:ext uri="{FF2B5EF4-FFF2-40B4-BE49-F238E27FC236}">
                  <a16:creationId xmlns:a16="http://schemas.microsoft.com/office/drawing/2014/main" id="{6037DD29-BDB3-CD57-AA14-2E1E58737FA5}"/>
                </a:ext>
              </a:extLst>
            </p:cNvPr>
            <p:cNvSpPr/>
            <p:nvPr/>
          </p:nvSpPr>
          <p:spPr>
            <a:xfrm>
              <a:off x="8619542" y="4420648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29108801-B79D-1387-6BE2-5F7E49DFE44F}"/>
                </a:ext>
              </a:extLst>
            </p:cNvPr>
            <p:cNvCxnSpPr>
              <a:cxnSpLocks/>
            </p:cNvCxnSpPr>
            <p:nvPr/>
          </p:nvCxnSpPr>
          <p:spPr>
            <a:xfrm>
              <a:off x="8689366" y="446851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2" name="Rectangle 921">
              <a:extLst>
                <a:ext uri="{FF2B5EF4-FFF2-40B4-BE49-F238E27FC236}">
                  <a16:creationId xmlns:a16="http://schemas.microsoft.com/office/drawing/2014/main" id="{FB0A3A48-A52A-4EC5-9691-A36CE2EB7DDA}"/>
                </a:ext>
              </a:extLst>
            </p:cNvPr>
            <p:cNvSpPr/>
            <p:nvPr/>
          </p:nvSpPr>
          <p:spPr>
            <a:xfrm rot="10800000">
              <a:off x="8955631" y="4296914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23" name="Straight Connector 922">
              <a:extLst>
                <a:ext uri="{FF2B5EF4-FFF2-40B4-BE49-F238E27FC236}">
                  <a16:creationId xmlns:a16="http://schemas.microsoft.com/office/drawing/2014/main" id="{759E82B1-E668-46B4-204A-3845D5A3AD13}"/>
                </a:ext>
              </a:extLst>
            </p:cNvPr>
            <p:cNvCxnSpPr>
              <a:cxnSpLocks/>
            </p:cNvCxnSpPr>
            <p:nvPr/>
          </p:nvCxnSpPr>
          <p:spPr>
            <a:xfrm>
              <a:off x="9595103" y="446688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4" name="Rectangle 923">
              <a:extLst>
                <a:ext uri="{FF2B5EF4-FFF2-40B4-BE49-F238E27FC236}">
                  <a16:creationId xmlns:a16="http://schemas.microsoft.com/office/drawing/2014/main" id="{37A951BA-964A-9188-E986-8C5BC03916F9}"/>
                </a:ext>
              </a:extLst>
            </p:cNvPr>
            <p:cNvSpPr/>
            <p:nvPr/>
          </p:nvSpPr>
          <p:spPr>
            <a:xfrm rot="10800000">
              <a:off x="9854443" y="4312034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3FCCD26B-72D2-DEE5-8989-F64D388B2929}"/>
                </a:ext>
              </a:extLst>
            </p:cNvPr>
            <p:cNvCxnSpPr>
              <a:cxnSpLocks/>
            </p:cNvCxnSpPr>
            <p:nvPr/>
          </p:nvCxnSpPr>
          <p:spPr>
            <a:xfrm>
              <a:off x="10493915" y="446315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6" name="テキスト プレースホルダー 2">
              <a:extLst>
                <a:ext uri="{FF2B5EF4-FFF2-40B4-BE49-F238E27FC236}">
                  <a16:creationId xmlns:a16="http://schemas.microsoft.com/office/drawing/2014/main" id="{21A5D518-D30B-84AA-91B6-CEC97A7F59AD}"/>
                </a:ext>
              </a:extLst>
            </p:cNvPr>
            <p:cNvSpPr txBox="1">
              <a:spLocks/>
            </p:cNvSpPr>
            <p:nvPr/>
          </p:nvSpPr>
          <p:spPr>
            <a:xfrm>
              <a:off x="7665508" y="3720012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Npn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27" name="テキスト プレースホルダー 2">
              <a:extLst>
                <a:ext uri="{FF2B5EF4-FFF2-40B4-BE49-F238E27FC236}">
                  <a16:creationId xmlns:a16="http://schemas.microsoft.com/office/drawing/2014/main" id="{F8E095B7-42B8-593D-89AA-2126F1D2F352}"/>
                </a:ext>
              </a:extLst>
            </p:cNvPr>
            <p:cNvSpPr txBox="1">
              <a:spLocks/>
            </p:cNvSpPr>
            <p:nvPr/>
          </p:nvSpPr>
          <p:spPr>
            <a:xfrm>
              <a:off x="8862833" y="3701060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Npn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28" name="Oval 927">
              <a:extLst>
                <a:ext uri="{FF2B5EF4-FFF2-40B4-BE49-F238E27FC236}">
                  <a16:creationId xmlns:a16="http://schemas.microsoft.com/office/drawing/2014/main" id="{DA22E506-42ED-9E00-D881-7A20AC1F53D8}"/>
                </a:ext>
              </a:extLst>
            </p:cNvPr>
            <p:cNvSpPr/>
            <p:nvPr/>
          </p:nvSpPr>
          <p:spPr>
            <a:xfrm>
              <a:off x="8376554" y="4943558"/>
              <a:ext cx="579076" cy="579076"/>
            </a:xfrm>
            <a:prstGeom prst="ellipse">
              <a:avLst/>
            </a:prstGeom>
            <a:noFill/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29" name="Straight Arrow Connector 928">
              <a:extLst>
                <a:ext uri="{FF2B5EF4-FFF2-40B4-BE49-F238E27FC236}">
                  <a16:creationId xmlns:a16="http://schemas.microsoft.com/office/drawing/2014/main" id="{8C9B60D4-A59B-F452-BF45-673F2DF444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0767" y="5027898"/>
              <a:ext cx="5325" cy="410396"/>
            </a:xfrm>
            <a:prstGeom prst="straightConnector1">
              <a:avLst/>
            </a:prstGeom>
            <a:ln w="38100">
              <a:solidFill>
                <a:srgbClr val="C559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C7E5F3AE-C522-7077-F9C2-720D2A9CB44E}"/>
                </a:ext>
              </a:extLst>
            </p:cNvPr>
            <p:cNvCxnSpPr>
              <a:cxnSpLocks/>
            </p:cNvCxnSpPr>
            <p:nvPr/>
          </p:nvCxnSpPr>
          <p:spPr>
            <a:xfrm>
              <a:off x="8669659" y="4513176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57C041EB-5E89-5CCF-2B9E-D3DEB217B41B}"/>
                </a:ext>
              </a:extLst>
            </p:cNvPr>
            <p:cNvCxnSpPr/>
            <p:nvPr/>
          </p:nvCxnSpPr>
          <p:spPr>
            <a:xfrm>
              <a:off x="8660767" y="553100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2" name="テキスト プレースホルダー 2">
              <a:extLst>
                <a:ext uri="{FF2B5EF4-FFF2-40B4-BE49-F238E27FC236}">
                  <a16:creationId xmlns:a16="http://schemas.microsoft.com/office/drawing/2014/main" id="{A2DC9833-BEA3-E6A6-011C-3293BB65F556}"/>
                </a:ext>
              </a:extLst>
            </p:cNvPr>
            <p:cNvSpPr txBox="1">
              <a:spLocks/>
            </p:cNvSpPr>
            <p:nvPr/>
          </p:nvSpPr>
          <p:spPr>
            <a:xfrm>
              <a:off x="9786519" y="3694847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ins</a:t>
              </a:r>
            </a:p>
          </p:txBody>
        </p:sp>
        <p:grpSp>
          <p:nvGrpSpPr>
            <p:cNvPr id="957" name="Group 956">
              <a:extLst>
                <a:ext uri="{FF2B5EF4-FFF2-40B4-BE49-F238E27FC236}">
                  <a16:creationId xmlns:a16="http://schemas.microsoft.com/office/drawing/2014/main" id="{706ECE3F-FE06-4F10-A7C4-794F86417282}"/>
                </a:ext>
              </a:extLst>
            </p:cNvPr>
            <p:cNvGrpSpPr/>
            <p:nvPr/>
          </p:nvGrpSpPr>
          <p:grpSpPr>
            <a:xfrm rot="16200000">
              <a:off x="10605490" y="2428886"/>
              <a:ext cx="794196" cy="182451"/>
              <a:chOff x="10939357" y="4494561"/>
              <a:chExt cx="794196" cy="182451"/>
            </a:xfrm>
          </p:grpSpPr>
          <p:sp>
            <p:nvSpPr>
              <p:cNvPr id="933" name="Oval 932">
                <a:extLst>
                  <a:ext uri="{FF2B5EF4-FFF2-40B4-BE49-F238E27FC236}">
                    <a16:creationId xmlns:a16="http://schemas.microsoft.com/office/drawing/2014/main" id="{62887315-E1A3-4F03-AF3C-58011108CCA5}"/>
                  </a:ext>
                </a:extLst>
              </p:cNvPr>
              <p:cNvSpPr/>
              <p:nvPr/>
            </p:nvSpPr>
            <p:spPr>
              <a:xfrm flipH="1">
                <a:off x="11553249" y="4496708"/>
                <a:ext cx="180304" cy="18030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4" name="Oval 933">
                <a:extLst>
                  <a:ext uri="{FF2B5EF4-FFF2-40B4-BE49-F238E27FC236}">
                    <a16:creationId xmlns:a16="http://schemas.microsoft.com/office/drawing/2014/main" id="{D7C38EFB-2CB1-2EC9-A4B8-51412E9BC1B0}"/>
                  </a:ext>
                </a:extLst>
              </p:cNvPr>
              <p:cNvSpPr/>
              <p:nvPr/>
            </p:nvSpPr>
            <p:spPr>
              <a:xfrm flipH="1">
                <a:off x="11246303" y="4494561"/>
                <a:ext cx="180304" cy="18030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5" name="Oval 934">
                <a:extLst>
                  <a:ext uri="{FF2B5EF4-FFF2-40B4-BE49-F238E27FC236}">
                    <a16:creationId xmlns:a16="http://schemas.microsoft.com/office/drawing/2014/main" id="{63F09055-D562-EDBF-645C-FF6067FF0186}"/>
                  </a:ext>
                </a:extLst>
              </p:cNvPr>
              <p:cNvSpPr/>
              <p:nvPr/>
            </p:nvSpPr>
            <p:spPr>
              <a:xfrm flipH="1">
                <a:off x="10939357" y="4494561"/>
                <a:ext cx="180304" cy="18030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38" name="テキスト プレースホルダー 2">
              <a:extLst>
                <a:ext uri="{FF2B5EF4-FFF2-40B4-BE49-F238E27FC236}">
                  <a16:creationId xmlns:a16="http://schemas.microsoft.com/office/drawing/2014/main" id="{D9975953-9A51-19B6-D378-69CD4BA4E8B6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7399600" y="4902439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Npn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39" name="テキスト プレースホルダー 2">
              <a:extLst>
                <a:ext uri="{FF2B5EF4-FFF2-40B4-BE49-F238E27FC236}">
                  <a16:creationId xmlns:a16="http://schemas.microsoft.com/office/drawing/2014/main" id="{518BCE84-7C5B-2D5A-999E-18D044807CBD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4329188" y="4902439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Nsn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41" name="テキスト プレースホルダー 2">
              <a:extLst>
                <a:ext uri="{FF2B5EF4-FFF2-40B4-BE49-F238E27FC236}">
                  <a16:creationId xmlns:a16="http://schemas.microsoft.com/office/drawing/2014/main" id="{DA59D666-7F94-4F00-B8D3-1022F16418A6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2871554" y="4952184"/>
              <a:ext cx="122259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2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947" name="Group 946">
              <a:extLst>
                <a:ext uri="{FF2B5EF4-FFF2-40B4-BE49-F238E27FC236}">
                  <a16:creationId xmlns:a16="http://schemas.microsoft.com/office/drawing/2014/main" id="{4B90F1F2-8A2D-76C3-FF9E-8632428B1D7D}"/>
                </a:ext>
              </a:extLst>
            </p:cNvPr>
            <p:cNvGrpSpPr/>
            <p:nvPr/>
          </p:nvGrpSpPr>
          <p:grpSpPr>
            <a:xfrm flipH="1">
              <a:off x="8548183" y="5875209"/>
              <a:ext cx="225168" cy="99807"/>
              <a:chOff x="10384525" y="2768984"/>
              <a:chExt cx="225168" cy="99807"/>
            </a:xfrm>
          </p:grpSpPr>
          <p:cxnSp>
            <p:nvCxnSpPr>
              <p:cNvPr id="948" name="Straight Connector 947">
                <a:extLst>
                  <a:ext uri="{FF2B5EF4-FFF2-40B4-BE49-F238E27FC236}">
                    <a16:creationId xmlns:a16="http://schemas.microsoft.com/office/drawing/2014/main" id="{7DA72C76-D556-086E-55D2-A428F45F5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4525" y="2768984"/>
                <a:ext cx="22516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Straight Connector 948">
                <a:extLst>
                  <a:ext uri="{FF2B5EF4-FFF2-40B4-BE49-F238E27FC236}">
                    <a16:creationId xmlns:a16="http://schemas.microsoft.com/office/drawing/2014/main" id="{844C1BAC-A323-5074-050E-6BDAC8C76C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39016" y="2819377"/>
                <a:ext cx="11793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0" name="Straight Connector 949">
                <a:extLst>
                  <a:ext uri="{FF2B5EF4-FFF2-40B4-BE49-F238E27FC236}">
                    <a16:creationId xmlns:a16="http://schemas.microsoft.com/office/drawing/2014/main" id="{932F3718-9DBF-2D31-DA7C-278B05AAD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65908" y="2868791"/>
                <a:ext cx="5896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1" name="Group 950">
              <a:extLst>
                <a:ext uri="{FF2B5EF4-FFF2-40B4-BE49-F238E27FC236}">
                  <a16:creationId xmlns:a16="http://schemas.microsoft.com/office/drawing/2014/main" id="{9848A9DA-3E84-4845-E016-F6F59B408E2F}"/>
                </a:ext>
              </a:extLst>
            </p:cNvPr>
            <p:cNvGrpSpPr/>
            <p:nvPr/>
          </p:nvGrpSpPr>
          <p:grpSpPr>
            <a:xfrm flipH="1">
              <a:off x="5504503" y="5860145"/>
              <a:ext cx="225168" cy="99807"/>
              <a:chOff x="10384525" y="2768984"/>
              <a:chExt cx="225168" cy="99807"/>
            </a:xfrm>
          </p:grpSpPr>
          <p:cxnSp>
            <p:nvCxnSpPr>
              <p:cNvPr id="952" name="Straight Connector 951">
                <a:extLst>
                  <a:ext uri="{FF2B5EF4-FFF2-40B4-BE49-F238E27FC236}">
                    <a16:creationId xmlns:a16="http://schemas.microsoft.com/office/drawing/2014/main" id="{2475621D-1222-118A-79E1-2F831F796A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4525" y="2768984"/>
                <a:ext cx="22516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3" name="Straight Connector 952">
                <a:extLst>
                  <a:ext uri="{FF2B5EF4-FFF2-40B4-BE49-F238E27FC236}">
                    <a16:creationId xmlns:a16="http://schemas.microsoft.com/office/drawing/2014/main" id="{0E749304-DB16-AFD8-8087-4126A16ABE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39016" y="2819377"/>
                <a:ext cx="11793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4" name="Straight Connector 953">
                <a:extLst>
                  <a:ext uri="{FF2B5EF4-FFF2-40B4-BE49-F238E27FC236}">
                    <a16:creationId xmlns:a16="http://schemas.microsoft.com/office/drawing/2014/main" id="{4D1D9C76-8760-363F-AF23-5DD484BE9D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65908" y="2868791"/>
                <a:ext cx="5896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8" name="Arrow: Curved Left 957">
              <a:extLst>
                <a:ext uri="{FF2B5EF4-FFF2-40B4-BE49-F238E27FC236}">
                  <a16:creationId xmlns:a16="http://schemas.microsoft.com/office/drawing/2014/main" id="{EE008399-77E6-231F-8370-539A21B08001}"/>
                </a:ext>
              </a:extLst>
            </p:cNvPr>
            <p:cNvSpPr/>
            <p:nvPr/>
          </p:nvSpPr>
          <p:spPr>
            <a:xfrm>
              <a:off x="10006637" y="1860775"/>
              <a:ext cx="610182" cy="1672507"/>
            </a:xfrm>
            <a:prstGeom prst="curvedLeftArrow">
              <a:avLst>
                <a:gd name="adj1" fmla="val 25000"/>
                <a:gd name="adj2" fmla="val 57329"/>
                <a:gd name="adj3" fmla="val 3177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959" name="Rectangle 958">
            <a:extLst>
              <a:ext uri="{FF2B5EF4-FFF2-40B4-BE49-F238E27FC236}">
                <a16:creationId xmlns:a16="http://schemas.microsoft.com/office/drawing/2014/main" id="{2DC5CB2C-795D-E17A-CF24-D13CBD3A5648}"/>
              </a:ext>
            </a:extLst>
          </p:cNvPr>
          <p:cNvSpPr/>
          <p:nvPr/>
        </p:nvSpPr>
        <p:spPr>
          <a:xfrm rot="5400000">
            <a:off x="14312970" y="4612879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FE60728D-5F6D-5CAA-B254-894A416DC5AF}"/>
              </a:ext>
            </a:extLst>
          </p:cNvPr>
          <p:cNvSpPr/>
          <p:nvPr/>
        </p:nvSpPr>
        <p:spPr>
          <a:xfrm rot="5400000">
            <a:off x="14850960" y="4612879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61" name="Straight Connector 960">
            <a:extLst>
              <a:ext uri="{FF2B5EF4-FFF2-40B4-BE49-F238E27FC236}">
                <a16:creationId xmlns:a16="http://schemas.microsoft.com/office/drawing/2014/main" id="{A20DBDFE-0974-BD7B-EB89-18E2264097F2}"/>
              </a:ext>
            </a:extLst>
          </p:cNvPr>
          <p:cNvCxnSpPr>
            <a:cxnSpLocks/>
            <a:stCxn id="959" idx="3"/>
          </p:cNvCxnSpPr>
          <p:nvPr/>
        </p:nvCxnSpPr>
        <p:spPr>
          <a:xfrm>
            <a:off x="14632706" y="508902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549D2E75-76B4-DCE7-488E-73C985D2E34E}"/>
              </a:ext>
            </a:extLst>
          </p:cNvPr>
          <p:cNvCxnSpPr/>
          <p:nvPr/>
        </p:nvCxnSpPr>
        <p:spPr>
          <a:xfrm>
            <a:off x="15165236" y="508902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Straight Connector 962">
            <a:extLst>
              <a:ext uri="{FF2B5EF4-FFF2-40B4-BE49-F238E27FC236}">
                <a16:creationId xmlns:a16="http://schemas.microsoft.com/office/drawing/2014/main" id="{3515F079-3AC1-C3E1-A082-93343CEBF023}"/>
              </a:ext>
            </a:extLst>
          </p:cNvPr>
          <p:cNvCxnSpPr>
            <a:cxnSpLocks/>
          </p:cNvCxnSpPr>
          <p:nvPr/>
        </p:nvCxnSpPr>
        <p:spPr>
          <a:xfrm>
            <a:off x="14632706" y="5417646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Straight Connector 963">
            <a:extLst>
              <a:ext uri="{FF2B5EF4-FFF2-40B4-BE49-F238E27FC236}">
                <a16:creationId xmlns:a16="http://schemas.microsoft.com/office/drawing/2014/main" id="{8F1A6D7B-1B21-3B78-8493-7800B7069E58}"/>
              </a:ext>
            </a:extLst>
          </p:cNvPr>
          <p:cNvCxnSpPr>
            <a:cxnSpLocks/>
          </p:cNvCxnSpPr>
          <p:nvPr/>
        </p:nvCxnSpPr>
        <p:spPr>
          <a:xfrm>
            <a:off x="14898971" y="541764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Straight Connector 964">
            <a:extLst>
              <a:ext uri="{FF2B5EF4-FFF2-40B4-BE49-F238E27FC236}">
                <a16:creationId xmlns:a16="http://schemas.microsoft.com/office/drawing/2014/main" id="{4AE78881-10F4-30EB-8DFC-AC19C4E4AEA4}"/>
              </a:ext>
            </a:extLst>
          </p:cNvPr>
          <p:cNvCxnSpPr>
            <a:cxnSpLocks/>
          </p:cNvCxnSpPr>
          <p:nvPr/>
        </p:nvCxnSpPr>
        <p:spPr>
          <a:xfrm>
            <a:off x="14663808" y="5746266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Straight Connector 965">
            <a:extLst>
              <a:ext uri="{FF2B5EF4-FFF2-40B4-BE49-F238E27FC236}">
                <a16:creationId xmlns:a16="http://schemas.microsoft.com/office/drawing/2014/main" id="{655F49BE-7663-CEBA-6852-CC420DB33429}"/>
              </a:ext>
            </a:extLst>
          </p:cNvPr>
          <p:cNvCxnSpPr>
            <a:cxnSpLocks/>
          </p:cNvCxnSpPr>
          <p:nvPr/>
        </p:nvCxnSpPr>
        <p:spPr>
          <a:xfrm>
            <a:off x="14738487" y="5882658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Connector 966">
            <a:extLst>
              <a:ext uri="{FF2B5EF4-FFF2-40B4-BE49-F238E27FC236}">
                <a16:creationId xmlns:a16="http://schemas.microsoft.com/office/drawing/2014/main" id="{48AC4E7C-36CA-0FA5-F977-19365A389F3A}"/>
              </a:ext>
            </a:extLst>
          </p:cNvPr>
          <p:cNvCxnSpPr>
            <a:cxnSpLocks/>
          </p:cNvCxnSpPr>
          <p:nvPr/>
        </p:nvCxnSpPr>
        <p:spPr>
          <a:xfrm>
            <a:off x="14789117" y="6211278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Straight Connector 967">
            <a:extLst>
              <a:ext uri="{FF2B5EF4-FFF2-40B4-BE49-F238E27FC236}">
                <a16:creationId xmlns:a16="http://schemas.microsoft.com/office/drawing/2014/main" id="{83AA7B21-2E90-3780-2FA0-060CFD3EF9DF}"/>
              </a:ext>
            </a:extLst>
          </p:cNvPr>
          <p:cNvCxnSpPr/>
          <p:nvPr/>
        </p:nvCxnSpPr>
        <p:spPr>
          <a:xfrm>
            <a:off x="14898971" y="588265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9" name="Straight Connector 968">
            <a:extLst>
              <a:ext uri="{FF2B5EF4-FFF2-40B4-BE49-F238E27FC236}">
                <a16:creationId xmlns:a16="http://schemas.microsoft.com/office/drawing/2014/main" id="{1EEEAD49-7457-0BE3-36E9-EE9AF15BAC44}"/>
              </a:ext>
            </a:extLst>
          </p:cNvPr>
          <p:cNvCxnSpPr>
            <a:cxnSpLocks/>
          </p:cNvCxnSpPr>
          <p:nvPr/>
        </p:nvCxnSpPr>
        <p:spPr>
          <a:xfrm>
            <a:off x="14846838" y="624878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0" name="Straight Connector 969">
            <a:extLst>
              <a:ext uri="{FF2B5EF4-FFF2-40B4-BE49-F238E27FC236}">
                <a16:creationId xmlns:a16="http://schemas.microsoft.com/office/drawing/2014/main" id="{2F26D518-78E3-28BB-8780-23040F451276}"/>
              </a:ext>
            </a:extLst>
          </p:cNvPr>
          <p:cNvCxnSpPr>
            <a:cxnSpLocks/>
          </p:cNvCxnSpPr>
          <p:nvPr/>
        </p:nvCxnSpPr>
        <p:spPr>
          <a:xfrm>
            <a:off x="14871349" y="6286294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1" name="Straight Connector 970">
            <a:extLst>
              <a:ext uri="{FF2B5EF4-FFF2-40B4-BE49-F238E27FC236}">
                <a16:creationId xmlns:a16="http://schemas.microsoft.com/office/drawing/2014/main" id="{EFBFF148-A0AE-D3DC-A192-131E65451B57}"/>
              </a:ext>
            </a:extLst>
          </p:cNvPr>
          <p:cNvCxnSpPr/>
          <p:nvPr/>
        </p:nvCxnSpPr>
        <p:spPr>
          <a:xfrm>
            <a:off x="14632706" y="41209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2" name="Straight Connector 971">
            <a:extLst>
              <a:ext uri="{FF2B5EF4-FFF2-40B4-BE49-F238E27FC236}">
                <a16:creationId xmlns:a16="http://schemas.microsoft.com/office/drawing/2014/main" id="{52BAD5D9-7E5B-A85E-F9E1-D7BE91B18139}"/>
              </a:ext>
            </a:extLst>
          </p:cNvPr>
          <p:cNvCxnSpPr/>
          <p:nvPr/>
        </p:nvCxnSpPr>
        <p:spPr>
          <a:xfrm>
            <a:off x="15165236" y="41209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3" name="Straight Connector 972">
            <a:extLst>
              <a:ext uri="{FF2B5EF4-FFF2-40B4-BE49-F238E27FC236}">
                <a16:creationId xmlns:a16="http://schemas.microsoft.com/office/drawing/2014/main" id="{294ACA9C-CDF5-1DFE-7E63-F50CACEBA7BE}"/>
              </a:ext>
            </a:extLst>
          </p:cNvPr>
          <p:cNvCxnSpPr>
            <a:cxnSpLocks/>
          </p:cNvCxnSpPr>
          <p:nvPr/>
        </p:nvCxnSpPr>
        <p:spPr>
          <a:xfrm>
            <a:off x="14632706" y="4132572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4" name="Straight Connector 973">
            <a:extLst>
              <a:ext uri="{FF2B5EF4-FFF2-40B4-BE49-F238E27FC236}">
                <a16:creationId xmlns:a16="http://schemas.microsoft.com/office/drawing/2014/main" id="{92CB229C-5C5A-E1CC-F288-56EEF0876E65}"/>
              </a:ext>
            </a:extLst>
          </p:cNvPr>
          <p:cNvCxnSpPr>
            <a:cxnSpLocks/>
          </p:cNvCxnSpPr>
          <p:nvPr/>
        </p:nvCxnSpPr>
        <p:spPr>
          <a:xfrm>
            <a:off x="14898971" y="379231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5" name="Rectangle 974">
            <a:extLst>
              <a:ext uri="{FF2B5EF4-FFF2-40B4-BE49-F238E27FC236}">
                <a16:creationId xmlns:a16="http://schemas.microsoft.com/office/drawing/2014/main" id="{02157A64-F2AC-8F1D-D141-BA5B746F245C}"/>
              </a:ext>
            </a:extLst>
          </p:cNvPr>
          <p:cNvSpPr/>
          <p:nvPr/>
        </p:nvSpPr>
        <p:spPr>
          <a:xfrm rot="10800000">
            <a:off x="15165236" y="3652164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76" name="Straight Connector 975">
            <a:extLst>
              <a:ext uri="{FF2B5EF4-FFF2-40B4-BE49-F238E27FC236}">
                <a16:creationId xmlns:a16="http://schemas.microsoft.com/office/drawing/2014/main" id="{A9408FCB-EFEE-AD7E-30E6-8EBA9B7ECF4A}"/>
              </a:ext>
            </a:extLst>
          </p:cNvPr>
          <p:cNvCxnSpPr>
            <a:cxnSpLocks/>
          </p:cNvCxnSpPr>
          <p:nvPr/>
        </p:nvCxnSpPr>
        <p:spPr>
          <a:xfrm>
            <a:off x="14898971" y="380903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7" name="Straight Connector 976">
            <a:extLst>
              <a:ext uri="{FF2B5EF4-FFF2-40B4-BE49-F238E27FC236}">
                <a16:creationId xmlns:a16="http://schemas.microsoft.com/office/drawing/2014/main" id="{C0EE11F4-3A33-893B-4B9C-C77F2E41709F}"/>
              </a:ext>
            </a:extLst>
          </p:cNvPr>
          <p:cNvCxnSpPr>
            <a:cxnSpLocks/>
          </p:cNvCxnSpPr>
          <p:nvPr/>
        </p:nvCxnSpPr>
        <p:spPr>
          <a:xfrm>
            <a:off x="15804708" y="380918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8" name="Oval 977">
            <a:extLst>
              <a:ext uri="{FF2B5EF4-FFF2-40B4-BE49-F238E27FC236}">
                <a16:creationId xmlns:a16="http://schemas.microsoft.com/office/drawing/2014/main" id="{EA24AAFB-FE2D-945B-E62C-30A008E4B775}"/>
              </a:ext>
            </a:extLst>
          </p:cNvPr>
          <p:cNvSpPr/>
          <p:nvPr/>
        </p:nvSpPr>
        <p:spPr>
          <a:xfrm>
            <a:off x="16047696" y="376248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79" name="Straight Connector 978">
            <a:extLst>
              <a:ext uri="{FF2B5EF4-FFF2-40B4-BE49-F238E27FC236}">
                <a16:creationId xmlns:a16="http://schemas.microsoft.com/office/drawing/2014/main" id="{B257FC56-6FE5-0895-D75D-3E89C4DB0C4A}"/>
              </a:ext>
            </a:extLst>
          </p:cNvPr>
          <p:cNvCxnSpPr>
            <a:cxnSpLocks/>
          </p:cNvCxnSpPr>
          <p:nvPr/>
        </p:nvCxnSpPr>
        <p:spPr>
          <a:xfrm>
            <a:off x="16117520" y="381035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" name="Rectangle 979">
            <a:extLst>
              <a:ext uri="{FF2B5EF4-FFF2-40B4-BE49-F238E27FC236}">
                <a16:creationId xmlns:a16="http://schemas.microsoft.com/office/drawing/2014/main" id="{EFCBA5C5-77DF-F737-0BA4-FC05AAC60B2A}"/>
              </a:ext>
            </a:extLst>
          </p:cNvPr>
          <p:cNvSpPr/>
          <p:nvPr/>
        </p:nvSpPr>
        <p:spPr>
          <a:xfrm rot="10800000">
            <a:off x="16383785" y="3635902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1" name="Straight Connector 980">
            <a:extLst>
              <a:ext uri="{FF2B5EF4-FFF2-40B4-BE49-F238E27FC236}">
                <a16:creationId xmlns:a16="http://schemas.microsoft.com/office/drawing/2014/main" id="{3AE476D8-B6A6-6B54-EDE2-DCC46A407CF0}"/>
              </a:ext>
            </a:extLst>
          </p:cNvPr>
          <p:cNvCxnSpPr>
            <a:cxnSpLocks/>
          </p:cNvCxnSpPr>
          <p:nvPr/>
        </p:nvCxnSpPr>
        <p:spPr>
          <a:xfrm>
            <a:off x="17023257" y="379992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2" name="Rectangle 981">
            <a:extLst>
              <a:ext uri="{FF2B5EF4-FFF2-40B4-BE49-F238E27FC236}">
                <a16:creationId xmlns:a16="http://schemas.microsoft.com/office/drawing/2014/main" id="{3E6B9B73-C6AD-D09B-ABF4-BA455AAD4D7C}"/>
              </a:ext>
            </a:extLst>
          </p:cNvPr>
          <p:cNvSpPr/>
          <p:nvPr/>
        </p:nvSpPr>
        <p:spPr>
          <a:xfrm rot="10800000">
            <a:off x="17282597" y="3643514"/>
            <a:ext cx="639472" cy="312821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3" name="Straight Connector 982">
            <a:extLst>
              <a:ext uri="{FF2B5EF4-FFF2-40B4-BE49-F238E27FC236}">
                <a16:creationId xmlns:a16="http://schemas.microsoft.com/office/drawing/2014/main" id="{E4A42A52-FD0E-708E-CF52-3FAF68FE471D}"/>
              </a:ext>
            </a:extLst>
          </p:cNvPr>
          <p:cNvCxnSpPr>
            <a:cxnSpLocks/>
          </p:cNvCxnSpPr>
          <p:nvPr/>
        </p:nvCxnSpPr>
        <p:spPr>
          <a:xfrm>
            <a:off x="17918132" y="3799926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4" name="テキスト プレースホルダー 2">
            <a:extLst>
              <a:ext uri="{FF2B5EF4-FFF2-40B4-BE49-F238E27FC236}">
                <a16:creationId xmlns:a16="http://schemas.microsoft.com/office/drawing/2014/main" id="{9164588A-A70B-2B1D-CF48-4A8D04E4CF2D}"/>
              </a:ext>
            </a:extLst>
          </p:cNvPr>
          <p:cNvSpPr txBox="1">
            <a:spLocks/>
          </p:cNvSpPr>
          <p:nvPr/>
        </p:nvSpPr>
        <p:spPr>
          <a:xfrm>
            <a:off x="15273903" y="559372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85" name="テキスト プレースホルダー 2">
            <a:extLst>
              <a:ext uri="{FF2B5EF4-FFF2-40B4-BE49-F238E27FC236}">
                <a16:creationId xmlns:a16="http://schemas.microsoft.com/office/drawing/2014/main" id="{EB8A23D4-68BA-C96C-DF3A-0D4C0E55F85F}"/>
              </a:ext>
            </a:extLst>
          </p:cNvPr>
          <p:cNvSpPr txBox="1">
            <a:spLocks/>
          </p:cNvSpPr>
          <p:nvPr/>
        </p:nvSpPr>
        <p:spPr>
          <a:xfrm>
            <a:off x="15165234" y="5017781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986" name="テキスト プレースホルダー 2">
            <a:extLst>
              <a:ext uri="{FF2B5EF4-FFF2-40B4-BE49-F238E27FC236}">
                <a16:creationId xmlns:a16="http://schemas.microsoft.com/office/drawing/2014/main" id="{7B866FD4-71DE-2FA2-84CD-72F92185C573}"/>
              </a:ext>
            </a:extLst>
          </p:cNvPr>
          <p:cNvSpPr txBox="1">
            <a:spLocks/>
          </p:cNvSpPr>
          <p:nvPr/>
        </p:nvSpPr>
        <p:spPr>
          <a:xfrm>
            <a:off x="13789284" y="4999780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87" name="テキスト プレースホルダー 2">
            <a:extLst>
              <a:ext uri="{FF2B5EF4-FFF2-40B4-BE49-F238E27FC236}">
                <a16:creationId xmlns:a16="http://schemas.microsoft.com/office/drawing/2014/main" id="{336D2400-0BCE-89D5-137A-2EF45F6E4D36}"/>
              </a:ext>
            </a:extLst>
          </p:cNvPr>
          <p:cNvSpPr txBox="1">
            <a:spLocks/>
          </p:cNvSpPr>
          <p:nvPr/>
        </p:nvSpPr>
        <p:spPr>
          <a:xfrm>
            <a:off x="15014154" y="311467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88" name="テキスト プレースホルダー 2">
            <a:extLst>
              <a:ext uri="{FF2B5EF4-FFF2-40B4-BE49-F238E27FC236}">
                <a16:creationId xmlns:a16="http://schemas.microsoft.com/office/drawing/2014/main" id="{E2C368A4-E50C-97D2-1DF4-99CA20E7815C}"/>
              </a:ext>
            </a:extLst>
          </p:cNvPr>
          <p:cNvSpPr txBox="1">
            <a:spLocks/>
          </p:cNvSpPr>
          <p:nvPr/>
        </p:nvSpPr>
        <p:spPr>
          <a:xfrm>
            <a:off x="16267500" y="311956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89" name="テキスト プレースホルダー 2">
            <a:extLst>
              <a:ext uri="{FF2B5EF4-FFF2-40B4-BE49-F238E27FC236}">
                <a16:creationId xmlns:a16="http://schemas.microsoft.com/office/drawing/2014/main" id="{C6CAADE6-1782-1825-A424-C06BFDDAE218}"/>
              </a:ext>
            </a:extLst>
          </p:cNvPr>
          <p:cNvSpPr txBox="1">
            <a:spLocks/>
          </p:cNvSpPr>
          <p:nvPr/>
        </p:nvSpPr>
        <p:spPr>
          <a:xfrm>
            <a:off x="17175287" y="3119567"/>
            <a:ext cx="96497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990" name="Oval 989">
            <a:extLst>
              <a:ext uri="{FF2B5EF4-FFF2-40B4-BE49-F238E27FC236}">
                <a16:creationId xmlns:a16="http://schemas.microsoft.com/office/drawing/2014/main" id="{A836B138-19D8-D135-0634-1DA1E124E618}"/>
              </a:ext>
            </a:extLst>
          </p:cNvPr>
          <p:cNvSpPr/>
          <p:nvPr/>
        </p:nvSpPr>
        <p:spPr>
          <a:xfrm>
            <a:off x="15804708" y="4285814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1" name="Straight Arrow Connector 990">
            <a:extLst>
              <a:ext uri="{FF2B5EF4-FFF2-40B4-BE49-F238E27FC236}">
                <a16:creationId xmlns:a16="http://schemas.microsoft.com/office/drawing/2014/main" id="{B4F3DD7E-6F4F-328D-2157-A782EC2F5B81}"/>
              </a:ext>
            </a:extLst>
          </p:cNvPr>
          <p:cNvCxnSpPr>
            <a:cxnSpLocks/>
          </p:cNvCxnSpPr>
          <p:nvPr/>
        </p:nvCxnSpPr>
        <p:spPr>
          <a:xfrm flipH="1" flipV="1">
            <a:off x="16088921" y="4370154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Straight Connector 991">
            <a:extLst>
              <a:ext uri="{FF2B5EF4-FFF2-40B4-BE49-F238E27FC236}">
                <a16:creationId xmlns:a16="http://schemas.microsoft.com/office/drawing/2014/main" id="{B1B59122-A136-9B47-53D6-DF185CD089C1}"/>
              </a:ext>
            </a:extLst>
          </p:cNvPr>
          <p:cNvCxnSpPr>
            <a:cxnSpLocks/>
          </p:cNvCxnSpPr>
          <p:nvPr/>
        </p:nvCxnSpPr>
        <p:spPr>
          <a:xfrm>
            <a:off x="16097813" y="3855432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3" name="Straight Connector 992">
            <a:extLst>
              <a:ext uri="{FF2B5EF4-FFF2-40B4-BE49-F238E27FC236}">
                <a16:creationId xmlns:a16="http://schemas.microsoft.com/office/drawing/2014/main" id="{86D19986-0E99-66CB-2D69-D73BD1824C6C}"/>
              </a:ext>
            </a:extLst>
          </p:cNvPr>
          <p:cNvCxnSpPr>
            <a:cxnSpLocks/>
          </p:cNvCxnSpPr>
          <p:nvPr/>
        </p:nvCxnSpPr>
        <p:spPr>
          <a:xfrm>
            <a:off x="15989326" y="520188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30A63400-204D-6787-FD3B-9F37DB90EA3A}"/>
              </a:ext>
            </a:extLst>
          </p:cNvPr>
          <p:cNvCxnSpPr/>
          <p:nvPr/>
        </p:nvCxnSpPr>
        <p:spPr>
          <a:xfrm>
            <a:off x="16099180" y="487326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5" name="Straight Connector 994">
            <a:extLst>
              <a:ext uri="{FF2B5EF4-FFF2-40B4-BE49-F238E27FC236}">
                <a16:creationId xmlns:a16="http://schemas.microsoft.com/office/drawing/2014/main" id="{A06C37CF-5698-D26A-8407-FF11E6218B5A}"/>
              </a:ext>
            </a:extLst>
          </p:cNvPr>
          <p:cNvCxnSpPr>
            <a:cxnSpLocks/>
          </p:cNvCxnSpPr>
          <p:nvPr/>
        </p:nvCxnSpPr>
        <p:spPr>
          <a:xfrm>
            <a:off x="16047047" y="5239392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" name="Straight Connector 995">
            <a:extLst>
              <a:ext uri="{FF2B5EF4-FFF2-40B4-BE49-F238E27FC236}">
                <a16:creationId xmlns:a16="http://schemas.microsoft.com/office/drawing/2014/main" id="{4D3AC9CC-C3C8-45A2-292C-EB655BA08E0C}"/>
              </a:ext>
            </a:extLst>
          </p:cNvPr>
          <p:cNvCxnSpPr>
            <a:cxnSpLocks/>
          </p:cNvCxnSpPr>
          <p:nvPr/>
        </p:nvCxnSpPr>
        <p:spPr>
          <a:xfrm>
            <a:off x="16071558" y="527690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01687DB2-5E05-AA43-8256-A050E1B9AC48}"/>
              </a:ext>
            </a:extLst>
          </p:cNvPr>
          <p:cNvCxnSpPr>
            <a:cxnSpLocks/>
          </p:cNvCxnSpPr>
          <p:nvPr/>
        </p:nvCxnSpPr>
        <p:spPr>
          <a:xfrm>
            <a:off x="18501694" y="1414228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8" name="Rectangle 997">
            <a:extLst>
              <a:ext uri="{FF2B5EF4-FFF2-40B4-BE49-F238E27FC236}">
                <a16:creationId xmlns:a16="http://schemas.microsoft.com/office/drawing/2014/main" id="{237757E0-DAA1-876A-3F9E-36B90E82208B}"/>
              </a:ext>
            </a:extLst>
          </p:cNvPr>
          <p:cNvSpPr/>
          <p:nvPr/>
        </p:nvSpPr>
        <p:spPr>
          <a:xfrm rot="10800000">
            <a:off x="19101158" y="5931492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9" name="Straight Connector 998">
            <a:extLst>
              <a:ext uri="{FF2B5EF4-FFF2-40B4-BE49-F238E27FC236}">
                <a16:creationId xmlns:a16="http://schemas.microsoft.com/office/drawing/2014/main" id="{A1493D5B-3813-413D-8A75-C55C4D3455CE}"/>
              </a:ext>
            </a:extLst>
          </p:cNvPr>
          <p:cNvCxnSpPr>
            <a:cxnSpLocks/>
          </p:cNvCxnSpPr>
          <p:nvPr/>
        </p:nvCxnSpPr>
        <p:spPr>
          <a:xfrm>
            <a:off x="19733705" y="60970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Oval 999">
            <a:extLst>
              <a:ext uri="{FF2B5EF4-FFF2-40B4-BE49-F238E27FC236}">
                <a16:creationId xmlns:a16="http://schemas.microsoft.com/office/drawing/2014/main" id="{BE9F08B5-4EFC-876D-0488-31ED30A73ECE}"/>
              </a:ext>
            </a:extLst>
          </p:cNvPr>
          <p:cNvSpPr/>
          <p:nvPr/>
        </p:nvSpPr>
        <p:spPr>
          <a:xfrm>
            <a:off x="19976693" y="605031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1" name="Straight Connector 1000">
            <a:extLst>
              <a:ext uri="{FF2B5EF4-FFF2-40B4-BE49-F238E27FC236}">
                <a16:creationId xmlns:a16="http://schemas.microsoft.com/office/drawing/2014/main" id="{FD4DB4C5-BD61-4DB5-8CDF-430EADCACF92}"/>
              </a:ext>
            </a:extLst>
          </p:cNvPr>
          <p:cNvCxnSpPr>
            <a:cxnSpLocks/>
          </p:cNvCxnSpPr>
          <p:nvPr/>
        </p:nvCxnSpPr>
        <p:spPr>
          <a:xfrm>
            <a:off x="20046517" y="609817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3F7040B8-E3FB-86F2-5AFA-5286BD965920}"/>
              </a:ext>
            </a:extLst>
          </p:cNvPr>
          <p:cNvSpPr/>
          <p:nvPr/>
        </p:nvSpPr>
        <p:spPr>
          <a:xfrm rot="10800000">
            <a:off x="20312782" y="5926576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3" name="Straight Connector 1002">
            <a:extLst>
              <a:ext uri="{FF2B5EF4-FFF2-40B4-BE49-F238E27FC236}">
                <a16:creationId xmlns:a16="http://schemas.microsoft.com/office/drawing/2014/main" id="{60167402-E8EA-A84F-3939-02058790E045}"/>
              </a:ext>
            </a:extLst>
          </p:cNvPr>
          <p:cNvCxnSpPr>
            <a:cxnSpLocks/>
          </p:cNvCxnSpPr>
          <p:nvPr/>
        </p:nvCxnSpPr>
        <p:spPr>
          <a:xfrm>
            <a:off x="20952254" y="609655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EDA6B618-4B0D-5F83-3D27-EE3A30047170}"/>
              </a:ext>
            </a:extLst>
          </p:cNvPr>
          <p:cNvSpPr/>
          <p:nvPr/>
        </p:nvSpPr>
        <p:spPr>
          <a:xfrm rot="5400000">
            <a:off x="19705017" y="5187228"/>
            <a:ext cx="639472" cy="312821"/>
          </a:xfrm>
          <a:prstGeom prst="rect">
            <a:avLst/>
          </a:prstGeom>
          <a:solidFill>
            <a:srgbClr val="00B0F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5" name="Straight Connector 1004">
            <a:extLst>
              <a:ext uri="{FF2B5EF4-FFF2-40B4-BE49-F238E27FC236}">
                <a16:creationId xmlns:a16="http://schemas.microsoft.com/office/drawing/2014/main" id="{AA0134BD-0677-951A-B934-51D60FC860DA}"/>
              </a:ext>
            </a:extLst>
          </p:cNvPr>
          <p:cNvCxnSpPr>
            <a:cxnSpLocks/>
          </p:cNvCxnSpPr>
          <p:nvPr/>
        </p:nvCxnSpPr>
        <p:spPr>
          <a:xfrm>
            <a:off x="18493584" y="4411354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6" name="テキスト プレースホルダー 2">
            <a:extLst>
              <a:ext uri="{FF2B5EF4-FFF2-40B4-BE49-F238E27FC236}">
                <a16:creationId xmlns:a16="http://schemas.microsoft.com/office/drawing/2014/main" id="{E2B26308-8EBC-DEE0-E707-518F1B3B4304}"/>
              </a:ext>
            </a:extLst>
          </p:cNvPr>
          <p:cNvSpPr txBox="1">
            <a:spLocks/>
          </p:cNvSpPr>
          <p:nvPr/>
        </p:nvSpPr>
        <p:spPr>
          <a:xfrm>
            <a:off x="19022659" y="540754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1007" name="テキスト プレースホルダー 2">
            <a:extLst>
              <a:ext uri="{FF2B5EF4-FFF2-40B4-BE49-F238E27FC236}">
                <a16:creationId xmlns:a16="http://schemas.microsoft.com/office/drawing/2014/main" id="{411DB99C-61C7-95B3-2DF8-E307086B584D}"/>
              </a:ext>
            </a:extLst>
          </p:cNvPr>
          <p:cNvSpPr txBox="1">
            <a:spLocks/>
          </p:cNvSpPr>
          <p:nvPr/>
        </p:nvSpPr>
        <p:spPr>
          <a:xfrm>
            <a:off x="20219984" y="538859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1008" name="Oval 1007">
            <a:extLst>
              <a:ext uri="{FF2B5EF4-FFF2-40B4-BE49-F238E27FC236}">
                <a16:creationId xmlns:a16="http://schemas.microsoft.com/office/drawing/2014/main" id="{FCB9B75A-F6AF-2D96-A58A-6FAF70F37E15}"/>
              </a:ext>
            </a:extLst>
          </p:cNvPr>
          <p:cNvSpPr/>
          <p:nvPr/>
        </p:nvSpPr>
        <p:spPr>
          <a:xfrm>
            <a:off x="19733705" y="6573220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CDFDBDCB-A732-9E4A-83D7-E3960B52E659}"/>
              </a:ext>
            </a:extLst>
          </p:cNvPr>
          <p:cNvCxnSpPr>
            <a:cxnSpLocks/>
          </p:cNvCxnSpPr>
          <p:nvPr/>
        </p:nvCxnSpPr>
        <p:spPr>
          <a:xfrm flipH="1" flipV="1">
            <a:off x="20017918" y="6657560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Straight Connector 1009">
            <a:extLst>
              <a:ext uri="{FF2B5EF4-FFF2-40B4-BE49-F238E27FC236}">
                <a16:creationId xmlns:a16="http://schemas.microsoft.com/office/drawing/2014/main" id="{782E4528-7593-F0C5-934F-928246C562F8}"/>
              </a:ext>
            </a:extLst>
          </p:cNvPr>
          <p:cNvCxnSpPr>
            <a:cxnSpLocks/>
          </p:cNvCxnSpPr>
          <p:nvPr/>
        </p:nvCxnSpPr>
        <p:spPr>
          <a:xfrm>
            <a:off x="20026810" y="614283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1" name="Straight Connector 1010">
            <a:extLst>
              <a:ext uri="{FF2B5EF4-FFF2-40B4-BE49-F238E27FC236}">
                <a16:creationId xmlns:a16="http://schemas.microsoft.com/office/drawing/2014/main" id="{12025D4C-E8F7-C55D-796D-F7A877F08802}"/>
              </a:ext>
            </a:extLst>
          </p:cNvPr>
          <p:cNvCxnSpPr>
            <a:cxnSpLocks/>
          </p:cNvCxnSpPr>
          <p:nvPr/>
        </p:nvCxnSpPr>
        <p:spPr>
          <a:xfrm>
            <a:off x="19908064" y="7489290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2" name="Straight Connector 1011">
            <a:extLst>
              <a:ext uri="{FF2B5EF4-FFF2-40B4-BE49-F238E27FC236}">
                <a16:creationId xmlns:a16="http://schemas.microsoft.com/office/drawing/2014/main" id="{C1DAD6BA-702F-C2A1-C3E2-4C3F6B75BC07}"/>
              </a:ext>
            </a:extLst>
          </p:cNvPr>
          <p:cNvCxnSpPr/>
          <p:nvPr/>
        </p:nvCxnSpPr>
        <p:spPr>
          <a:xfrm>
            <a:off x="20017918" y="716067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3" name="Straight Connector 1012">
            <a:extLst>
              <a:ext uri="{FF2B5EF4-FFF2-40B4-BE49-F238E27FC236}">
                <a16:creationId xmlns:a16="http://schemas.microsoft.com/office/drawing/2014/main" id="{CF580637-5338-C9BF-8530-3114025C72B9}"/>
              </a:ext>
            </a:extLst>
          </p:cNvPr>
          <p:cNvCxnSpPr>
            <a:cxnSpLocks/>
          </p:cNvCxnSpPr>
          <p:nvPr/>
        </p:nvCxnSpPr>
        <p:spPr>
          <a:xfrm>
            <a:off x="19965785" y="752679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52D9B24B-3E3F-65AD-9AE1-31F31F0436E1}"/>
              </a:ext>
            </a:extLst>
          </p:cNvPr>
          <p:cNvCxnSpPr>
            <a:cxnSpLocks/>
          </p:cNvCxnSpPr>
          <p:nvPr/>
        </p:nvCxnSpPr>
        <p:spPr>
          <a:xfrm>
            <a:off x="19990296" y="7564306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5" name="テキスト プレースホルダー 2">
            <a:extLst>
              <a:ext uri="{FF2B5EF4-FFF2-40B4-BE49-F238E27FC236}">
                <a16:creationId xmlns:a16="http://schemas.microsoft.com/office/drawing/2014/main" id="{1B0B7363-1D04-91D9-0F32-EC3B410D8148}"/>
              </a:ext>
            </a:extLst>
          </p:cNvPr>
          <p:cNvSpPr txBox="1">
            <a:spLocks/>
          </p:cNvSpPr>
          <p:nvPr/>
        </p:nvSpPr>
        <p:spPr>
          <a:xfrm>
            <a:off x="20141004" y="4930978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8CAB917D-DA4D-F0F5-DB0C-427D720C01C1}"/>
              </a:ext>
            </a:extLst>
          </p:cNvPr>
          <p:cNvSpPr/>
          <p:nvPr/>
        </p:nvSpPr>
        <p:spPr>
          <a:xfrm rot="10800000">
            <a:off x="19131506" y="4259506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7" name="Straight Connector 1016">
            <a:extLst>
              <a:ext uri="{FF2B5EF4-FFF2-40B4-BE49-F238E27FC236}">
                <a16:creationId xmlns:a16="http://schemas.microsoft.com/office/drawing/2014/main" id="{9B3302D7-3643-07B3-D13F-0E43202797F6}"/>
              </a:ext>
            </a:extLst>
          </p:cNvPr>
          <p:cNvCxnSpPr>
            <a:cxnSpLocks/>
          </p:cNvCxnSpPr>
          <p:nvPr/>
        </p:nvCxnSpPr>
        <p:spPr>
          <a:xfrm>
            <a:off x="19764053" y="4425027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8" name="Oval 1017">
            <a:extLst>
              <a:ext uri="{FF2B5EF4-FFF2-40B4-BE49-F238E27FC236}">
                <a16:creationId xmlns:a16="http://schemas.microsoft.com/office/drawing/2014/main" id="{E6006C93-B012-90DC-1C6F-A7869FCBD884}"/>
              </a:ext>
            </a:extLst>
          </p:cNvPr>
          <p:cNvSpPr/>
          <p:nvPr/>
        </p:nvSpPr>
        <p:spPr>
          <a:xfrm>
            <a:off x="19981641" y="4378324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9" name="Straight Connector 1018">
            <a:extLst>
              <a:ext uri="{FF2B5EF4-FFF2-40B4-BE49-F238E27FC236}">
                <a16:creationId xmlns:a16="http://schemas.microsoft.com/office/drawing/2014/main" id="{22BE4246-7A1B-41B7-10C4-56BC65E02359}"/>
              </a:ext>
            </a:extLst>
          </p:cNvPr>
          <p:cNvCxnSpPr>
            <a:cxnSpLocks/>
          </p:cNvCxnSpPr>
          <p:nvPr/>
        </p:nvCxnSpPr>
        <p:spPr>
          <a:xfrm>
            <a:off x="20076865" y="442619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0" name="Rectangle 1019">
            <a:extLst>
              <a:ext uri="{FF2B5EF4-FFF2-40B4-BE49-F238E27FC236}">
                <a16:creationId xmlns:a16="http://schemas.microsoft.com/office/drawing/2014/main" id="{3FE54433-CB22-359A-7C76-3FF15D9AA638}"/>
              </a:ext>
            </a:extLst>
          </p:cNvPr>
          <p:cNvSpPr/>
          <p:nvPr/>
        </p:nvSpPr>
        <p:spPr>
          <a:xfrm rot="10800000">
            <a:off x="20343130" y="4254590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1" name="テキスト プレースホルダー 2">
            <a:extLst>
              <a:ext uri="{FF2B5EF4-FFF2-40B4-BE49-F238E27FC236}">
                <a16:creationId xmlns:a16="http://schemas.microsoft.com/office/drawing/2014/main" id="{F3BD42AE-397C-3C96-575D-DA27EB45E2B2}"/>
              </a:ext>
            </a:extLst>
          </p:cNvPr>
          <p:cNvSpPr txBox="1">
            <a:spLocks/>
          </p:cNvSpPr>
          <p:nvPr/>
        </p:nvSpPr>
        <p:spPr>
          <a:xfrm>
            <a:off x="19053007" y="3735558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1022" name="テキスト プレースホルダー 2">
            <a:extLst>
              <a:ext uri="{FF2B5EF4-FFF2-40B4-BE49-F238E27FC236}">
                <a16:creationId xmlns:a16="http://schemas.microsoft.com/office/drawing/2014/main" id="{47B5320B-DA19-7621-C287-2F75103C5BEB}"/>
              </a:ext>
            </a:extLst>
          </p:cNvPr>
          <p:cNvSpPr txBox="1">
            <a:spLocks/>
          </p:cNvSpPr>
          <p:nvPr/>
        </p:nvSpPr>
        <p:spPr>
          <a:xfrm>
            <a:off x="20250332" y="3716606"/>
            <a:ext cx="923686" cy="5487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sp>
        <p:nvSpPr>
          <p:cNvPr id="1023" name="Oval 1022">
            <a:extLst>
              <a:ext uri="{FF2B5EF4-FFF2-40B4-BE49-F238E27FC236}">
                <a16:creationId xmlns:a16="http://schemas.microsoft.com/office/drawing/2014/main" id="{0207256E-471F-BBAA-0978-8A93974C800C}"/>
              </a:ext>
            </a:extLst>
          </p:cNvPr>
          <p:cNvSpPr/>
          <p:nvPr/>
        </p:nvSpPr>
        <p:spPr>
          <a:xfrm>
            <a:off x="19139057" y="4755353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476217ED-7A8B-FF46-C6BE-E24AF31BE9DE}"/>
              </a:ext>
            </a:extLst>
          </p:cNvPr>
          <p:cNvCxnSpPr>
            <a:cxnSpLocks/>
          </p:cNvCxnSpPr>
          <p:nvPr/>
        </p:nvCxnSpPr>
        <p:spPr>
          <a:xfrm flipV="1">
            <a:off x="19297550" y="4883084"/>
            <a:ext cx="248168" cy="31476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7E94C876-60C2-0656-73AB-35D50B409D80}"/>
              </a:ext>
            </a:extLst>
          </p:cNvPr>
          <p:cNvCxnSpPr>
            <a:cxnSpLocks/>
            <a:stCxn id="1018" idx="7"/>
            <a:endCxn id="1023" idx="7"/>
          </p:cNvCxnSpPr>
          <p:nvPr/>
        </p:nvCxnSpPr>
        <p:spPr>
          <a:xfrm flipH="1">
            <a:off x="19633329" y="4391958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テキスト プレースホルダー 2">
            <a:extLst>
              <a:ext uri="{FF2B5EF4-FFF2-40B4-BE49-F238E27FC236}">
                <a16:creationId xmlns:a16="http://schemas.microsoft.com/office/drawing/2014/main" id="{BF5C2507-B9F6-79F5-F008-9E208DF28B8A}"/>
              </a:ext>
            </a:extLst>
          </p:cNvPr>
          <p:cNvSpPr txBox="1">
            <a:spLocks/>
          </p:cNvSpPr>
          <p:nvPr/>
        </p:nvSpPr>
        <p:spPr>
          <a:xfrm>
            <a:off x="18785095" y="654157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1027" name="テキスト プレースホルダー 2">
            <a:extLst>
              <a:ext uri="{FF2B5EF4-FFF2-40B4-BE49-F238E27FC236}">
                <a16:creationId xmlns:a16="http://schemas.microsoft.com/office/drawing/2014/main" id="{F206060A-F3CA-62C5-7135-A8D7CC56C251}"/>
              </a:ext>
            </a:extLst>
          </p:cNvPr>
          <p:cNvSpPr txBox="1">
            <a:spLocks/>
          </p:cNvSpPr>
          <p:nvPr/>
        </p:nvSpPr>
        <p:spPr>
          <a:xfrm>
            <a:off x="18456147" y="434708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1447A63C-A20B-30AB-727E-CB616A75D9EC}"/>
              </a:ext>
            </a:extLst>
          </p:cNvPr>
          <p:cNvCxnSpPr>
            <a:cxnSpLocks/>
          </p:cNvCxnSpPr>
          <p:nvPr/>
        </p:nvCxnSpPr>
        <p:spPr>
          <a:xfrm>
            <a:off x="18518780" y="6096162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B1F811A2-AAB2-F56D-B630-32C0493DF4F0}"/>
              </a:ext>
            </a:extLst>
          </p:cNvPr>
          <p:cNvGrpSpPr/>
          <p:nvPr/>
        </p:nvGrpSpPr>
        <p:grpSpPr>
          <a:xfrm rot="5400000">
            <a:off x="18938008" y="5089914"/>
            <a:ext cx="225168" cy="403636"/>
            <a:chOff x="5124498" y="3780453"/>
            <a:chExt cx="225168" cy="403636"/>
          </a:xfrm>
        </p:grpSpPr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65D3DA9B-B705-3014-AD80-E338EE83D15E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B0064EEC-D728-0E63-2EBA-333D110EF406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52324B3C-BC4D-C263-7EB3-C0425E494197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4DE09F57-2491-A39C-E3F8-E89A8C9D8416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6BC2B3CD-36B5-EA30-AF55-E69423244ECF}"/>
              </a:ext>
            </a:extLst>
          </p:cNvPr>
          <p:cNvCxnSpPr>
            <a:cxnSpLocks/>
          </p:cNvCxnSpPr>
          <p:nvPr/>
        </p:nvCxnSpPr>
        <p:spPr>
          <a:xfrm>
            <a:off x="20028217" y="5675687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64AE0BAC-71B1-6E5B-BD46-E9AB21551740}"/>
              </a:ext>
            </a:extLst>
          </p:cNvPr>
          <p:cNvCxnSpPr>
            <a:cxnSpLocks/>
          </p:cNvCxnSpPr>
          <p:nvPr/>
        </p:nvCxnSpPr>
        <p:spPr>
          <a:xfrm>
            <a:off x="20012442" y="4370528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4429767B-57F9-86D5-D2F4-73DAABB303A1}"/>
              </a:ext>
            </a:extLst>
          </p:cNvPr>
          <p:cNvGrpSpPr/>
          <p:nvPr/>
        </p:nvGrpSpPr>
        <p:grpSpPr>
          <a:xfrm rot="16200000">
            <a:off x="19620820" y="3576859"/>
            <a:ext cx="794196" cy="182451"/>
            <a:chOff x="5478663" y="1384702"/>
            <a:chExt cx="794196" cy="182451"/>
          </a:xfrm>
        </p:grpSpPr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CB92C160-9D63-5C2C-5FFE-787CACE254F4}"/>
                </a:ext>
              </a:extLst>
            </p:cNvPr>
            <p:cNvSpPr/>
            <p:nvPr/>
          </p:nvSpPr>
          <p:spPr>
            <a:xfrm>
              <a:off x="5478663" y="1386849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0AEA1B38-E66F-A995-28FE-55A605B6CFD0}"/>
                </a:ext>
              </a:extLst>
            </p:cNvPr>
            <p:cNvSpPr/>
            <p:nvPr/>
          </p:nvSpPr>
          <p:spPr>
            <a:xfrm>
              <a:off x="5785609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93563DBE-F8BF-6636-EB7B-92C9269EF791}"/>
                </a:ext>
              </a:extLst>
            </p:cNvPr>
            <p:cNvSpPr/>
            <p:nvPr/>
          </p:nvSpPr>
          <p:spPr>
            <a:xfrm>
              <a:off x="6092555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13DFF6C5-E128-431B-7508-5DF010EEDEB2}"/>
              </a:ext>
            </a:extLst>
          </p:cNvPr>
          <p:cNvSpPr/>
          <p:nvPr/>
        </p:nvSpPr>
        <p:spPr>
          <a:xfrm rot="10800000" flipV="1">
            <a:off x="19125343" y="1246993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8F006046-783D-8471-3107-F2AC2BF6B470}"/>
              </a:ext>
            </a:extLst>
          </p:cNvPr>
          <p:cNvCxnSpPr>
            <a:cxnSpLocks/>
          </p:cNvCxnSpPr>
          <p:nvPr/>
        </p:nvCxnSpPr>
        <p:spPr>
          <a:xfrm flipV="1">
            <a:off x="19757890" y="139429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Oval 1041">
            <a:extLst>
              <a:ext uri="{FF2B5EF4-FFF2-40B4-BE49-F238E27FC236}">
                <a16:creationId xmlns:a16="http://schemas.microsoft.com/office/drawing/2014/main" id="{342FE4A9-D7E5-B482-FCEE-BBBCA04CBFDE}"/>
              </a:ext>
            </a:extLst>
          </p:cNvPr>
          <p:cNvSpPr/>
          <p:nvPr/>
        </p:nvSpPr>
        <p:spPr>
          <a:xfrm flipV="1">
            <a:off x="20000878" y="1347897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24CD8BA9-6502-D4A8-2A3F-522C5CBD5EF8}"/>
              </a:ext>
            </a:extLst>
          </p:cNvPr>
          <p:cNvCxnSpPr>
            <a:cxnSpLocks/>
          </p:cNvCxnSpPr>
          <p:nvPr/>
        </p:nvCxnSpPr>
        <p:spPr>
          <a:xfrm flipV="1">
            <a:off x="20070702" y="139313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C5B5560E-14A1-4274-10A6-05EF7C1B5AE8}"/>
              </a:ext>
            </a:extLst>
          </p:cNvPr>
          <p:cNvSpPr/>
          <p:nvPr/>
        </p:nvSpPr>
        <p:spPr>
          <a:xfrm rot="10800000" flipV="1">
            <a:off x="20336967" y="1251909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489F6B6D-E217-7458-985F-43E4921D7B39}"/>
              </a:ext>
            </a:extLst>
          </p:cNvPr>
          <p:cNvCxnSpPr>
            <a:cxnSpLocks/>
          </p:cNvCxnSpPr>
          <p:nvPr/>
        </p:nvCxnSpPr>
        <p:spPr>
          <a:xfrm flipV="1">
            <a:off x="20976439" y="139475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1A066CA2-0A2B-AAD4-AA83-8E95203B242D}"/>
              </a:ext>
            </a:extLst>
          </p:cNvPr>
          <p:cNvSpPr/>
          <p:nvPr/>
        </p:nvSpPr>
        <p:spPr>
          <a:xfrm rot="16200000" flipV="1">
            <a:off x="19729202" y="1991257"/>
            <a:ext cx="639472" cy="312821"/>
          </a:xfrm>
          <a:prstGeom prst="rect">
            <a:avLst/>
          </a:prstGeom>
          <a:solidFill>
            <a:srgbClr val="00B0F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B46DE7FB-D6A1-3335-534D-28E0C2C54B75}"/>
              </a:ext>
            </a:extLst>
          </p:cNvPr>
          <p:cNvCxnSpPr>
            <a:cxnSpLocks/>
          </p:cNvCxnSpPr>
          <p:nvPr/>
        </p:nvCxnSpPr>
        <p:spPr>
          <a:xfrm flipV="1">
            <a:off x="18517769" y="3079952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テキスト プレースホルダー 2">
            <a:extLst>
              <a:ext uri="{FF2B5EF4-FFF2-40B4-BE49-F238E27FC236}">
                <a16:creationId xmlns:a16="http://schemas.microsoft.com/office/drawing/2014/main" id="{AD3B4E98-37BA-6BCC-2097-00E546E80C37}"/>
              </a:ext>
            </a:extLst>
          </p:cNvPr>
          <p:cNvSpPr txBox="1">
            <a:spLocks/>
          </p:cNvSpPr>
          <p:nvPr/>
        </p:nvSpPr>
        <p:spPr>
          <a:xfrm>
            <a:off x="19046844" y="153502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49" name="テキスト プレースホルダー 2">
            <a:extLst>
              <a:ext uri="{FF2B5EF4-FFF2-40B4-BE49-F238E27FC236}">
                <a16:creationId xmlns:a16="http://schemas.microsoft.com/office/drawing/2014/main" id="{277188B8-C5C5-CA62-9C49-74C70D20CB5E}"/>
              </a:ext>
            </a:extLst>
          </p:cNvPr>
          <p:cNvSpPr txBox="1">
            <a:spLocks/>
          </p:cNvSpPr>
          <p:nvPr/>
        </p:nvSpPr>
        <p:spPr>
          <a:xfrm>
            <a:off x="20244169" y="1553973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50" name="Oval 1049">
            <a:extLst>
              <a:ext uri="{FF2B5EF4-FFF2-40B4-BE49-F238E27FC236}">
                <a16:creationId xmlns:a16="http://schemas.microsoft.com/office/drawing/2014/main" id="{AC257CCD-1180-5779-1BDA-20CC9B717446}"/>
              </a:ext>
            </a:extLst>
          </p:cNvPr>
          <p:cNvSpPr/>
          <p:nvPr/>
        </p:nvSpPr>
        <p:spPr>
          <a:xfrm flipV="1">
            <a:off x="19757890" y="339010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1C9FA06B-69CE-1CDB-B780-396C1C008522}"/>
              </a:ext>
            </a:extLst>
          </p:cNvPr>
          <p:cNvCxnSpPr>
            <a:cxnSpLocks/>
          </p:cNvCxnSpPr>
          <p:nvPr/>
        </p:nvCxnSpPr>
        <p:spPr>
          <a:xfrm flipH="1">
            <a:off x="20042103" y="423350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787D28EE-CDAF-1567-E739-8BE5C94E9B1D}"/>
              </a:ext>
            </a:extLst>
          </p:cNvPr>
          <p:cNvCxnSpPr>
            <a:cxnSpLocks/>
          </p:cNvCxnSpPr>
          <p:nvPr/>
        </p:nvCxnSpPr>
        <p:spPr>
          <a:xfrm flipV="1">
            <a:off x="20050995" y="918657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E350D2BA-FB49-9253-F048-FF0BA92DCB6F}"/>
              </a:ext>
            </a:extLst>
          </p:cNvPr>
          <p:cNvCxnSpPr>
            <a:cxnSpLocks/>
          </p:cNvCxnSpPr>
          <p:nvPr/>
        </p:nvCxnSpPr>
        <p:spPr>
          <a:xfrm flipV="1">
            <a:off x="19932249" y="201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B7B708CC-4104-2CCF-D59D-654D5859810B}"/>
              </a:ext>
            </a:extLst>
          </p:cNvPr>
          <p:cNvCxnSpPr/>
          <p:nvPr/>
        </p:nvCxnSpPr>
        <p:spPr>
          <a:xfrm flipV="1">
            <a:off x="20042103" y="201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B8B547D6-B291-07CF-CB40-9559A7947A91}"/>
              </a:ext>
            </a:extLst>
          </p:cNvPr>
          <p:cNvCxnSpPr>
            <a:cxnSpLocks/>
          </p:cNvCxnSpPr>
          <p:nvPr/>
        </p:nvCxnSpPr>
        <p:spPr>
          <a:xfrm flipV="1">
            <a:off x="19989970" y="-35492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4A99732F-C297-150D-52CF-9F25A0C066B8}"/>
              </a:ext>
            </a:extLst>
          </p:cNvPr>
          <p:cNvCxnSpPr>
            <a:cxnSpLocks/>
          </p:cNvCxnSpPr>
          <p:nvPr/>
        </p:nvCxnSpPr>
        <p:spPr>
          <a:xfrm flipV="1">
            <a:off x="20014481" y="-7300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7" name="テキスト プレースホルダー 2">
            <a:extLst>
              <a:ext uri="{FF2B5EF4-FFF2-40B4-BE49-F238E27FC236}">
                <a16:creationId xmlns:a16="http://schemas.microsoft.com/office/drawing/2014/main" id="{1B7B7BF0-85C6-3C50-923D-DAF9604108A1}"/>
              </a:ext>
            </a:extLst>
          </p:cNvPr>
          <p:cNvSpPr txBox="1">
            <a:spLocks/>
          </p:cNvSpPr>
          <p:nvPr/>
        </p:nvSpPr>
        <p:spPr>
          <a:xfrm>
            <a:off x="20165189" y="201158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BED7A10-4DD9-2CBE-6001-D815C7B569D5}"/>
              </a:ext>
            </a:extLst>
          </p:cNvPr>
          <p:cNvSpPr/>
          <p:nvPr/>
        </p:nvSpPr>
        <p:spPr>
          <a:xfrm rot="10800000" flipV="1">
            <a:off x="19155691" y="2918979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F1CEF5C0-C48C-10E6-5108-412C4EC60627}"/>
              </a:ext>
            </a:extLst>
          </p:cNvPr>
          <p:cNvCxnSpPr>
            <a:cxnSpLocks/>
          </p:cNvCxnSpPr>
          <p:nvPr/>
        </p:nvCxnSpPr>
        <p:spPr>
          <a:xfrm flipV="1">
            <a:off x="19788238" y="306627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Oval 1059">
            <a:extLst>
              <a:ext uri="{FF2B5EF4-FFF2-40B4-BE49-F238E27FC236}">
                <a16:creationId xmlns:a16="http://schemas.microsoft.com/office/drawing/2014/main" id="{BC9FD652-A230-9983-A47A-B36627194BDE}"/>
              </a:ext>
            </a:extLst>
          </p:cNvPr>
          <p:cNvSpPr/>
          <p:nvPr/>
        </p:nvSpPr>
        <p:spPr>
          <a:xfrm flipV="1">
            <a:off x="20005826" y="301988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8A436202-78E9-4C72-D0F9-FD4E2FAE6FB6}"/>
              </a:ext>
            </a:extLst>
          </p:cNvPr>
          <p:cNvCxnSpPr>
            <a:cxnSpLocks/>
          </p:cNvCxnSpPr>
          <p:nvPr/>
        </p:nvCxnSpPr>
        <p:spPr>
          <a:xfrm flipV="1">
            <a:off x="20101050" y="306511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DBD467E7-8C0C-200B-26BE-602EE9916786}"/>
              </a:ext>
            </a:extLst>
          </p:cNvPr>
          <p:cNvSpPr/>
          <p:nvPr/>
        </p:nvSpPr>
        <p:spPr>
          <a:xfrm rot="10800000" flipV="1">
            <a:off x="20367315" y="2923895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3" name="テキスト プレースホルダー 2">
            <a:extLst>
              <a:ext uri="{FF2B5EF4-FFF2-40B4-BE49-F238E27FC236}">
                <a16:creationId xmlns:a16="http://schemas.microsoft.com/office/drawing/2014/main" id="{56F0AE91-C332-7A44-1766-BE6307D95034}"/>
              </a:ext>
            </a:extLst>
          </p:cNvPr>
          <p:cNvSpPr txBox="1">
            <a:spLocks/>
          </p:cNvSpPr>
          <p:nvPr/>
        </p:nvSpPr>
        <p:spPr>
          <a:xfrm>
            <a:off x="19077192" y="320700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64" name="テキスト プレースホルダー 2">
            <a:extLst>
              <a:ext uri="{FF2B5EF4-FFF2-40B4-BE49-F238E27FC236}">
                <a16:creationId xmlns:a16="http://schemas.microsoft.com/office/drawing/2014/main" id="{F5B48E08-267B-875A-C897-D93758A7B593}"/>
              </a:ext>
            </a:extLst>
          </p:cNvPr>
          <p:cNvSpPr txBox="1">
            <a:spLocks/>
          </p:cNvSpPr>
          <p:nvPr/>
        </p:nvSpPr>
        <p:spPr>
          <a:xfrm>
            <a:off x="20274517" y="322595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1B9E65FC-5162-BA50-9F87-97DA8EC65035}"/>
              </a:ext>
            </a:extLst>
          </p:cNvPr>
          <p:cNvSpPr/>
          <p:nvPr/>
        </p:nvSpPr>
        <p:spPr>
          <a:xfrm flipV="1">
            <a:off x="19163242" y="2156877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6" name="Straight Arrow Connector 1065">
            <a:extLst>
              <a:ext uri="{FF2B5EF4-FFF2-40B4-BE49-F238E27FC236}">
                <a16:creationId xmlns:a16="http://schemas.microsoft.com/office/drawing/2014/main" id="{65684756-99FD-737C-7AB6-239B8A5CDA3C}"/>
              </a:ext>
            </a:extLst>
          </p:cNvPr>
          <p:cNvCxnSpPr>
            <a:cxnSpLocks/>
          </p:cNvCxnSpPr>
          <p:nvPr/>
        </p:nvCxnSpPr>
        <p:spPr>
          <a:xfrm>
            <a:off x="19321735" y="2293455"/>
            <a:ext cx="248168" cy="314767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E0F366E8-F878-44FF-1DC2-3196A8D6EE2A}"/>
              </a:ext>
            </a:extLst>
          </p:cNvPr>
          <p:cNvCxnSpPr>
            <a:cxnSpLocks/>
            <a:stCxn id="1060" idx="7"/>
            <a:endCxn id="1065" idx="7"/>
          </p:cNvCxnSpPr>
          <p:nvPr/>
        </p:nvCxnSpPr>
        <p:spPr>
          <a:xfrm flipH="1" flipV="1">
            <a:off x="19657514" y="2651149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8" name="テキスト プレースホルダー 2">
            <a:extLst>
              <a:ext uri="{FF2B5EF4-FFF2-40B4-BE49-F238E27FC236}">
                <a16:creationId xmlns:a16="http://schemas.microsoft.com/office/drawing/2014/main" id="{E195439A-98D7-EDD1-22EB-97C34CEB3C25}"/>
              </a:ext>
            </a:extLst>
          </p:cNvPr>
          <p:cNvSpPr txBox="1">
            <a:spLocks/>
          </p:cNvSpPr>
          <p:nvPr/>
        </p:nvSpPr>
        <p:spPr>
          <a:xfrm>
            <a:off x="18809280" y="400986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69" name="テキスト プレースホルダー 2">
            <a:extLst>
              <a:ext uri="{FF2B5EF4-FFF2-40B4-BE49-F238E27FC236}">
                <a16:creationId xmlns:a16="http://schemas.microsoft.com/office/drawing/2014/main" id="{080C6465-767D-5F81-7A88-1DC02A64A312}"/>
              </a:ext>
            </a:extLst>
          </p:cNvPr>
          <p:cNvSpPr txBox="1">
            <a:spLocks/>
          </p:cNvSpPr>
          <p:nvPr/>
        </p:nvSpPr>
        <p:spPr>
          <a:xfrm>
            <a:off x="18467080" y="235694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ED9B4A0F-BF7A-7172-7764-8AA17702D52C}"/>
              </a:ext>
            </a:extLst>
          </p:cNvPr>
          <p:cNvCxnSpPr>
            <a:cxnSpLocks/>
          </p:cNvCxnSpPr>
          <p:nvPr/>
        </p:nvCxnSpPr>
        <p:spPr>
          <a:xfrm>
            <a:off x="18493584" y="1395144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6EB808BD-679B-F2B8-174F-CCE2CE31B544}"/>
              </a:ext>
            </a:extLst>
          </p:cNvPr>
          <p:cNvGrpSpPr/>
          <p:nvPr/>
        </p:nvGrpSpPr>
        <p:grpSpPr>
          <a:xfrm rot="16200000" flipV="1">
            <a:off x="18962193" y="1997756"/>
            <a:ext cx="225168" cy="403636"/>
            <a:chOff x="5124498" y="3780453"/>
            <a:chExt cx="225168" cy="403636"/>
          </a:xfrm>
        </p:grpSpPr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06395756-51AF-CFA2-FC1D-8B69E6768F29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2F5AB5DC-30CB-C124-CA98-12625C1C3966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EB5A6133-42C8-73B5-E651-436F6B83286A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CDDAD6B4-CE47-3E24-317E-9F3C5DE7B115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1C18542A-46C1-8192-DC91-FBC92BD2DC76}"/>
              </a:ext>
            </a:extLst>
          </p:cNvPr>
          <p:cNvCxnSpPr>
            <a:cxnSpLocks/>
          </p:cNvCxnSpPr>
          <p:nvPr/>
        </p:nvCxnSpPr>
        <p:spPr>
          <a:xfrm flipV="1">
            <a:off x="20052402" y="138580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731FBFFC-5316-D9F6-56CD-C1A8AAC9EF3E}"/>
              </a:ext>
            </a:extLst>
          </p:cNvPr>
          <p:cNvCxnSpPr>
            <a:cxnSpLocks/>
          </p:cNvCxnSpPr>
          <p:nvPr/>
        </p:nvCxnSpPr>
        <p:spPr>
          <a:xfrm flipV="1">
            <a:off x="20036627" y="2465753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FD314724-E9F9-7492-66A9-C41E98F42E80}"/>
              </a:ext>
            </a:extLst>
          </p:cNvPr>
          <p:cNvSpPr/>
          <p:nvPr/>
        </p:nvSpPr>
        <p:spPr>
          <a:xfrm rot="16200000" flipH="1">
            <a:off x="25183878" y="4537863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12381CD6-B29B-A6C4-257F-4BB22F57CF56}"/>
              </a:ext>
            </a:extLst>
          </p:cNvPr>
          <p:cNvSpPr/>
          <p:nvPr/>
        </p:nvSpPr>
        <p:spPr>
          <a:xfrm rot="16200000" flipH="1">
            <a:off x="24645888" y="4537863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0" name="Straight Connector 1079">
            <a:extLst>
              <a:ext uri="{FF2B5EF4-FFF2-40B4-BE49-F238E27FC236}">
                <a16:creationId xmlns:a16="http://schemas.microsoft.com/office/drawing/2014/main" id="{CEADE179-2DA9-644C-8265-67FF38E8DF68}"/>
              </a:ext>
            </a:extLst>
          </p:cNvPr>
          <p:cNvCxnSpPr>
            <a:cxnSpLocks/>
            <a:stCxn id="1078" idx="3"/>
          </p:cNvCxnSpPr>
          <p:nvPr/>
        </p:nvCxnSpPr>
        <p:spPr>
          <a:xfrm flipH="1">
            <a:off x="25503614" y="501401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960D3FA4-24D3-1030-399A-C994E7EDDB69}"/>
              </a:ext>
            </a:extLst>
          </p:cNvPr>
          <p:cNvCxnSpPr/>
          <p:nvPr/>
        </p:nvCxnSpPr>
        <p:spPr>
          <a:xfrm flipH="1">
            <a:off x="24971084" y="501401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Connector 1081">
            <a:extLst>
              <a:ext uri="{FF2B5EF4-FFF2-40B4-BE49-F238E27FC236}">
                <a16:creationId xmlns:a16="http://schemas.microsoft.com/office/drawing/2014/main" id="{C3F4FE9C-C070-6D1D-6214-3C2D56D3B192}"/>
              </a:ext>
            </a:extLst>
          </p:cNvPr>
          <p:cNvCxnSpPr>
            <a:cxnSpLocks/>
          </p:cNvCxnSpPr>
          <p:nvPr/>
        </p:nvCxnSpPr>
        <p:spPr>
          <a:xfrm flipH="1">
            <a:off x="24971084" y="5342630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DEE202FA-6982-5F14-B1B9-2B6F2B200368}"/>
              </a:ext>
            </a:extLst>
          </p:cNvPr>
          <p:cNvCxnSpPr>
            <a:cxnSpLocks/>
          </p:cNvCxnSpPr>
          <p:nvPr/>
        </p:nvCxnSpPr>
        <p:spPr>
          <a:xfrm flipH="1">
            <a:off x="25237349" y="534263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1C004989-2E0B-4259-404C-2510D95D5D31}"/>
              </a:ext>
            </a:extLst>
          </p:cNvPr>
          <p:cNvCxnSpPr>
            <a:cxnSpLocks/>
          </p:cNvCxnSpPr>
          <p:nvPr/>
        </p:nvCxnSpPr>
        <p:spPr>
          <a:xfrm flipH="1">
            <a:off x="24999144" y="5671250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104B6FCE-A6BC-B3BE-012A-0080A14D2732}"/>
              </a:ext>
            </a:extLst>
          </p:cNvPr>
          <p:cNvCxnSpPr>
            <a:cxnSpLocks/>
          </p:cNvCxnSpPr>
          <p:nvPr/>
        </p:nvCxnSpPr>
        <p:spPr>
          <a:xfrm flipH="1">
            <a:off x="25076865" y="5807642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45B79743-06DD-CE59-79B4-E142C0194D36}"/>
              </a:ext>
            </a:extLst>
          </p:cNvPr>
          <p:cNvCxnSpPr>
            <a:cxnSpLocks/>
          </p:cNvCxnSpPr>
          <p:nvPr/>
        </p:nvCxnSpPr>
        <p:spPr>
          <a:xfrm flipH="1">
            <a:off x="25122035" y="6136262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1B9A625E-47B7-6DDA-5A3A-F8B71C1A3342}"/>
              </a:ext>
            </a:extLst>
          </p:cNvPr>
          <p:cNvCxnSpPr/>
          <p:nvPr/>
        </p:nvCxnSpPr>
        <p:spPr>
          <a:xfrm flipH="1">
            <a:off x="25237349" y="580764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92634BB8-886B-2492-D366-E04ECEEC36C1}"/>
              </a:ext>
            </a:extLst>
          </p:cNvPr>
          <p:cNvCxnSpPr>
            <a:cxnSpLocks/>
          </p:cNvCxnSpPr>
          <p:nvPr/>
        </p:nvCxnSpPr>
        <p:spPr>
          <a:xfrm flipH="1">
            <a:off x="25171544" y="6173770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48D754E4-05B3-930A-5064-38E780ED503B}"/>
              </a:ext>
            </a:extLst>
          </p:cNvPr>
          <p:cNvCxnSpPr>
            <a:cxnSpLocks/>
          </p:cNvCxnSpPr>
          <p:nvPr/>
        </p:nvCxnSpPr>
        <p:spPr>
          <a:xfrm flipH="1">
            <a:off x="25206002" y="621127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1089">
            <a:extLst>
              <a:ext uri="{FF2B5EF4-FFF2-40B4-BE49-F238E27FC236}">
                <a16:creationId xmlns:a16="http://schemas.microsoft.com/office/drawing/2014/main" id="{6484FC9E-30C4-B942-65B8-B47DC39979FD}"/>
              </a:ext>
            </a:extLst>
          </p:cNvPr>
          <p:cNvCxnSpPr/>
          <p:nvPr/>
        </p:nvCxnSpPr>
        <p:spPr>
          <a:xfrm flipH="1">
            <a:off x="25503614" y="404591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1DADD09B-6724-4685-398D-99B7AEA2F72E}"/>
              </a:ext>
            </a:extLst>
          </p:cNvPr>
          <p:cNvCxnSpPr/>
          <p:nvPr/>
        </p:nvCxnSpPr>
        <p:spPr>
          <a:xfrm flipH="1">
            <a:off x="24971084" y="404591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3CE542B6-438F-D631-0B45-ED777607C214}"/>
              </a:ext>
            </a:extLst>
          </p:cNvPr>
          <p:cNvCxnSpPr>
            <a:cxnSpLocks/>
          </p:cNvCxnSpPr>
          <p:nvPr/>
        </p:nvCxnSpPr>
        <p:spPr>
          <a:xfrm flipH="1">
            <a:off x="24971084" y="4057556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D41D2189-2CD2-B3F9-6E7B-7C22D787B6C8}"/>
              </a:ext>
            </a:extLst>
          </p:cNvPr>
          <p:cNvCxnSpPr>
            <a:cxnSpLocks/>
          </p:cNvCxnSpPr>
          <p:nvPr/>
        </p:nvCxnSpPr>
        <p:spPr>
          <a:xfrm flipH="1">
            <a:off x="25237349" y="371729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5F632789-8E71-923A-0A8B-B66CDEA81FB3}"/>
              </a:ext>
            </a:extLst>
          </p:cNvPr>
          <p:cNvSpPr/>
          <p:nvPr/>
        </p:nvSpPr>
        <p:spPr>
          <a:xfrm rot="10800000" flipH="1">
            <a:off x="24331612" y="3577148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5" name="Straight Connector 1094">
            <a:extLst>
              <a:ext uri="{FF2B5EF4-FFF2-40B4-BE49-F238E27FC236}">
                <a16:creationId xmlns:a16="http://schemas.microsoft.com/office/drawing/2014/main" id="{D5A5622F-A214-6344-87A3-8141825E9D4C}"/>
              </a:ext>
            </a:extLst>
          </p:cNvPr>
          <p:cNvCxnSpPr>
            <a:cxnSpLocks/>
          </p:cNvCxnSpPr>
          <p:nvPr/>
        </p:nvCxnSpPr>
        <p:spPr>
          <a:xfrm flipH="1">
            <a:off x="24971084" y="373402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>
            <a:extLst>
              <a:ext uri="{FF2B5EF4-FFF2-40B4-BE49-F238E27FC236}">
                <a16:creationId xmlns:a16="http://schemas.microsoft.com/office/drawing/2014/main" id="{8F215A07-C5C3-F3CC-0ED5-AEA36FA61C6E}"/>
              </a:ext>
            </a:extLst>
          </p:cNvPr>
          <p:cNvCxnSpPr>
            <a:cxnSpLocks/>
          </p:cNvCxnSpPr>
          <p:nvPr/>
        </p:nvCxnSpPr>
        <p:spPr>
          <a:xfrm flipH="1">
            <a:off x="24065347" y="373417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" name="Oval 1096">
            <a:extLst>
              <a:ext uri="{FF2B5EF4-FFF2-40B4-BE49-F238E27FC236}">
                <a16:creationId xmlns:a16="http://schemas.microsoft.com/office/drawing/2014/main" id="{4D638A91-2D5F-0CDB-FC08-41A134B09C93}"/>
              </a:ext>
            </a:extLst>
          </p:cNvPr>
          <p:cNvSpPr/>
          <p:nvPr/>
        </p:nvSpPr>
        <p:spPr>
          <a:xfrm flipH="1">
            <a:off x="23995525" y="368747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8" name="Straight Connector 1097">
            <a:extLst>
              <a:ext uri="{FF2B5EF4-FFF2-40B4-BE49-F238E27FC236}">
                <a16:creationId xmlns:a16="http://schemas.microsoft.com/office/drawing/2014/main" id="{C7051388-76C6-18E6-A6E0-1C8695CEE829}"/>
              </a:ext>
            </a:extLst>
          </p:cNvPr>
          <p:cNvCxnSpPr>
            <a:cxnSpLocks/>
          </p:cNvCxnSpPr>
          <p:nvPr/>
        </p:nvCxnSpPr>
        <p:spPr>
          <a:xfrm flipH="1">
            <a:off x="23752535" y="373533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816510E1-EDBF-9F4A-14C3-E3060BE757DC}"/>
              </a:ext>
            </a:extLst>
          </p:cNvPr>
          <p:cNvSpPr/>
          <p:nvPr/>
        </p:nvSpPr>
        <p:spPr>
          <a:xfrm rot="10800000" flipH="1">
            <a:off x="23113063" y="3560886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0B005C08-4323-3C90-9683-96C6D55B68A3}"/>
              </a:ext>
            </a:extLst>
          </p:cNvPr>
          <p:cNvCxnSpPr>
            <a:cxnSpLocks/>
          </p:cNvCxnSpPr>
          <p:nvPr/>
        </p:nvCxnSpPr>
        <p:spPr>
          <a:xfrm flipH="1">
            <a:off x="22846798" y="372490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D67BF1EE-9E00-B50F-63D4-416F3C10567C}"/>
              </a:ext>
            </a:extLst>
          </p:cNvPr>
          <p:cNvSpPr/>
          <p:nvPr/>
        </p:nvSpPr>
        <p:spPr>
          <a:xfrm rot="10800000" flipH="1">
            <a:off x="22214251" y="3568498"/>
            <a:ext cx="639472" cy="312821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2" name="Straight Connector 1101">
            <a:extLst>
              <a:ext uri="{FF2B5EF4-FFF2-40B4-BE49-F238E27FC236}">
                <a16:creationId xmlns:a16="http://schemas.microsoft.com/office/drawing/2014/main" id="{53604D41-1B32-8CA3-39CD-36B276B57D26}"/>
              </a:ext>
            </a:extLst>
          </p:cNvPr>
          <p:cNvCxnSpPr>
            <a:cxnSpLocks/>
          </p:cNvCxnSpPr>
          <p:nvPr/>
        </p:nvCxnSpPr>
        <p:spPr>
          <a:xfrm flipH="1">
            <a:off x="21649160" y="3724910"/>
            <a:ext cx="5737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3" name="テキスト プレースホルダー 2">
            <a:extLst>
              <a:ext uri="{FF2B5EF4-FFF2-40B4-BE49-F238E27FC236}">
                <a16:creationId xmlns:a16="http://schemas.microsoft.com/office/drawing/2014/main" id="{52936E9D-276C-6669-5AB0-5EA8B18D2EA3}"/>
              </a:ext>
            </a:extLst>
          </p:cNvPr>
          <p:cNvSpPr txBox="1">
            <a:spLocks/>
          </p:cNvSpPr>
          <p:nvPr/>
        </p:nvSpPr>
        <p:spPr>
          <a:xfrm flipH="1">
            <a:off x="23938731" y="551870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04" name="テキスト プレースホルダー 2">
            <a:extLst>
              <a:ext uri="{FF2B5EF4-FFF2-40B4-BE49-F238E27FC236}">
                <a16:creationId xmlns:a16="http://schemas.microsoft.com/office/drawing/2014/main" id="{90D66EF4-65F7-EF23-5D12-1BEA583FDB37}"/>
              </a:ext>
            </a:extLst>
          </p:cNvPr>
          <p:cNvSpPr txBox="1">
            <a:spLocks/>
          </p:cNvSpPr>
          <p:nvPr/>
        </p:nvSpPr>
        <p:spPr>
          <a:xfrm flipH="1">
            <a:off x="24047398" y="4942765"/>
            <a:ext cx="101049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1105" name="テキスト プレースホルダー 2">
            <a:extLst>
              <a:ext uri="{FF2B5EF4-FFF2-40B4-BE49-F238E27FC236}">
                <a16:creationId xmlns:a16="http://schemas.microsoft.com/office/drawing/2014/main" id="{95706D12-705D-437D-CAF3-DBE0CD380D00}"/>
              </a:ext>
            </a:extLst>
          </p:cNvPr>
          <p:cNvSpPr txBox="1">
            <a:spLocks/>
          </p:cNvSpPr>
          <p:nvPr/>
        </p:nvSpPr>
        <p:spPr>
          <a:xfrm flipH="1">
            <a:off x="25582377" y="4964521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06" name="テキスト プレースホルダー 2">
            <a:extLst>
              <a:ext uri="{FF2B5EF4-FFF2-40B4-BE49-F238E27FC236}">
                <a16:creationId xmlns:a16="http://schemas.microsoft.com/office/drawing/2014/main" id="{B4897C0A-0534-A2BC-48D2-6EAB8E41C52C}"/>
              </a:ext>
            </a:extLst>
          </p:cNvPr>
          <p:cNvSpPr txBox="1">
            <a:spLocks/>
          </p:cNvSpPr>
          <p:nvPr/>
        </p:nvSpPr>
        <p:spPr>
          <a:xfrm flipH="1">
            <a:off x="24198480" y="3039656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07" name="テキスト プレースホルダー 2">
            <a:extLst>
              <a:ext uri="{FF2B5EF4-FFF2-40B4-BE49-F238E27FC236}">
                <a16:creationId xmlns:a16="http://schemas.microsoft.com/office/drawing/2014/main" id="{92E87CD9-B711-4B5A-2A67-4E80E24BDB2E}"/>
              </a:ext>
            </a:extLst>
          </p:cNvPr>
          <p:cNvSpPr txBox="1">
            <a:spLocks/>
          </p:cNvSpPr>
          <p:nvPr/>
        </p:nvSpPr>
        <p:spPr>
          <a:xfrm flipH="1">
            <a:off x="22945134" y="304455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08" name="テキスト プレースホルダー 2">
            <a:extLst>
              <a:ext uri="{FF2B5EF4-FFF2-40B4-BE49-F238E27FC236}">
                <a16:creationId xmlns:a16="http://schemas.microsoft.com/office/drawing/2014/main" id="{46E48277-6EBB-1883-5D45-8967324EB26A}"/>
              </a:ext>
            </a:extLst>
          </p:cNvPr>
          <p:cNvSpPr txBox="1">
            <a:spLocks/>
          </p:cNvSpPr>
          <p:nvPr/>
        </p:nvSpPr>
        <p:spPr>
          <a:xfrm flipH="1">
            <a:off x="21930379" y="3044551"/>
            <a:ext cx="1030654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1109" name="Oval 1108">
            <a:extLst>
              <a:ext uri="{FF2B5EF4-FFF2-40B4-BE49-F238E27FC236}">
                <a16:creationId xmlns:a16="http://schemas.microsoft.com/office/drawing/2014/main" id="{7AFBAF24-DF79-A1AA-9444-0B2EAE1E2F9D}"/>
              </a:ext>
            </a:extLst>
          </p:cNvPr>
          <p:cNvSpPr/>
          <p:nvPr/>
        </p:nvSpPr>
        <p:spPr>
          <a:xfrm flipH="1">
            <a:off x="23752536" y="4210798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0" name="Straight Arrow Connector 1109">
            <a:extLst>
              <a:ext uri="{FF2B5EF4-FFF2-40B4-BE49-F238E27FC236}">
                <a16:creationId xmlns:a16="http://schemas.microsoft.com/office/drawing/2014/main" id="{2B0F2200-F454-92FF-4727-54B7E6818230}"/>
              </a:ext>
            </a:extLst>
          </p:cNvPr>
          <p:cNvCxnSpPr>
            <a:cxnSpLocks/>
          </p:cNvCxnSpPr>
          <p:nvPr/>
        </p:nvCxnSpPr>
        <p:spPr>
          <a:xfrm flipV="1">
            <a:off x="24042074" y="4295138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Straight Connector 1110">
            <a:extLst>
              <a:ext uri="{FF2B5EF4-FFF2-40B4-BE49-F238E27FC236}">
                <a16:creationId xmlns:a16="http://schemas.microsoft.com/office/drawing/2014/main" id="{65403E32-55A9-5E81-11DB-8416B6DCF2C6}"/>
              </a:ext>
            </a:extLst>
          </p:cNvPr>
          <p:cNvCxnSpPr>
            <a:cxnSpLocks/>
          </p:cNvCxnSpPr>
          <p:nvPr/>
        </p:nvCxnSpPr>
        <p:spPr>
          <a:xfrm flipH="1">
            <a:off x="24038507" y="3780416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E479D029-102E-1916-83BF-4C5D1E38E330}"/>
              </a:ext>
            </a:extLst>
          </p:cNvPr>
          <p:cNvCxnSpPr>
            <a:cxnSpLocks/>
          </p:cNvCxnSpPr>
          <p:nvPr/>
        </p:nvCxnSpPr>
        <p:spPr>
          <a:xfrm flipH="1">
            <a:off x="23921826" y="5126868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Straight Connector 1112">
            <a:extLst>
              <a:ext uri="{FF2B5EF4-FFF2-40B4-BE49-F238E27FC236}">
                <a16:creationId xmlns:a16="http://schemas.microsoft.com/office/drawing/2014/main" id="{59E278D0-77E2-E5DD-9378-C90621895F50}"/>
              </a:ext>
            </a:extLst>
          </p:cNvPr>
          <p:cNvCxnSpPr/>
          <p:nvPr/>
        </p:nvCxnSpPr>
        <p:spPr>
          <a:xfrm flipH="1">
            <a:off x="24037140" y="479824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Straight Connector 1113">
            <a:extLst>
              <a:ext uri="{FF2B5EF4-FFF2-40B4-BE49-F238E27FC236}">
                <a16:creationId xmlns:a16="http://schemas.microsoft.com/office/drawing/2014/main" id="{41E27E68-0A49-CCC5-3C8A-8FE4392FBF6D}"/>
              </a:ext>
            </a:extLst>
          </p:cNvPr>
          <p:cNvCxnSpPr>
            <a:cxnSpLocks/>
          </p:cNvCxnSpPr>
          <p:nvPr/>
        </p:nvCxnSpPr>
        <p:spPr>
          <a:xfrm flipH="1">
            <a:off x="23971335" y="516437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Connector 1114">
            <a:extLst>
              <a:ext uri="{FF2B5EF4-FFF2-40B4-BE49-F238E27FC236}">
                <a16:creationId xmlns:a16="http://schemas.microsoft.com/office/drawing/2014/main" id="{DFCBDA46-B8CC-54F7-F699-C9CFB1C54BBF}"/>
              </a:ext>
            </a:extLst>
          </p:cNvPr>
          <p:cNvCxnSpPr>
            <a:cxnSpLocks/>
          </p:cNvCxnSpPr>
          <p:nvPr/>
        </p:nvCxnSpPr>
        <p:spPr>
          <a:xfrm flipH="1">
            <a:off x="24005793" y="5201884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Connector 1115">
            <a:extLst>
              <a:ext uri="{FF2B5EF4-FFF2-40B4-BE49-F238E27FC236}">
                <a16:creationId xmlns:a16="http://schemas.microsoft.com/office/drawing/2014/main" id="{5ECA4A5B-0462-2FC5-946A-73A4B4FE9B4E}"/>
              </a:ext>
            </a:extLst>
          </p:cNvPr>
          <p:cNvCxnSpPr>
            <a:cxnSpLocks/>
          </p:cNvCxnSpPr>
          <p:nvPr/>
        </p:nvCxnSpPr>
        <p:spPr>
          <a:xfrm>
            <a:off x="20997298" y="4413418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Connector 1116">
            <a:extLst>
              <a:ext uri="{FF2B5EF4-FFF2-40B4-BE49-F238E27FC236}">
                <a16:creationId xmlns:a16="http://schemas.microsoft.com/office/drawing/2014/main" id="{00AC9264-7648-89B2-E5B3-9A28EAAFA0B6}"/>
              </a:ext>
            </a:extLst>
          </p:cNvPr>
          <p:cNvCxnSpPr>
            <a:cxnSpLocks/>
          </p:cNvCxnSpPr>
          <p:nvPr/>
        </p:nvCxnSpPr>
        <p:spPr>
          <a:xfrm>
            <a:off x="21022494" y="6098226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Straight Connector 1117">
            <a:extLst>
              <a:ext uri="{FF2B5EF4-FFF2-40B4-BE49-F238E27FC236}">
                <a16:creationId xmlns:a16="http://schemas.microsoft.com/office/drawing/2014/main" id="{0BF44BE2-BC54-AD20-1987-1A54186C544E}"/>
              </a:ext>
            </a:extLst>
          </p:cNvPr>
          <p:cNvCxnSpPr>
            <a:cxnSpLocks/>
          </p:cNvCxnSpPr>
          <p:nvPr/>
        </p:nvCxnSpPr>
        <p:spPr>
          <a:xfrm flipV="1">
            <a:off x="21021483" y="3082016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Connector 1118">
            <a:extLst>
              <a:ext uri="{FF2B5EF4-FFF2-40B4-BE49-F238E27FC236}">
                <a16:creationId xmlns:a16="http://schemas.microsoft.com/office/drawing/2014/main" id="{69460D76-3B37-1308-4426-5C48FAD6F30C}"/>
              </a:ext>
            </a:extLst>
          </p:cNvPr>
          <p:cNvCxnSpPr>
            <a:cxnSpLocks/>
          </p:cNvCxnSpPr>
          <p:nvPr/>
        </p:nvCxnSpPr>
        <p:spPr>
          <a:xfrm>
            <a:off x="20997298" y="1397208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Straight Connector 1119">
            <a:extLst>
              <a:ext uri="{FF2B5EF4-FFF2-40B4-BE49-F238E27FC236}">
                <a16:creationId xmlns:a16="http://schemas.microsoft.com/office/drawing/2014/main" id="{68284210-62CD-73E3-5B74-02A024B059A2}"/>
              </a:ext>
            </a:extLst>
          </p:cNvPr>
          <p:cNvCxnSpPr>
            <a:cxnSpLocks/>
          </p:cNvCxnSpPr>
          <p:nvPr/>
        </p:nvCxnSpPr>
        <p:spPr>
          <a:xfrm>
            <a:off x="21631470" y="1414334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1" name="テキスト プレースホルダー 2">
            <a:extLst>
              <a:ext uri="{FF2B5EF4-FFF2-40B4-BE49-F238E27FC236}">
                <a16:creationId xmlns:a16="http://schemas.microsoft.com/office/drawing/2014/main" id="{58C39FE7-8D6F-76E1-DF15-08AD1C1D1C10}"/>
              </a:ext>
            </a:extLst>
          </p:cNvPr>
          <p:cNvSpPr txBox="1">
            <a:spLocks/>
          </p:cNvSpPr>
          <p:nvPr/>
        </p:nvSpPr>
        <p:spPr>
          <a:xfrm>
            <a:off x="16404312" y="4335294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22" name="テキスト プレースホルダー 2">
            <a:extLst>
              <a:ext uri="{FF2B5EF4-FFF2-40B4-BE49-F238E27FC236}">
                <a16:creationId xmlns:a16="http://schemas.microsoft.com/office/drawing/2014/main" id="{6FECFD1C-ACF7-C26C-E9E5-72FB0DB9629E}"/>
              </a:ext>
            </a:extLst>
          </p:cNvPr>
          <p:cNvSpPr txBox="1">
            <a:spLocks/>
          </p:cNvSpPr>
          <p:nvPr/>
        </p:nvSpPr>
        <p:spPr>
          <a:xfrm>
            <a:off x="22877999" y="4275659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1123" name="Group 1122">
            <a:extLst>
              <a:ext uri="{FF2B5EF4-FFF2-40B4-BE49-F238E27FC236}">
                <a16:creationId xmlns:a16="http://schemas.microsoft.com/office/drawing/2014/main" id="{0AACFD4B-BCA8-B3D3-0CF0-56331731693D}"/>
              </a:ext>
            </a:extLst>
          </p:cNvPr>
          <p:cNvGrpSpPr/>
          <p:nvPr/>
        </p:nvGrpSpPr>
        <p:grpSpPr>
          <a:xfrm>
            <a:off x="2325745" y="-2293902"/>
            <a:ext cx="6490316" cy="1938943"/>
            <a:chOff x="635135" y="1365316"/>
            <a:chExt cx="6490316" cy="1938943"/>
          </a:xfrm>
        </p:grpSpPr>
        <p:grpSp>
          <p:nvGrpSpPr>
            <p:cNvPr id="1124" name="Group 1123">
              <a:extLst>
                <a:ext uri="{FF2B5EF4-FFF2-40B4-BE49-F238E27FC236}">
                  <a16:creationId xmlns:a16="http://schemas.microsoft.com/office/drawing/2014/main" id="{DD9F22CB-DD03-D8F4-2C85-BD54A0ECE8B0}"/>
                </a:ext>
              </a:extLst>
            </p:cNvPr>
            <p:cNvGrpSpPr/>
            <p:nvPr/>
          </p:nvGrpSpPr>
          <p:grpSpPr>
            <a:xfrm>
              <a:off x="635135" y="1595182"/>
              <a:ext cx="2447948" cy="1233452"/>
              <a:chOff x="-640017" y="6252944"/>
              <a:chExt cx="2447948" cy="1233452"/>
            </a:xfrm>
          </p:grpSpPr>
          <p:sp>
            <p:nvSpPr>
              <p:cNvPr id="1141" name="Rectangle 1140">
                <a:extLst>
                  <a:ext uri="{FF2B5EF4-FFF2-40B4-BE49-F238E27FC236}">
                    <a16:creationId xmlns:a16="http://schemas.microsoft.com/office/drawing/2014/main" id="{3CFEAEDA-6118-F46B-44D9-CE1D39BF311C}"/>
                  </a:ext>
                </a:extLst>
              </p:cNvPr>
              <p:cNvSpPr/>
              <p:nvPr/>
            </p:nvSpPr>
            <p:spPr>
              <a:xfrm>
                <a:off x="-640016" y="6252944"/>
                <a:ext cx="2447947" cy="1233452"/>
              </a:xfrm>
              <a:prstGeom prst="rect">
                <a:avLst/>
              </a:prstGeom>
              <a:solidFill>
                <a:srgbClr val="72706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1142" name="Rectangle 1141">
                <a:extLst>
                  <a:ext uri="{FF2B5EF4-FFF2-40B4-BE49-F238E27FC236}">
                    <a16:creationId xmlns:a16="http://schemas.microsoft.com/office/drawing/2014/main" id="{05708E90-4FE5-B075-77A4-0AA69B531838}"/>
                  </a:ext>
                </a:extLst>
              </p:cNvPr>
              <p:cNvSpPr/>
              <p:nvPr/>
            </p:nvSpPr>
            <p:spPr>
              <a:xfrm>
                <a:off x="-640017" y="6851607"/>
                <a:ext cx="2447947" cy="3612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grpSp>
            <p:nvGrpSpPr>
              <p:cNvPr id="1143" name="Group 1142">
                <a:extLst>
                  <a:ext uri="{FF2B5EF4-FFF2-40B4-BE49-F238E27FC236}">
                    <a16:creationId xmlns:a16="http://schemas.microsoft.com/office/drawing/2014/main" id="{8092306E-5613-21D0-8A0D-E9D453FD0FE2}"/>
                  </a:ext>
                </a:extLst>
              </p:cNvPr>
              <p:cNvGrpSpPr/>
              <p:nvPr/>
            </p:nvGrpSpPr>
            <p:grpSpPr>
              <a:xfrm>
                <a:off x="-468301" y="6417870"/>
                <a:ext cx="2104517" cy="903600"/>
                <a:chOff x="-464224" y="6412550"/>
                <a:chExt cx="2104517" cy="903600"/>
              </a:xfrm>
            </p:grpSpPr>
            <p:grpSp>
              <p:nvGrpSpPr>
                <p:cNvPr id="1144" name="Group 1143">
                  <a:extLst>
                    <a:ext uri="{FF2B5EF4-FFF2-40B4-BE49-F238E27FC236}">
                      <a16:creationId xmlns:a16="http://schemas.microsoft.com/office/drawing/2014/main" id="{772BF495-C74A-84A5-C964-2C9B5D207B6B}"/>
                    </a:ext>
                  </a:extLst>
                </p:cNvPr>
                <p:cNvGrpSpPr/>
                <p:nvPr/>
              </p:nvGrpSpPr>
              <p:grpSpPr>
                <a:xfrm>
                  <a:off x="-464224" y="6412550"/>
                  <a:ext cx="910800" cy="903600"/>
                  <a:chOff x="4781761" y="3434449"/>
                  <a:chExt cx="1320364" cy="1319180"/>
                </a:xfrm>
              </p:grpSpPr>
              <p:sp>
                <p:nvSpPr>
                  <p:cNvPr id="1173" name="Rectangle 1172">
                    <a:extLst>
                      <a:ext uri="{FF2B5EF4-FFF2-40B4-BE49-F238E27FC236}">
                        <a16:creationId xmlns:a16="http://schemas.microsoft.com/office/drawing/2014/main" id="{E1C78C38-EDB3-C1E6-1058-AE8DA17C55F4}"/>
                      </a:ext>
                    </a:extLst>
                  </p:cNvPr>
                  <p:cNvSpPr/>
                  <p:nvPr/>
                </p:nvSpPr>
                <p:spPr>
                  <a:xfrm>
                    <a:off x="4781762" y="3434450"/>
                    <a:ext cx="1318530" cy="131917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74" name="Rectangle 1173">
                    <a:extLst>
                      <a:ext uri="{FF2B5EF4-FFF2-40B4-BE49-F238E27FC236}">
                        <a16:creationId xmlns:a16="http://schemas.microsoft.com/office/drawing/2014/main" id="{EDE95895-83D2-EBA2-7342-278C80A4DF8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419682" y="2796528"/>
                    <a:ext cx="42690" cy="1318531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75" name="Rectangle 1174">
                    <a:extLst>
                      <a:ext uri="{FF2B5EF4-FFF2-40B4-BE49-F238E27FC236}">
                        <a16:creationId xmlns:a16="http://schemas.microsoft.com/office/drawing/2014/main" id="{A1B75634-87F7-2E0F-8E91-9E95E3AA277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421515" y="4073016"/>
                    <a:ext cx="42690" cy="1318531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76" name="Rectangle 1175">
                    <a:extLst>
                      <a:ext uri="{FF2B5EF4-FFF2-40B4-BE49-F238E27FC236}">
                        <a16:creationId xmlns:a16="http://schemas.microsoft.com/office/drawing/2014/main" id="{88C2FE01-4988-B826-95E8-BEFAF42228A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3077921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77" name="フローチャート: 和接合 16">
                    <a:extLst>
                      <a:ext uri="{FF2B5EF4-FFF2-40B4-BE49-F238E27FC236}">
                        <a16:creationId xmlns:a16="http://schemas.microsoft.com/office/drawing/2014/main" id="{D862678D-3A97-8DCE-B2F0-7AFCD8A088E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3665101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78" name="Rectangle 1177">
                    <a:extLst>
                      <a:ext uri="{FF2B5EF4-FFF2-40B4-BE49-F238E27FC236}">
                        <a16:creationId xmlns:a16="http://schemas.microsoft.com/office/drawing/2014/main" id="{63399278-CAFA-5D0B-B523-02D78AC099E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2919101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179" name="Group 1178">
                    <a:extLst>
                      <a:ext uri="{FF2B5EF4-FFF2-40B4-BE49-F238E27FC236}">
                        <a16:creationId xmlns:a16="http://schemas.microsoft.com/office/drawing/2014/main" id="{EFEF2E8A-F564-AEE7-3185-BC133CB03849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3507419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1198" name="楕円 300">
                      <a:extLst>
                        <a:ext uri="{FF2B5EF4-FFF2-40B4-BE49-F238E27FC236}">
                          <a16:creationId xmlns:a16="http://schemas.microsoft.com/office/drawing/2014/main" id="{0C77B127-DEAC-7908-5F32-248563321130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99" name="楕円 301">
                      <a:extLst>
                        <a:ext uri="{FF2B5EF4-FFF2-40B4-BE49-F238E27FC236}">
                          <a16:creationId xmlns:a16="http://schemas.microsoft.com/office/drawing/2014/main" id="{90EA3B2A-0E6C-C485-3644-47F35303C5CA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180" name="Rectangle 1179">
                    <a:extLst>
                      <a:ext uri="{FF2B5EF4-FFF2-40B4-BE49-F238E27FC236}">
                        <a16:creationId xmlns:a16="http://schemas.microsoft.com/office/drawing/2014/main" id="{9EE5DC1C-50D6-22B1-3F35-F507FF47170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3396323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81" name="フローチャート: 和接合 16">
                    <a:extLst>
                      <a:ext uri="{FF2B5EF4-FFF2-40B4-BE49-F238E27FC236}">
                        <a16:creationId xmlns:a16="http://schemas.microsoft.com/office/drawing/2014/main" id="{BED2A502-3D50-BCE9-CF8A-8E40A6B94634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3983503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82" name="Rectangle 1181">
                    <a:extLst>
                      <a:ext uri="{FF2B5EF4-FFF2-40B4-BE49-F238E27FC236}">
                        <a16:creationId xmlns:a16="http://schemas.microsoft.com/office/drawing/2014/main" id="{D507176C-B40D-0C5F-2BB1-D853642A265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3237503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183" name="Group 1182">
                    <a:extLst>
                      <a:ext uri="{FF2B5EF4-FFF2-40B4-BE49-F238E27FC236}">
                        <a16:creationId xmlns:a16="http://schemas.microsoft.com/office/drawing/2014/main" id="{ED61E900-8C9D-DEEC-C033-3BF983389388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3825821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1196" name="楕円 300">
                      <a:extLst>
                        <a:ext uri="{FF2B5EF4-FFF2-40B4-BE49-F238E27FC236}">
                          <a16:creationId xmlns:a16="http://schemas.microsoft.com/office/drawing/2014/main" id="{03E4EA17-2349-C0B0-2F14-B5D7F5BB5EE2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97" name="楕円 301">
                      <a:extLst>
                        <a:ext uri="{FF2B5EF4-FFF2-40B4-BE49-F238E27FC236}">
                          <a16:creationId xmlns:a16="http://schemas.microsoft.com/office/drawing/2014/main" id="{33F832D7-C78D-B277-1638-C319E32BDB9B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184" name="Rectangle 1183">
                    <a:extLst>
                      <a:ext uri="{FF2B5EF4-FFF2-40B4-BE49-F238E27FC236}">
                        <a16:creationId xmlns:a16="http://schemas.microsoft.com/office/drawing/2014/main" id="{3E9D6F7A-4B12-1875-85CB-0B9ADB5B884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3714725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85" name="フローチャート: 和接合 16">
                    <a:extLst>
                      <a:ext uri="{FF2B5EF4-FFF2-40B4-BE49-F238E27FC236}">
                        <a16:creationId xmlns:a16="http://schemas.microsoft.com/office/drawing/2014/main" id="{6AD4C068-FC50-E400-2AAC-401E229C25C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4301905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86" name="Rectangle 1185">
                    <a:extLst>
                      <a:ext uri="{FF2B5EF4-FFF2-40B4-BE49-F238E27FC236}">
                        <a16:creationId xmlns:a16="http://schemas.microsoft.com/office/drawing/2014/main" id="{ED3B7434-3F35-E854-47E7-F6E83DFD4F1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3555905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187" name="Group 1186">
                    <a:extLst>
                      <a:ext uri="{FF2B5EF4-FFF2-40B4-BE49-F238E27FC236}">
                        <a16:creationId xmlns:a16="http://schemas.microsoft.com/office/drawing/2014/main" id="{77E1E79F-3297-C447-FA84-451373D89C1D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4144223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1194" name="楕円 300">
                      <a:extLst>
                        <a:ext uri="{FF2B5EF4-FFF2-40B4-BE49-F238E27FC236}">
                          <a16:creationId xmlns:a16="http://schemas.microsoft.com/office/drawing/2014/main" id="{CCB980E9-9A6F-9076-7C46-16DED65C81F3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95" name="楕円 301">
                      <a:extLst>
                        <a:ext uri="{FF2B5EF4-FFF2-40B4-BE49-F238E27FC236}">
                          <a16:creationId xmlns:a16="http://schemas.microsoft.com/office/drawing/2014/main" id="{8BA75F32-E387-EC6A-FD19-8CEA39D9ACF3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188" name="Rectangle 1187">
                    <a:extLst>
                      <a:ext uri="{FF2B5EF4-FFF2-40B4-BE49-F238E27FC236}">
                        <a16:creationId xmlns:a16="http://schemas.microsoft.com/office/drawing/2014/main" id="{1CEC374B-79E4-4B1D-F9BE-0A3B4B640E7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4033129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89" name="フローチャート: 和接合 16">
                    <a:extLst>
                      <a:ext uri="{FF2B5EF4-FFF2-40B4-BE49-F238E27FC236}">
                        <a16:creationId xmlns:a16="http://schemas.microsoft.com/office/drawing/2014/main" id="{C47BF3D7-A5ED-4091-BD99-ADB6C3C8E4A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4620309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90" name="Rectangle 1189">
                    <a:extLst>
                      <a:ext uri="{FF2B5EF4-FFF2-40B4-BE49-F238E27FC236}">
                        <a16:creationId xmlns:a16="http://schemas.microsoft.com/office/drawing/2014/main" id="{27562272-6565-5844-BC06-6A206FBE273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3874307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191" name="Group 1190">
                    <a:extLst>
                      <a:ext uri="{FF2B5EF4-FFF2-40B4-BE49-F238E27FC236}">
                        <a16:creationId xmlns:a16="http://schemas.microsoft.com/office/drawing/2014/main" id="{4C5C7D05-43C3-1ABE-DB77-33B6D07957A7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4462625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1192" name="楕円 300">
                      <a:extLst>
                        <a:ext uri="{FF2B5EF4-FFF2-40B4-BE49-F238E27FC236}">
                          <a16:creationId xmlns:a16="http://schemas.microsoft.com/office/drawing/2014/main" id="{F0F66172-8829-2AEF-2CD6-8578325963F1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93" name="楕円 301">
                      <a:extLst>
                        <a:ext uri="{FF2B5EF4-FFF2-40B4-BE49-F238E27FC236}">
                          <a16:creationId xmlns:a16="http://schemas.microsoft.com/office/drawing/2014/main" id="{B1E6D1C3-02A3-96AD-6D2E-F8912956FD09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  <p:grpSp>
              <p:nvGrpSpPr>
                <p:cNvPr id="1145" name="Group 1144">
                  <a:extLst>
                    <a:ext uri="{FF2B5EF4-FFF2-40B4-BE49-F238E27FC236}">
                      <a16:creationId xmlns:a16="http://schemas.microsoft.com/office/drawing/2014/main" id="{DD508270-D8D7-56C9-7B93-E83BA5F511FB}"/>
                    </a:ext>
                  </a:extLst>
                </p:cNvPr>
                <p:cNvGrpSpPr/>
                <p:nvPr/>
              </p:nvGrpSpPr>
              <p:grpSpPr>
                <a:xfrm>
                  <a:off x="729493" y="6412550"/>
                  <a:ext cx="910800" cy="903600"/>
                  <a:chOff x="4781761" y="3434449"/>
                  <a:chExt cx="1320364" cy="1319180"/>
                </a:xfrm>
              </p:grpSpPr>
              <p:sp>
                <p:nvSpPr>
                  <p:cNvPr id="1146" name="Rectangle 1145">
                    <a:extLst>
                      <a:ext uri="{FF2B5EF4-FFF2-40B4-BE49-F238E27FC236}">
                        <a16:creationId xmlns:a16="http://schemas.microsoft.com/office/drawing/2014/main" id="{1F6E76BE-9C17-81B9-ADB7-4BA5A0214A82}"/>
                      </a:ext>
                    </a:extLst>
                  </p:cNvPr>
                  <p:cNvSpPr/>
                  <p:nvPr/>
                </p:nvSpPr>
                <p:spPr>
                  <a:xfrm>
                    <a:off x="4781762" y="3434450"/>
                    <a:ext cx="1318530" cy="131917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47" name="Rectangle 1146">
                    <a:extLst>
                      <a:ext uri="{FF2B5EF4-FFF2-40B4-BE49-F238E27FC236}">
                        <a16:creationId xmlns:a16="http://schemas.microsoft.com/office/drawing/2014/main" id="{C00A7096-39A0-4B18-6662-2A1624E51BA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419682" y="2796528"/>
                    <a:ext cx="42690" cy="1318531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48" name="Rectangle 1147">
                    <a:extLst>
                      <a:ext uri="{FF2B5EF4-FFF2-40B4-BE49-F238E27FC236}">
                        <a16:creationId xmlns:a16="http://schemas.microsoft.com/office/drawing/2014/main" id="{12B1B48A-F6F7-149A-2F23-4E34874E37A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421515" y="4073016"/>
                    <a:ext cx="42690" cy="1318531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49" name="Rectangle 1148">
                    <a:extLst>
                      <a:ext uri="{FF2B5EF4-FFF2-40B4-BE49-F238E27FC236}">
                        <a16:creationId xmlns:a16="http://schemas.microsoft.com/office/drawing/2014/main" id="{0526E814-CE82-3486-C452-F4FC7AED14D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3077921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50" name="フローチャート: 和接合 16">
                    <a:extLst>
                      <a:ext uri="{FF2B5EF4-FFF2-40B4-BE49-F238E27FC236}">
                        <a16:creationId xmlns:a16="http://schemas.microsoft.com/office/drawing/2014/main" id="{DD47C2E4-79EC-6754-149B-9A2EC040F46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3665101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51" name="Rectangle 1150">
                    <a:extLst>
                      <a:ext uri="{FF2B5EF4-FFF2-40B4-BE49-F238E27FC236}">
                        <a16:creationId xmlns:a16="http://schemas.microsoft.com/office/drawing/2014/main" id="{92CA5592-1559-9E8F-1759-1B2D1EAF6E7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2919101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152" name="Group 1151">
                    <a:extLst>
                      <a:ext uri="{FF2B5EF4-FFF2-40B4-BE49-F238E27FC236}">
                        <a16:creationId xmlns:a16="http://schemas.microsoft.com/office/drawing/2014/main" id="{ED3E5BE5-95FD-72BE-5DFC-83B9811A20A4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3507419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1171" name="楕円 300">
                      <a:extLst>
                        <a:ext uri="{FF2B5EF4-FFF2-40B4-BE49-F238E27FC236}">
                          <a16:creationId xmlns:a16="http://schemas.microsoft.com/office/drawing/2014/main" id="{0E0C2B0A-855C-8EA8-860C-29B4FD402B73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72" name="楕円 301">
                      <a:extLst>
                        <a:ext uri="{FF2B5EF4-FFF2-40B4-BE49-F238E27FC236}">
                          <a16:creationId xmlns:a16="http://schemas.microsoft.com/office/drawing/2014/main" id="{2496A7F4-1368-A071-F8D6-4DD866E8FD3E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153" name="Rectangle 1152">
                    <a:extLst>
                      <a:ext uri="{FF2B5EF4-FFF2-40B4-BE49-F238E27FC236}">
                        <a16:creationId xmlns:a16="http://schemas.microsoft.com/office/drawing/2014/main" id="{EBBC2042-CC25-F609-B0B0-6F2F310FBEE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3396323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54" name="フローチャート: 和接合 16">
                    <a:extLst>
                      <a:ext uri="{FF2B5EF4-FFF2-40B4-BE49-F238E27FC236}">
                        <a16:creationId xmlns:a16="http://schemas.microsoft.com/office/drawing/2014/main" id="{DBE42970-2F6B-52A1-88FA-61726399548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3983503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55" name="Rectangle 1154">
                    <a:extLst>
                      <a:ext uri="{FF2B5EF4-FFF2-40B4-BE49-F238E27FC236}">
                        <a16:creationId xmlns:a16="http://schemas.microsoft.com/office/drawing/2014/main" id="{4B347425-A234-3F11-E716-D7792ABF000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3237503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156" name="Group 1155">
                    <a:extLst>
                      <a:ext uri="{FF2B5EF4-FFF2-40B4-BE49-F238E27FC236}">
                        <a16:creationId xmlns:a16="http://schemas.microsoft.com/office/drawing/2014/main" id="{35ED7C43-A433-0499-F1AC-12156B9C02A8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3825821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1169" name="楕円 300">
                      <a:extLst>
                        <a:ext uri="{FF2B5EF4-FFF2-40B4-BE49-F238E27FC236}">
                          <a16:creationId xmlns:a16="http://schemas.microsoft.com/office/drawing/2014/main" id="{00AD5EE7-752E-37AE-FC35-38CE9CD85DED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70" name="楕円 301">
                      <a:extLst>
                        <a:ext uri="{FF2B5EF4-FFF2-40B4-BE49-F238E27FC236}">
                          <a16:creationId xmlns:a16="http://schemas.microsoft.com/office/drawing/2014/main" id="{21634D85-3A3C-B775-81E9-FFC394584730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157" name="Rectangle 1156">
                    <a:extLst>
                      <a:ext uri="{FF2B5EF4-FFF2-40B4-BE49-F238E27FC236}">
                        <a16:creationId xmlns:a16="http://schemas.microsoft.com/office/drawing/2014/main" id="{648968CF-3C7D-49B2-178C-A7E0E804917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3714725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58" name="フローチャート: 和接合 16">
                    <a:extLst>
                      <a:ext uri="{FF2B5EF4-FFF2-40B4-BE49-F238E27FC236}">
                        <a16:creationId xmlns:a16="http://schemas.microsoft.com/office/drawing/2014/main" id="{DAFE1E17-449C-E965-6428-891F6341DAE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4301905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59" name="Rectangle 1158">
                    <a:extLst>
                      <a:ext uri="{FF2B5EF4-FFF2-40B4-BE49-F238E27FC236}">
                        <a16:creationId xmlns:a16="http://schemas.microsoft.com/office/drawing/2014/main" id="{D1B4DE22-C179-BC60-84CE-7121B65EF87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3555905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160" name="Group 1159">
                    <a:extLst>
                      <a:ext uri="{FF2B5EF4-FFF2-40B4-BE49-F238E27FC236}">
                        <a16:creationId xmlns:a16="http://schemas.microsoft.com/office/drawing/2014/main" id="{BF7460C9-6CE1-42C4-305B-2CFB47864DB2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4144223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1167" name="楕円 300">
                      <a:extLst>
                        <a:ext uri="{FF2B5EF4-FFF2-40B4-BE49-F238E27FC236}">
                          <a16:creationId xmlns:a16="http://schemas.microsoft.com/office/drawing/2014/main" id="{045BDDB1-0820-CD87-0532-8732548BB9F5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68" name="楕円 301">
                      <a:extLst>
                        <a:ext uri="{FF2B5EF4-FFF2-40B4-BE49-F238E27FC236}">
                          <a16:creationId xmlns:a16="http://schemas.microsoft.com/office/drawing/2014/main" id="{4291395E-688D-47C2-7956-31AFE2099D2A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161" name="Rectangle 1160">
                    <a:extLst>
                      <a:ext uri="{FF2B5EF4-FFF2-40B4-BE49-F238E27FC236}">
                        <a16:creationId xmlns:a16="http://schemas.microsoft.com/office/drawing/2014/main" id="{D0B1946B-0A26-ED2C-6ACA-6DC3EAAD8DA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410" y="4033129"/>
                    <a:ext cx="118800" cy="1235561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62" name="フローチャート: 和接合 16">
                    <a:extLst>
                      <a:ext uri="{FF2B5EF4-FFF2-40B4-BE49-F238E27FC236}">
                        <a16:creationId xmlns:a16="http://schemas.microsoft.com/office/drawing/2014/main" id="{D9AF389F-3859-938D-DB7D-7E477A0C2D6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409210" y="4620309"/>
                    <a:ext cx="61200" cy="61200"/>
                  </a:xfrm>
                  <a:prstGeom prst="flowChartSummingJunction">
                    <a:avLst/>
                  </a:prstGeom>
                  <a:solidFill>
                    <a:srgbClr val="FFC000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63" name="Rectangle 1162">
                    <a:extLst>
                      <a:ext uri="{FF2B5EF4-FFF2-40B4-BE49-F238E27FC236}">
                        <a16:creationId xmlns:a16="http://schemas.microsoft.com/office/drawing/2014/main" id="{B083E1DA-22FC-C29E-981B-2871497C8F3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380789" y="3874307"/>
                    <a:ext cx="118800" cy="1234800"/>
                  </a:xfrm>
                  <a:prstGeom prst="rect">
                    <a:avLst/>
                  </a:prstGeom>
                  <a:solidFill>
                    <a:srgbClr val="C5591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164" name="Group 1163">
                    <a:extLst>
                      <a:ext uri="{FF2B5EF4-FFF2-40B4-BE49-F238E27FC236}">
                        <a16:creationId xmlns:a16="http://schemas.microsoft.com/office/drawing/2014/main" id="{391144CF-9539-0200-6099-3AA41BD7306A}"/>
                      </a:ext>
                    </a:extLst>
                  </p:cNvPr>
                  <p:cNvGrpSpPr/>
                  <p:nvPr/>
                </p:nvGrpSpPr>
                <p:grpSpPr>
                  <a:xfrm>
                    <a:off x="5411389" y="4462625"/>
                    <a:ext cx="57600" cy="58165"/>
                    <a:chOff x="5550747" y="2678351"/>
                    <a:chExt cx="57600" cy="58165"/>
                  </a:xfrm>
                </p:grpSpPr>
                <p:sp>
                  <p:nvSpPr>
                    <p:cNvPr id="1165" name="楕円 300">
                      <a:extLst>
                        <a:ext uri="{FF2B5EF4-FFF2-40B4-BE49-F238E27FC236}">
                          <a16:creationId xmlns:a16="http://schemas.microsoft.com/office/drawing/2014/main" id="{4FC90F15-1633-B4D3-6B70-E8E3839F5EE2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50747" y="2678351"/>
                      <a:ext cx="57600" cy="58165"/>
                    </a:xfrm>
                    <a:prstGeom prst="ellipse">
                      <a:avLst/>
                    </a:prstGeom>
                    <a:noFill/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166" name="楕円 301">
                      <a:extLst>
                        <a:ext uri="{FF2B5EF4-FFF2-40B4-BE49-F238E27FC236}">
                          <a16:creationId xmlns:a16="http://schemas.microsoft.com/office/drawing/2014/main" id="{E138C23D-5AB0-1067-9005-37C20E6CB454}"/>
                        </a:ext>
                      </a:extLst>
                    </p:cNvPr>
                    <p:cNvSpPr/>
                    <p:nvPr/>
                  </p:nvSpPr>
                  <p:spPr bwMode="auto">
                    <a:xfrm rot="10800000">
                      <a:off x="5572276" y="2700163"/>
                      <a:ext cx="14542" cy="1454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6350">
                      <a:solidFill>
                        <a:srgbClr val="10101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endParaRPr lang="ja-JP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</p:grpSp>
        </p:grpSp>
        <p:cxnSp>
          <p:nvCxnSpPr>
            <p:cNvPr id="1125" name="Straight Arrow Connector 1124">
              <a:extLst>
                <a:ext uri="{FF2B5EF4-FFF2-40B4-BE49-F238E27FC236}">
                  <a16:creationId xmlns:a16="http://schemas.microsoft.com/office/drawing/2014/main" id="{DF8EEF64-4FA0-CB1C-117E-0DBB07171423}"/>
                </a:ext>
              </a:extLst>
            </p:cNvPr>
            <p:cNvCxnSpPr>
              <a:cxnSpLocks/>
            </p:cNvCxnSpPr>
            <p:nvPr/>
          </p:nvCxnSpPr>
          <p:spPr>
            <a:xfrm>
              <a:off x="4061460" y="1685850"/>
              <a:ext cx="0" cy="1205511"/>
            </a:xfrm>
            <a:prstGeom prst="straightConnector1">
              <a:avLst/>
            </a:prstGeom>
            <a:ln w="38100">
              <a:solidFill>
                <a:srgbClr val="1F4E7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6" name="Group 1125">
              <a:extLst>
                <a:ext uri="{FF2B5EF4-FFF2-40B4-BE49-F238E27FC236}">
                  <a16:creationId xmlns:a16="http://schemas.microsoft.com/office/drawing/2014/main" id="{B101AFC6-CFCE-3E99-B7CD-71DD15995A12}"/>
                </a:ext>
              </a:extLst>
            </p:cNvPr>
            <p:cNvGrpSpPr/>
            <p:nvPr/>
          </p:nvGrpSpPr>
          <p:grpSpPr>
            <a:xfrm>
              <a:off x="4304402" y="1365316"/>
              <a:ext cx="2821049" cy="1584047"/>
              <a:chOff x="4304402" y="1365316"/>
              <a:chExt cx="2821049" cy="1584047"/>
            </a:xfrm>
          </p:grpSpPr>
          <p:sp>
            <p:nvSpPr>
              <p:cNvPr id="1131" name="Rectangle 1130">
                <a:extLst>
                  <a:ext uri="{FF2B5EF4-FFF2-40B4-BE49-F238E27FC236}">
                    <a16:creationId xmlns:a16="http://schemas.microsoft.com/office/drawing/2014/main" id="{7EA88D13-DACE-6703-D05A-5A0EBFC2EECB}"/>
                  </a:ext>
                </a:extLst>
              </p:cNvPr>
              <p:cNvSpPr/>
              <p:nvPr/>
            </p:nvSpPr>
            <p:spPr>
              <a:xfrm>
                <a:off x="4307196" y="2609621"/>
                <a:ext cx="2818254" cy="339742"/>
              </a:xfrm>
              <a:prstGeom prst="rect">
                <a:avLst/>
              </a:prstGeom>
              <a:solidFill>
                <a:srgbClr val="72706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solidFill>
                    <a:schemeClr val="tx1"/>
                  </a:solidFill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2" name="Rectangle 1131">
                <a:extLst>
                  <a:ext uri="{FF2B5EF4-FFF2-40B4-BE49-F238E27FC236}">
                    <a16:creationId xmlns:a16="http://schemas.microsoft.com/office/drawing/2014/main" id="{1AC3BAF4-96F5-3122-2C94-0A107A74D8AA}"/>
                  </a:ext>
                </a:extLst>
              </p:cNvPr>
              <p:cNvSpPr/>
              <p:nvPr/>
            </p:nvSpPr>
            <p:spPr>
              <a:xfrm rot="5400000">
                <a:off x="5552314" y="936934"/>
                <a:ext cx="328015" cy="2818255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3" name="Rectangle 1132">
                <a:extLst>
                  <a:ext uri="{FF2B5EF4-FFF2-40B4-BE49-F238E27FC236}">
                    <a16:creationId xmlns:a16="http://schemas.microsoft.com/office/drawing/2014/main" id="{B4FF1C00-1781-1069-ED28-AE2EA7C5D981}"/>
                  </a:ext>
                </a:extLst>
              </p:cNvPr>
              <p:cNvSpPr/>
              <p:nvPr/>
            </p:nvSpPr>
            <p:spPr>
              <a:xfrm rot="5400000">
                <a:off x="5663954" y="1149210"/>
                <a:ext cx="104736" cy="281825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4" name="Rectangle 1133">
                <a:extLst>
                  <a:ext uri="{FF2B5EF4-FFF2-40B4-BE49-F238E27FC236}">
                    <a16:creationId xmlns:a16="http://schemas.microsoft.com/office/drawing/2014/main" id="{8FD3688C-6BEB-F06E-B245-7D3AF5846F77}"/>
                  </a:ext>
                </a:extLst>
              </p:cNvPr>
              <p:cNvSpPr/>
              <p:nvPr/>
            </p:nvSpPr>
            <p:spPr>
              <a:xfrm rot="5400000">
                <a:off x="5552315" y="529233"/>
                <a:ext cx="328015" cy="2818257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5" name="Rectangle 1134">
                <a:extLst>
                  <a:ext uri="{FF2B5EF4-FFF2-40B4-BE49-F238E27FC236}">
                    <a16:creationId xmlns:a16="http://schemas.microsoft.com/office/drawing/2014/main" id="{0BCCF71C-860D-C9A1-FFDD-5A93BD8810B3}"/>
                  </a:ext>
                </a:extLst>
              </p:cNvPr>
              <p:cNvSpPr/>
              <p:nvPr/>
            </p:nvSpPr>
            <p:spPr>
              <a:xfrm rot="5400000">
                <a:off x="5549523" y="120195"/>
                <a:ext cx="328015" cy="2818257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136" name="Picture 1135">
                <a:extLst>
                  <a:ext uri="{FF2B5EF4-FFF2-40B4-BE49-F238E27FC236}">
                    <a16:creationId xmlns:a16="http://schemas.microsoft.com/office/drawing/2014/main" id="{D529C944-64B8-D665-7483-FC9D899735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35637" y="1943522"/>
                <a:ext cx="95238" cy="414286"/>
              </a:xfrm>
              <a:prstGeom prst="rect">
                <a:avLst/>
              </a:prstGeom>
              <a:effectLst>
                <a:glow rad="101600">
                  <a:schemeClr val="bg1">
                    <a:alpha val="60000"/>
                  </a:schemeClr>
                </a:glow>
              </a:effectLst>
            </p:spPr>
          </p:pic>
          <p:pic>
            <p:nvPicPr>
              <p:cNvPr id="1137" name="Picture 1136">
                <a:extLst>
                  <a:ext uri="{FF2B5EF4-FFF2-40B4-BE49-F238E27FC236}">
                    <a16:creationId xmlns:a16="http://schemas.microsoft.com/office/drawing/2014/main" id="{27BABAA1-C57A-88C5-E501-E0A566CAB4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38637" y="1510907"/>
                <a:ext cx="95238" cy="414286"/>
              </a:xfrm>
              <a:prstGeom prst="rect">
                <a:avLst/>
              </a:prstGeom>
              <a:effectLst>
                <a:glow rad="101600">
                  <a:schemeClr val="bg1">
                    <a:alpha val="60000"/>
                  </a:schemeClr>
                </a:glow>
              </a:effectLst>
            </p:spPr>
          </p:pic>
          <p:cxnSp>
            <p:nvCxnSpPr>
              <p:cNvPr id="1138" name="Straight Connector 1137">
                <a:extLst>
                  <a:ext uri="{FF2B5EF4-FFF2-40B4-BE49-F238E27FC236}">
                    <a16:creationId xmlns:a16="http://schemas.microsoft.com/office/drawing/2014/main" id="{02F3220C-6A00-D278-9944-AFD031B1E9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3988" y="1624565"/>
                <a:ext cx="0" cy="533036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  <a:effectLst>
                <a:glow rad="63500">
                  <a:schemeClr val="bg1"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9" name="Straight Connector 1138">
                <a:extLst>
                  <a:ext uri="{FF2B5EF4-FFF2-40B4-BE49-F238E27FC236}">
                    <a16:creationId xmlns:a16="http://schemas.microsoft.com/office/drawing/2014/main" id="{9DF4F3DA-45AE-6311-F991-2E37CDDB60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33988" y="2196275"/>
                <a:ext cx="0" cy="530994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  <a:effectLst>
                <a:glow rad="63500">
                  <a:schemeClr val="bg1">
                    <a:alpha val="40000"/>
                  </a:schemeClr>
                </a:glo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40" name="Picture 1139">
                <a:extLst>
                  <a:ext uri="{FF2B5EF4-FFF2-40B4-BE49-F238E27FC236}">
                    <a16:creationId xmlns:a16="http://schemas.microsoft.com/office/drawing/2014/main" id="{68935606-2D41-DC4B-BE50-7A16344D3F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35637" y="2376137"/>
                <a:ext cx="95238" cy="414286"/>
              </a:xfrm>
              <a:prstGeom prst="rect">
                <a:avLst/>
              </a:prstGeom>
              <a:effectLst>
                <a:glow rad="101600">
                  <a:schemeClr val="bg1">
                    <a:alpha val="60000"/>
                  </a:schemeClr>
                </a:glow>
              </a:effectLst>
            </p:spPr>
          </p:pic>
        </p:grpSp>
        <p:sp>
          <p:nvSpPr>
            <p:cNvPr id="1127" name="テキスト プレースホルダー 2">
              <a:extLst>
                <a:ext uri="{FF2B5EF4-FFF2-40B4-BE49-F238E27FC236}">
                  <a16:creationId xmlns:a16="http://schemas.microsoft.com/office/drawing/2014/main" id="{C8E685AC-7864-C35E-785B-153F103C15BB}"/>
                </a:ext>
              </a:extLst>
            </p:cNvPr>
            <p:cNvSpPr txBox="1">
              <a:spLocks/>
            </p:cNvSpPr>
            <p:nvPr/>
          </p:nvSpPr>
          <p:spPr>
            <a:xfrm rot="5400000">
              <a:off x="3089705" y="1974444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High </a:t>
              </a:r>
              <a:r>
                <a:rPr kumimoji="1" lang="en-US" altLang="ja-JP" sz="1600" b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1600" b="1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TH</a:t>
              </a:r>
              <a:endParaRPr kumimoji="1" lang="en-US" altLang="ja-JP" sz="1600" b="1" u="sng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128" name="テキスト プレースホルダー 2">
              <a:extLst>
                <a:ext uri="{FF2B5EF4-FFF2-40B4-BE49-F238E27FC236}">
                  <a16:creationId xmlns:a16="http://schemas.microsoft.com/office/drawing/2014/main" id="{754C9140-64B0-1B09-75AF-AE33299B455F}"/>
                </a:ext>
              </a:extLst>
            </p:cNvPr>
            <p:cNvSpPr txBox="1">
              <a:spLocks/>
            </p:cNvSpPr>
            <p:nvPr/>
          </p:nvSpPr>
          <p:spPr>
            <a:xfrm>
              <a:off x="3351671" y="1413865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2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inside</a:t>
              </a:r>
              <a:endParaRPr kumimoji="1" lang="en-US" altLang="ja-JP" sz="1200" b="1" u="sng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129" name="テキスト プレースホルダー 2">
              <a:extLst>
                <a:ext uri="{FF2B5EF4-FFF2-40B4-BE49-F238E27FC236}">
                  <a16:creationId xmlns:a16="http://schemas.microsoft.com/office/drawing/2014/main" id="{10095E47-B170-973E-88C2-CCF646EF4C2B}"/>
                </a:ext>
              </a:extLst>
            </p:cNvPr>
            <p:cNvSpPr txBox="1">
              <a:spLocks/>
            </p:cNvSpPr>
            <p:nvPr/>
          </p:nvSpPr>
          <p:spPr>
            <a:xfrm>
              <a:off x="3323021" y="2943809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2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ambient</a:t>
              </a:r>
              <a:endParaRPr kumimoji="1" lang="en-US" altLang="ja-JP" sz="1200" b="1" u="sng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130" name="Rectangle 1129">
              <a:extLst>
                <a:ext uri="{FF2B5EF4-FFF2-40B4-BE49-F238E27FC236}">
                  <a16:creationId xmlns:a16="http://schemas.microsoft.com/office/drawing/2014/main" id="{1D8E6ED8-9DE6-E99D-1C70-1BA111977A68}"/>
                </a:ext>
              </a:extLst>
            </p:cNvPr>
            <p:cNvSpPr/>
            <p:nvPr/>
          </p:nvSpPr>
          <p:spPr>
            <a:xfrm>
              <a:off x="1877036" y="2215952"/>
              <a:ext cx="1141661" cy="535307"/>
            </a:xfrm>
            <a:prstGeom prst="rect">
              <a:avLst/>
            </a:prstGeom>
            <a:noFill/>
            <a:effectLst>
              <a:glow rad="1397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00" name="Straight Connector 1199">
            <a:extLst>
              <a:ext uri="{FF2B5EF4-FFF2-40B4-BE49-F238E27FC236}">
                <a16:creationId xmlns:a16="http://schemas.microsoft.com/office/drawing/2014/main" id="{78E9121F-F77E-6C69-49F9-351DDC2EE538}"/>
              </a:ext>
            </a:extLst>
          </p:cNvPr>
          <p:cNvCxnSpPr/>
          <p:nvPr/>
        </p:nvCxnSpPr>
        <p:spPr>
          <a:xfrm flipV="1">
            <a:off x="4879435" y="-2355780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Straight Connector 1200">
            <a:extLst>
              <a:ext uri="{FF2B5EF4-FFF2-40B4-BE49-F238E27FC236}">
                <a16:creationId xmlns:a16="http://schemas.microsoft.com/office/drawing/2014/main" id="{1BFD63AF-5E03-DAD8-E745-4C16983281A7}"/>
              </a:ext>
            </a:extLst>
          </p:cNvPr>
          <p:cNvCxnSpPr>
            <a:cxnSpLocks/>
          </p:cNvCxnSpPr>
          <p:nvPr/>
        </p:nvCxnSpPr>
        <p:spPr>
          <a:xfrm flipH="1" flipV="1">
            <a:off x="4904835" y="-818332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A04346AD-44B2-DA59-3EAC-207AFD86B897}"/>
              </a:ext>
            </a:extLst>
          </p:cNvPr>
          <p:cNvGrpSpPr/>
          <p:nvPr/>
        </p:nvGrpSpPr>
        <p:grpSpPr>
          <a:xfrm>
            <a:off x="14672850" y="-3400271"/>
            <a:ext cx="6484358" cy="1639337"/>
            <a:chOff x="641093" y="5494602"/>
            <a:chExt cx="6484358" cy="1639337"/>
          </a:xfrm>
        </p:grpSpPr>
        <p:grpSp>
          <p:nvGrpSpPr>
            <p:cNvPr id="1203" name="Group 1202">
              <a:extLst>
                <a:ext uri="{FF2B5EF4-FFF2-40B4-BE49-F238E27FC236}">
                  <a16:creationId xmlns:a16="http://schemas.microsoft.com/office/drawing/2014/main" id="{6D003D9C-75FE-6381-A1D0-111E20361051}"/>
                </a:ext>
              </a:extLst>
            </p:cNvPr>
            <p:cNvGrpSpPr/>
            <p:nvPr/>
          </p:nvGrpSpPr>
          <p:grpSpPr>
            <a:xfrm>
              <a:off x="641093" y="5540038"/>
              <a:ext cx="2447948" cy="1233452"/>
              <a:chOff x="3747245" y="5034265"/>
              <a:chExt cx="3097925" cy="1560957"/>
            </a:xfrm>
          </p:grpSpPr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D5A18BDD-9179-C3EB-5B92-220A7FC126E1}"/>
                  </a:ext>
                </a:extLst>
              </p:cNvPr>
              <p:cNvSpPr/>
              <p:nvPr/>
            </p:nvSpPr>
            <p:spPr>
              <a:xfrm>
                <a:off x="3747246" y="5034265"/>
                <a:ext cx="3097924" cy="1560957"/>
              </a:xfrm>
              <a:prstGeom prst="rect">
                <a:avLst/>
              </a:prstGeom>
              <a:solidFill>
                <a:srgbClr val="72706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797DA25A-EE81-C4E7-3C7C-739FEF41BEA9}"/>
                  </a:ext>
                </a:extLst>
              </p:cNvPr>
              <p:cNvSpPr/>
              <p:nvPr/>
            </p:nvSpPr>
            <p:spPr>
              <a:xfrm>
                <a:off x="3747245" y="5791884"/>
                <a:ext cx="3097924" cy="4571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/>
              </a:p>
            </p:txBody>
          </p:sp>
          <p:grpSp>
            <p:nvGrpSpPr>
              <p:cNvPr id="1232" name="Group 1231">
                <a:extLst>
                  <a:ext uri="{FF2B5EF4-FFF2-40B4-BE49-F238E27FC236}">
                    <a16:creationId xmlns:a16="http://schemas.microsoft.com/office/drawing/2014/main" id="{D56738A2-4533-EE91-0377-7B4F3E204D21}"/>
                  </a:ext>
                </a:extLst>
              </p:cNvPr>
              <p:cNvGrpSpPr/>
              <p:nvPr/>
            </p:nvGrpSpPr>
            <p:grpSpPr>
              <a:xfrm flipH="1">
                <a:off x="3969715" y="5239449"/>
                <a:ext cx="1151411" cy="1142317"/>
                <a:chOff x="6978166" y="2617955"/>
                <a:chExt cx="1320364" cy="1319180"/>
              </a:xfrm>
            </p:grpSpPr>
            <p:sp>
              <p:nvSpPr>
                <p:cNvPr id="1265" name="Rectangle 1264">
                  <a:extLst>
                    <a:ext uri="{FF2B5EF4-FFF2-40B4-BE49-F238E27FC236}">
                      <a16:creationId xmlns:a16="http://schemas.microsoft.com/office/drawing/2014/main" id="{8C2E1323-5C9D-A998-9073-6FCCA1040ACB}"/>
                    </a:ext>
                  </a:extLst>
                </p:cNvPr>
                <p:cNvSpPr/>
                <p:nvPr/>
              </p:nvSpPr>
              <p:spPr>
                <a:xfrm>
                  <a:off x="6978167" y="2617956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6" name="Rectangle 1265">
                  <a:extLst>
                    <a:ext uri="{FF2B5EF4-FFF2-40B4-BE49-F238E27FC236}">
                      <a16:creationId xmlns:a16="http://schemas.microsoft.com/office/drawing/2014/main" id="{0973158C-FFBE-AA71-6ED6-D0A07917F516}"/>
                    </a:ext>
                  </a:extLst>
                </p:cNvPr>
                <p:cNvSpPr/>
                <p:nvPr/>
              </p:nvSpPr>
              <p:spPr>
                <a:xfrm rot="5400000">
                  <a:off x="7616087" y="1980034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7" name="Rectangle 1266">
                  <a:extLst>
                    <a:ext uri="{FF2B5EF4-FFF2-40B4-BE49-F238E27FC236}">
                      <a16:creationId xmlns:a16="http://schemas.microsoft.com/office/drawing/2014/main" id="{C93C8628-F08A-E702-DB8B-9F6F28A76EEF}"/>
                    </a:ext>
                  </a:extLst>
                </p:cNvPr>
                <p:cNvSpPr/>
                <p:nvPr/>
              </p:nvSpPr>
              <p:spPr>
                <a:xfrm rot="5400000">
                  <a:off x="7617920" y="3256522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68" name="Group 1267">
                  <a:extLst>
                    <a:ext uri="{FF2B5EF4-FFF2-40B4-BE49-F238E27FC236}">
                      <a16:creationId xmlns:a16="http://schemas.microsoft.com/office/drawing/2014/main" id="{80E0D03F-999F-DC2E-7456-E2F661D088A6}"/>
                    </a:ext>
                  </a:extLst>
                </p:cNvPr>
                <p:cNvGrpSpPr/>
                <p:nvPr/>
              </p:nvGrpSpPr>
              <p:grpSpPr>
                <a:xfrm rot="16200000">
                  <a:off x="6621649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94" name="Rectangle 1293">
                    <a:extLst>
                      <a:ext uri="{FF2B5EF4-FFF2-40B4-BE49-F238E27FC236}">
                        <a16:creationId xmlns:a16="http://schemas.microsoft.com/office/drawing/2014/main" id="{EE2DC917-82C0-71F2-9EB2-AD8DCB6F8AC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95" name="フローチャート: 和接合 16">
                    <a:extLst>
                      <a:ext uri="{FF2B5EF4-FFF2-40B4-BE49-F238E27FC236}">
                        <a16:creationId xmlns:a16="http://schemas.microsoft.com/office/drawing/2014/main" id="{DE545A9C-BD20-E960-E0F1-E528301BCBF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69" name="Rectangle 1268">
                  <a:extLst>
                    <a:ext uri="{FF2B5EF4-FFF2-40B4-BE49-F238E27FC236}">
                      <a16:creationId xmlns:a16="http://schemas.microsoft.com/office/drawing/2014/main" id="{68BFE585-3C45-CCF6-2A81-9C75C74564C5}"/>
                    </a:ext>
                  </a:extLst>
                </p:cNvPr>
                <p:cNvSpPr/>
                <p:nvPr/>
              </p:nvSpPr>
              <p:spPr>
                <a:xfrm>
                  <a:off x="7020829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70" name="Group 1269">
                  <a:extLst>
                    <a:ext uri="{FF2B5EF4-FFF2-40B4-BE49-F238E27FC236}">
                      <a16:creationId xmlns:a16="http://schemas.microsoft.com/office/drawing/2014/main" id="{5A16E568-6A1C-49DD-79CB-FF472E1BC695}"/>
                    </a:ext>
                  </a:extLst>
                </p:cNvPr>
                <p:cNvGrpSpPr/>
                <p:nvPr/>
              </p:nvGrpSpPr>
              <p:grpSpPr>
                <a:xfrm rot="16200000">
                  <a:off x="7051430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92" name="楕円 300">
                    <a:extLst>
                      <a:ext uri="{FF2B5EF4-FFF2-40B4-BE49-F238E27FC236}">
                        <a16:creationId xmlns:a16="http://schemas.microsoft.com/office/drawing/2014/main" id="{1903DC86-4FA8-A520-C0EC-5CAA3F4CD00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93" name="楕円 301">
                    <a:extLst>
                      <a:ext uri="{FF2B5EF4-FFF2-40B4-BE49-F238E27FC236}">
                        <a16:creationId xmlns:a16="http://schemas.microsoft.com/office/drawing/2014/main" id="{31B5B97C-42C7-C0F9-07F1-900FB632A24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271" name="Group 1270">
                  <a:extLst>
                    <a:ext uri="{FF2B5EF4-FFF2-40B4-BE49-F238E27FC236}">
                      <a16:creationId xmlns:a16="http://schemas.microsoft.com/office/drawing/2014/main" id="{5BA38C64-A818-3B13-7D13-5D7E7404CAAD}"/>
                    </a:ext>
                  </a:extLst>
                </p:cNvPr>
                <p:cNvGrpSpPr/>
                <p:nvPr/>
              </p:nvGrpSpPr>
              <p:grpSpPr>
                <a:xfrm rot="16200000">
                  <a:off x="6940051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90" name="Rectangle 1289">
                    <a:extLst>
                      <a:ext uri="{FF2B5EF4-FFF2-40B4-BE49-F238E27FC236}">
                        <a16:creationId xmlns:a16="http://schemas.microsoft.com/office/drawing/2014/main" id="{58C4487B-C32E-CE7E-488C-170E525F553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91" name="フローチャート: 和接合 16">
                    <a:extLst>
                      <a:ext uri="{FF2B5EF4-FFF2-40B4-BE49-F238E27FC236}">
                        <a16:creationId xmlns:a16="http://schemas.microsoft.com/office/drawing/2014/main" id="{56F2A65C-7BF8-0A31-D477-AFEC7D538F33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72" name="Rectangle 1271">
                  <a:extLst>
                    <a:ext uri="{FF2B5EF4-FFF2-40B4-BE49-F238E27FC236}">
                      <a16:creationId xmlns:a16="http://schemas.microsoft.com/office/drawing/2014/main" id="{F9EBA23D-F81C-4188-9039-7059B1EC347B}"/>
                    </a:ext>
                  </a:extLst>
                </p:cNvPr>
                <p:cNvSpPr/>
                <p:nvPr/>
              </p:nvSpPr>
              <p:spPr>
                <a:xfrm>
                  <a:off x="7339231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73" name="Group 1272">
                  <a:extLst>
                    <a:ext uri="{FF2B5EF4-FFF2-40B4-BE49-F238E27FC236}">
                      <a16:creationId xmlns:a16="http://schemas.microsoft.com/office/drawing/2014/main" id="{9991A58C-4927-038E-E144-52F8BF6B6CF7}"/>
                    </a:ext>
                  </a:extLst>
                </p:cNvPr>
                <p:cNvGrpSpPr/>
                <p:nvPr/>
              </p:nvGrpSpPr>
              <p:grpSpPr>
                <a:xfrm rot="16200000">
                  <a:off x="7369832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88" name="楕円 300">
                    <a:extLst>
                      <a:ext uri="{FF2B5EF4-FFF2-40B4-BE49-F238E27FC236}">
                        <a16:creationId xmlns:a16="http://schemas.microsoft.com/office/drawing/2014/main" id="{7B4C4181-93E7-78E1-02E0-43366860132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89" name="楕円 301">
                    <a:extLst>
                      <a:ext uri="{FF2B5EF4-FFF2-40B4-BE49-F238E27FC236}">
                        <a16:creationId xmlns:a16="http://schemas.microsoft.com/office/drawing/2014/main" id="{835E52FD-C67A-BC50-0810-5641FFCAC1E4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274" name="Group 1273">
                  <a:extLst>
                    <a:ext uri="{FF2B5EF4-FFF2-40B4-BE49-F238E27FC236}">
                      <a16:creationId xmlns:a16="http://schemas.microsoft.com/office/drawing/2014/main" id="{AA282CC3-C849-12DB-EAE5-4D0FA54AD686}"/>
                    </a:ext>
                  </a:extLst>
                </p:cNvPr>
                <p:cNvGrpSpPr/>
                <p:nvPr/>
              </p:nvGrpSpPr>
              <p:grpSpPr>
                <a:xfrm rot="16200000">
                  <a:off x="7258453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86" name="Rectangle 1285">
                    <a:extLst>
                      <a:ext uri="{FF2B5EF4-FFF2-40B4-BE49-F238E27FC236}">
                        <a16:creationId xmlns:a16="http://schemas.microsoft.com/office/drawing/2014/main" id="{A866BA15-9DBA-01E4-3CA1-5B7B94F6F3E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87" name="フローチャート: 和接合 16">
                    <a:extLst>
                      <a:ext uri="{FF2B5EF4-FFF2-40B4-BE49-F238E27FC236}">
                        <a16:creationId xmlns:a16="http://schemas.microsoft.com/office/drawing/2014/main" id="{ADDCD31B-3E65-FFBB-FAF9-4F8E92C930A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75" name="Rectangle 1274">
                  <a:extLst>
                    <a:ext uri="{FF2B5EF4-FFF2-40B4-BE49-F238E27FC236}">
                      <a16:creationId xmlns:a16="http://schemas.microsoft.com/office/drawing/2014/main" id="{FFAD16AF-276E-6D71-1259-7300663CE6A9}"/>
                    </a:ext>
                  </a:extLst>
                </p:cNvPr>
                <p:cNvSpPr/>
                <p:nvPr/>
              </p:nvSpPr>
              <p:spPr>
                <a:xfrm>
                  <a:off x="7657633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76" name="Group 1275">
                  <a:extLst>
                    <a:ext uri="{FF2B5EF4-FFF2-40B4-BE49-F238E27FC236}">
                      <a16:creationId xmlns:a16="http://schemas.microsoft.com/office/drawing/2014/main" id="{5019C264-6740-439B-D3D9-E6A9FC4C11E6}"/>
                    </a:ext>
                  </a:extLst>
                </p:cNvPr>
                <p:cNvGrpSpPr/>
                <p:nvPr/>
              </p:nvGrpSpPr>
              <p:grpSpPr>
                <a:xfrm rot="16200000">
                  <a:off x="7688234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84" name="楕円 300">
                    <a:extLst>
                      <a:ext uri="{FF2B5EF4-FFF2-40B4-BE49-F238E27FC236}">
                        <a16:creationId xmlns:a16="http://schemas.microsoft.com/office/drawing/2014/main" id="{C34369EB-8E1C-57A1-CA0C-102B5DB9684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85" name="楕円 301">
                    <a:extLst>
                      <a:ext uri="{FF2B5EF4-FFF2-40B4-BE49-F238E27FC236}">
                        <a16:creationId xmlns:a16="http://schemas.microsoft.com/office/drawing/2014/main" id="{9CF77B5B-D064-3179-B478-538CEC34EA34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277" name="Group 1276">
                  <a:extLst>
                    <a:ext uri="{FF2B5EF4-FFF2-40B4-BE49-F238E27FC236}">
                      <a16:creationId xmlns:a16="http://schemas.microsoft.com/office/drawing/2014/main" id="{50559601-02D2-CCC3-B232-DEB30A943FF9}"/>
                    </a:ext>
                  </a:extLst>
                </p:cNvPr>
                <p:cNvGrpSpPr/>
                <p:nvPr/>
              </p:nvGrpSpPr>
              <p:grpSpPr>
                <a:xfrm rot="16200000">
                  <a:off x="7576857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82" name="Rectangle 1281">
                    <a:extLst>
                      <a:ext uri="{FF2B5EF4-FFF2-40B4-BE49-F238E27FC236}">
                        <a16:creationId xmlns:a16="http://schemas.microsoft.com/office/drawing/2014/main" id="{39EFA90C-4C1B-19C8-C1F8-D5304D4F385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83" name="フローチャート: 和接合 16">
                    <a:extLst>
                      <a:ext uri="{FF2B5EF4-FFF2-40B4-BE49-F238E27FC236}">
                        <a16:creationId xmlns:a16="http://schemas.microsoft.com/office/drawing/2014/main" id="{7C5B277D-BDC9-37A8-3CEE-6CF57F1BB53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78" name="Rectangle 1277">
                  <a:extLst>
                    <a:ext uri="{FF2B5EF4-FFF2-40B4-BE49-F238E27FC236}">
                      <a16:creationId xmlns:a16="http://schemas.microsoft.com/office/drawing/2014/main" id="{7C210CA8-D153-DBC7-3DE8-51A0ED1C5E3C}"/>
                    </a:ext>
                  </a:extLst>
                </p:cNvPr>
                <p:cNvSpPr/>
                <p:nvPr/>
              </p:nvSpPr>
              <p:spPr>
                <a:xfrm>
                  <a:off x="7976035" y="2660182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79" name="Group 1278">
                  <a:extLst>
                    <a:ext uri="{FF2B5EF4-FFF2-40B4-BE49-F238E27FC236}">
                      <a16:creationId xmlns:a16="http://schemas.microsoft.com/office/drawing/2014/main" id="{F4C7B44B-04E8-1D06-3E20-F39A1DA55A48}"/>
                    </a:ext>
                  </a:extLst>
                </p:cNvPr>
                <p:cNvGrpSpPr/>
                <p:nvPr/>
              </p:nvGrpSpPr>
              <p:grpSpPr>
                <a:xfrm rot="16200000">
                  <a:off x="8006636" y="324849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80" name="楕円 300">
                    <a:extLst>
                      <a:ext uri="{FF2B5EF4-FFF2-40B4-BE49-F238E27FC236}">
                        <a16:creationId xmlns:a16="http://schemas.microsoft.com/office/drawing/2014/main" id="{A4CDFD5F-C9D8-ECEA-7FAC-93DF20FFF3E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81" name="楕円 301">
                    <a:extLst>
                      <a:ext uri="{FF2B5EF4-FFF2-40B4-BE49-F238E27FC236}">
                        <a16:creationId xmlns:a16="http://schemas.microsoft.com/office/drawing/2014/main" id="{72BA65A2-6826-0062-B0BC-D3B82C7704D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233" name="Group 1232">
                <a:extLst>
                  <a:ext uri="{FF2B5EF4-FFF2-40B4-BE49-F238E27FC236}">
                    <a16:creationId xmlns:a16="http://schemas.microsoft.com/office/drawing/2014/main" id="{D233024F-2A12-2EFA-46CB-640F67976456}"/>
                  </a:ext>
                </a:extLst>
              </p:cNvPr>
              <p:cNvGrpSpPr/>
              <p:nvPr/>
            </p:nvGrpSpPr>
            <p:grpSpPr>
              <a:xfrm>
                <a:off x="5480428" y="5239449"/>
                <a:ext cx="1142274" cy="1150592"/>
                <a:chOff x="6978166" y="2617955"/>
                <a:chExt cx="1320364" cy="1319180"/>
              </a:xfrm>
            </p:grpSpPr>
            <p:sp>
              <p:nvSpPr>
                <p:cNvPr id="1234" name="Rectangle 1233">
                  <a:extLst>
                    <a:ext uri="{FF2B5EF4-FFF2-40B4-BE49-F238E27FC236}">
                      <a16:creationId xmlns:a16="http://schemas.microsoft.com/office/drawing/2014/main" id="{17B437E4-3A44-01C1-2D34-717D59BC9025}"/>
                    </a:ext>
                  </a:extLst>
                </p:cNvPr>
                <p:cNvSpPr/>
                <p:nvPr/>
              </p:nvSpPr>
              <p:spPr>
                <a:xfrm>
                  <a:off x="6978167" y="2617956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5" name="Rectangle 1234">
                  <a:extLst>
                    <a:ext uri="{FF2B5EF4-FFF2-40B4-BE49-F238E27FC236}">
                      <a16:creationId xmlns:a16="http://schemas.microsoft.com/office/drawing/2014/main" id="{3D28988D-8E3E-ADC9-64E2-014A63C1D948}"/>
                    </a:ext>
                  </a:extLst>
                </p:cNvPr>
                <p:cNvSpPr/>
                <p:nvPr/>
              </p:nvSpPr>
              <p:spPr>
                <a:xfrm rot="5400000">
                  <a:off x="7616087" y="1980034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6" name="Rectangle 1235">
                  <a:extLst>
                    <a:ext uri="{FF2B5EF4-FFF2-40B4-BE49-F238E27FC236}">
                      <a16:creationId xmlns:a16="http://schemas.microsoft.com/office/drawing/2014/main" id="{E010575A-E511-445D-3100-918144B6BD22}"/>
                    </a:ext>
                  </a:extLst>
                </p:cNvPr>
                <p:cNvSpPr/>
                <p:nvPr/>
              </p:nvSpPr>
              <p:spPr>
                <a:xfrm rot="5400000">
                  <a:off x="7617920" y="3256522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37" name="Group 1236">
                  <a:extLst>
                    <a:ext uri="{FF2B5EF4-FFF2-40B4-BE49-F238E27FC236}">
                      <a16:creationId xmlns:a16="http://schemas.microsoft.com/office/drawing/2014/main" id="{FA1AD91B-ED27-2DE9-2BAC-FC136F657519}"/>
                    </a:ext>
                  </a:extLst>
                </p:cNvPr>
                <p:cNvGrpSpPr/>
                <p:nvPr/>
              </p:nvGrpSpPr>
              <p:grpSpPr>
                <a:xfrm rot="16200000">
                  <a:off x="6621649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63" name="Rectangle 1262">
                    <a:extLst>
                      <a:ext uri="{FF2B5EF4-FFF2-40B4-BE49-F238E27FC236}">
                        <a16:creationId xmlns:a16="http://schemas.microsoft.com/office/drawing/2014/main" id="{A16CFDAE-7D2C-02CA-2467-67F6B95BF8C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64" name="フローチャート: 和接合 16">
                    <a:extLst>
                      <a:ext uri="{FF2B5EF4-FFF2-40B4-BE49-F238E27FC236}">
                        <a16:creationId xmlns:a16="http://schemas.microsoft.com/office/drawing/2014/main" id="{9355F6BD-F743-5E6B-3561-0AE331A2D8E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38" name="Rectangle 1237">
                  <a:extLst>
                    <a:ext uri="{FF2B5EF4-FFF2-40B4-BE49-F238E27FC236}">
                      <a16:creationId xmlns:a16="http://schemas.microsoft.com/office/drawing/2014/main" id="{F2A5FFAF-00FE-D170-8C8F-3EF28359A0C7}"/>
                    </a:ext>
                  </a:extLst>
                </p:cNvPr>
                <p:cNvSpPr/>
                <p:nvPr/>
              </p:nvSpPr>
              <p:spPr>
                <a:xfrm>
                  <a:off x="7020829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39" name="Group 1238">
                  <a:extLst>
                    <a:ext uri="{FF2B5EF4-FFF2-40B4-BE49-F238E27FC236}">
                      <a16:creationId xmlns:a16="http://schemas.microsoft.com/office/drawing/2014/main" id="{EC1A44C3-1D5B-6585-8997-12E0F84DBA28}"/>
                    </a:ext>
                  </a:extLst>
                </p:cNvPr>
                <p:cNvGrpSpPr/>
                <p:nvPr/>
              </p:nvGrpSpPr>
              <p:grpSpPr>
                <a:xfrm rot="16200000">
                  <a:off x="7051430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61" name="楕円 300">
                    <a:extLst>
                      <a:ext uri="{FF2B5EF4-FFF2-40B4-BE49-F238E27FC236}">
                        <a16:creationId xmlns:a16="http://schemas.microsoft.com/office/drawing/2014/main" id="{79E0F92F-2E42-D88F-260A-E2E97526DEA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62" name="楕円 301">
                    <a:extLst>
                      <a:ext uri="{FF2B5EF4-FFF2-40B4-BE49-F238E27FC236}">
                        <a16:creationId xmlns:a16="http://schemas.microsoft.com/office/drawing/2014/main" id="{A1E2553E-C740-DE62-C443-08BA5F45F78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240" name="Group 1239">
                  <a:extLst>
                    <a:ext uri="{FF2B5EF4-FFF2-40B4-BE49-F238E27FC236}">
                      <a16:creationId xmlns:a16="http://schemas.microsoft.com/office/drawing/2014/main" id="{4CBCB140-1902-31DB-FA82-BB287A684DF9}"/>
                    </a:ext>
                  </a:extLst>
                </p:cNvPr>
                <p:cNvGrpSpPr/>
                <p:nvPr/>
              </p:nvGrpSpPr>
              <p:grpSpPr>
                <a:xfrm rot="16200000">
                  <a:off x="6940051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59" name="Rectangle 1258">
                    <a:extLst>
                      <a:ext uri="{FF2B5EF4-FFF2-40B4-BE49-F238E27FC236}">
                        <a16:creationId xmlns:a16="http://schemas.microsoft.com/office/drawing/2014/main" id="{59666841-3965-3500-6231-D1F862A09F2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60" name="フローチャート: 和接合 16">
                    <a:extLst>
                      <a:ext uri="{FF2B5EF4-FFF2-40B4-BE49-F238E27FC236}">
                        <a16:creationId xmlns:a16="http://schemas.microsoft.com/office/drawing/2014/main" id="{C837E77A-2E0D-435D-A32F-2D34C894A16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41" name="Rectangle 1240">
                  <a:extLst>
                    <a:ext uri="{FF2B5EF4-FFF2-40B4-BE49-F238E27FC236}">
                      <a16:creationId xmlns:a16="http://schemas.microsoft.com/office/drawing/2014/main" id="{5D13B3F0-6C08-5F1D-8A2C-C6A7A07A50B6}"/>
                    </a:ext>
                  </a:extLst>
                </p:cNvPr>
                <p:cNvSpPr/>
                <p:nvPr/>
              </p:nvSpPr>
              <p:spPr>
                <a:xfrm>
                  <a:off x="7339231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42" name="Group 1241">
                  <a:extLst>
                    <a:ext uri="{FF2B5EF4-FFF2-40B4-BE49-F238E27FC236}">
                      <a16:creationId xmlns:a16="http://schemas.microsoft.com/office/drawing/2014/main" id="{F22089A4-EF4C-36BC-79EC-E252BBFA72B2}"/>
                    </a:ext>
                  </a:extLst>
                </p:cNvPr>
                <p:cNvGrpSpPr/>
                <p:nvPr/>
              </p:nvGrpSpPr>
              <p:grpSpPr>
                <a:xfrm rot="16200000">
                  <a:off x="7369832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57" name="楕円 300">
                    <a:extLst>
                      <a:ext uri="{FF2B5EF4-FFF2-40B4-BE49-F238E27FC236}">
                        <a16:creationId xmlns:a16="http://schemas.microsoft.com/office/drawing/2014/main" id="{5D0FF5C9-175E-E5C9-83F5-F3A722E8714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58" name="楕円 301">
                    <a:extLst>
                      <a:ext uri="{FF2B5EF4-FFF2-40B4-BE49-F238E27FC236}">
                        <a16:creationId xmlns:a16="http://schemas.microsoft.com/office/drawing/2014/main" id="{A320C118-F254-000D-3F3B-5C67E62CF88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243" name="Group 1242">
                  <a:extLst>
                    <a:ext uri="{FF2B5EF4-FFF2-40B4-BE49-F238E27FC236}">
                      <a16:creationId xmlns:a16="http://schemas.microsoft.com/office/drawing/2014/main" id="{A392751A-0A7A-6302-8800-76C84A38C64D}"/>
                    </a:ext>
                  </a:extLst>
                </p:cNvPr>
                <p:cNvGrpSpPr/>
                <p:nvPr/>
              </p:nvGrpSpPr>
              <p:grpSpPr>
                <a:xfrm rot="16200000">
                  <a:off x="7258453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55" name="Rectangle 1254">
                    <a:extLst>
                      <a:ext uri="{FF2B5EF4-FFF2-40B4-BE49-F238E27FC236}">
                        <a16:creationId xmlns:a16="http://schemas.microsoft.com/office/drawing/2014/main" id="{1C44BB82-0A7C-987D-4065-B0D9E72F43C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56" name="フローチャート: 和接合 16">
                    <a:extLst>
                      <a:ext uri="{FF2B5EF4-FFF2-40B4-BE49-F238E27FC236}">
                        <a16:creationId xmlns:a16="http://schemas.microsoft.com/office/drawing/2014/main" id="{FDA75AD8-4706-CB18-CF0E-B9EA7285B73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44" name="Rectangle 1243">
                  <a:extLst>
                    <a:ext uri="{FF2B5EF4-FFF2-40B4-BE49-F238E27FC236}">
                      <a16:creationId xmlns:a16="http://schemas.microsoft.com/office/drawing/2014/main" id="{37718C00-A993-6686-D234-CA60691E3B81}"/>
                    </a:ext>
                  </a:extLst>
                </p:cNvPr>
                <p:cNvSpPr/>
                <p:nvPr/>
              </p:nvSpPr>
              <p:spPr>
                <a:xfrm>
                  <a:off x="7657633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45" name="Group 1244">
                  <a:extLst>
                    <a:ext uri="{FF2B5EF4-FFF2-40B4-BE49-F238E27FC236}">
                      <a16:creationId xmlns:a16="http://schemas.microsoft.com/office/drawing/2014/main" id="{5EFC60D0-40F8-370B-5381-5FA8E5B9C5BF}"/>
                    </a:ext>
                  </a:extLst>
                </p:cNvPr>
                <p:cNvGrpSpPr/>
                <p:nvPr/>
              </p:nvGrpSpPr>
              <p:grpSpPr>
                <a:xfrm rot="16200000">
                  <a:off x="7688234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53" name="楕円 300">
                    <a:extLst>
                      <a:ext uri="{FF2B5EF4-FFF2-40B4-BE49-F238E27FC236}">
                        <a16:creationId xmlns:a16="http://schemas.microsoft.com/office/drawing/2014/main" id="{DE8C2D74-97E1-D98A-C920-B5CFDADADC1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54" name="楕円 301">
                    <a:extLst>
                      <a:ext uri="{FF2B5EF4-FFF2-40B4-BE49-F238E27FC236}">
                        <a16:creationId xmlns:a16="http://schemas.microsoft.com/office/drawing/2014/main" id="{BE0EFD70-6019-63D7-B782-85C74E15631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246" name="Group 1245">
                  <a:extLst>
                    <a:ext uri="{FF2B5EF4-FFF2-40B4-BE49-F238E27FC236}">
                      <a16:creationId xmlns:a16="http://schemas.microsoft.com/office/drawing/2014/main" id="{261C7A63-3099-3B36-9FEE-A9B7E1835F03}"/>
                    </a:ext>
                  </a:extLst>
                </p:cNvPr>
                <p:cNvGrpSpPr/>
                <p:nvPr/>
              </p:nvGrpSpPr>
              <p:grpSpPr>
                <a:xfrm rot="16200000">
                  <a:off x="7576857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51" name="Rectangle 1250">
                    <a:extLst>
                      <a:ext uri="{FF2B5EF4-FFF2-40B4-BE49-F238E27FC236}">
                        <a16:creationId xmlns:a16="http://schemas.microsoft.com/office/drawing/2014/main" id="{A86E6BB0-B6C5-54F5-5EBA-CE5774CA984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52" name="フローチャート: 和接合 16">
                    <a:extLst>
                      <a:ext uri="{FF2B5EF4-FFF2-40B4-BE49-F238E27FC236}">
                        <a16:creationId xmlns:a16="http://schemas.microsoft.com/office/drawing/2014/main" id="{858342F6-59AE-B1C4-BE07-DD66C8A439A2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47" name="Rectangle 1246">
                  <a:extLst>
                    <a:ext uri="{FF2B5EF4-FFF2-40B4-BE49-F238E27FC236}">
                      <a16:creationId xmlns:a16="http://schemas.microsoft.com/office/drawing/2014/main" id="{DEEF5A2F-9C0F-269B-A27B-C467AD7F7E6A}"/>
                    </a:ext>
                  </a:extLst>
                </p:cNvPr>
                <p:cNvSpPr/>
                <p:nvPr/>
              </p:nvSpPr>
              <p:spPr>
                <a:xfrm>
                  <a:off x="7976035" y="2660182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48" name="Group 1247">
                  <a:extLst>
                    <a:ext uri="{FF2B5EF4-FFF2-40B4-BE49-F238E27FC236}">
                      <a16:creationId xmlns:a16="http://schemas.microsoft.com/office/drawing/2014/main" id="{160F4F03-C276-36DD-D106-CAAF68A27DA2}"/>
                    </a:ext>
                  </a:extLst>
                </p:cNvPr>
                <p:cNvGrpSpPr/>
                <p:nvPr/>
              </p:nvGrpSpPr>
              <p:grpSpPr>
                <a:xfrm rot="16200000">
                  <a:off x="8006636" y="324849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49" name="楕円 300">
                    <a:extLst>
                      <a:ext uri="{FF2B5EF4-FFF2-40B4-BE49-F238E27FC236}">
                        <a16:creationId xmlns:a16="http://schemas.microsoft.com/office/drawing/2014/main" id="{7E6E44DC-3705-4289-3468-2D4CD3B73D9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50" name="楕円 301">
                    <a:extLst>
                      <a:ext uri="{FF2B5EF4-FFF2-40B4-BE49-F238E27FC236}">
                        <a16:creationId xmlns:a16="http://schemas.microsoft.com/office/drawing/2014/main" id="{9CE1C844-B0CD-C2D3-209E-E6B8C855024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grpSp>
          <p:nvGrpSpPr>
            <p:cNvPr id="1204" name="Group 1203">
              <a:extLst>
                <a:ext uri="{FF2B5EF4-FFF2-40B4-BE49-F238E27FC236}">
                  <a16:creationId xmlns:a16="http://schemas.microsoft.com/office/drawing/2014/main" id="{3259AA34-B9F8-0AFE-6760-206BE96A9978}"/>
                </a:ext>
              </a:extLst>
            </p:cNvPr>
            <p:cNvGrpSpPr/>
            <p:nvPr/>
          </p:nvGrpSpPr>
          <p:grpSpPr>
            <a:xfrm>
              <a:off x="4307195" y="5756027"/>
              <a:ext cx="2818256" cy="1008713"/>
              <a:chOff x="4257840" y="4866885"/>
              <a:chExt cx="2818256" cy="1008713"/>
            </a:xfrm>
          </p:grpSpPr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513C217F-AE45-8D5C-949A-0937F1854D7C}"/>
                  </a:ext>
                </a:extLst>
              </p:cNvPr>
              <p:cNvSpPr/>
              <p:nvPr/>
            </p:nvSpPr>
            <p:spPr>
              <a:xfrm>
                <a:off x="4257842" y="5535856"/>
                <a:ext cx="2818254" cy="339742"/>
              </a:xfrm>
              <a:prstGeom prst="rect">
                <a:avLst/>
              </a:prstGeom>
              <a:solidFill>
                <a:srgbClr val="72706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solidFill>
                    <a:schemeClr val="tx1"/>
                  </a:solidFill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A1257D86-2CA2-638F-4FB5-2D10C99CEA2E}"/>
                  </a:ext>
                </a:extLst>
              </p:cNvPr>
              <p:cNvSpPr/>
              <p:nvPr/>
            </p:nvSpPr>
            <p:spPr>
              <a:xfrm rot="10800000">
                <a:off x="5253937" y="4869500"/>
                <a:ext cx="328015" cy="564488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848E7974-7861-C1FC-91C9-6CC85147C831}"/>
                  </a:ext>
                </a:extLst>
              </p:cNvPr>
              <p:cNvSpPr/>
              <p:nvPr/>
            </p:nvSpPr>
            <p:spPr>
              <a:xfrm rot="10800000">
                <a:off x="4755889" y="4866885"/>
                <a:ext cx="328015" cy="56448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08F353F8-E193-D973-65D6-C124E00E4C31}"/>
                  </a:ext>
                </a:extLst>
              </p:cNvPr>
              <p:cNvSpPr/>
              <p:nvPr/>
            </p:nvSpPr>
            <p:spPr>
              <a:xfrm rot="10800000">
                <a:off x="4257842" y="4868689"/>
                <a:ext cx="328014" cy="565298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9A0789C2-4C70-3496-3F26-759C938D7353}"/>
                  </a:ext>
                </a:extLst>
              </p:cNvPr>
              <p:cNvSpPr/>
              <p:nvPr/>
            </p:nvSpPr>
            <p:spPr>
              <a:xfrm rot="5400000">
                <a:off x="5614600" y="4075445"/>
                <a:ext cx="104736" cy="281825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B8A2ACB6-0462-13E6-7CC4-C7774D1E74AC}"/>
                  </a:ext>
                </a:extLst>
              </p:cNvPr>
              <p:cNvSpPr/>
              <p:nvPr/>
            </p:nvSpPr>
            <p:spPr>
              <a:xfrm rot="10800000">
                <a:off x="6748080" y="4869500"/>
                <a:ext cx="328015" cy="56448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9A59D2C2-6A14-126D-60FA-66F4BD6E508C}"/>
                  </a:ext>
                </a:extLst>
              </p:cNvPr>
              <p:cNvSpPr/>
              <p:nvPr/>
            </p:nvSpPr>
            <p:spPr>
              <a:xfrm rot="10800000">
                <a:off x="6250033" y="4869501"/>
                <a:ext cx="328015" cy="564488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C8C41FBA-F70E-1293-A9F2-ACE0D0100BA4}"/>
                  </a:ext>
                </a:extLst>
              </p:cNvPr>
              <p:cNvSpPr/>
              <p:nvPr/>
            </p:nvSpPr>
            <p:spPr>
              <a:xfrm rot="10800000">
                <a:off x="5740403" y="4867861"/>
                <a:ext cx="328014" cy="56529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ea typeface="UD Digi Kyokasho NK" panose="02020400000000000000" pitchFamily="18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18" name="Straight Connector 1217">
                <a:extLst>
                  <a:ext uri="{FF2B5EF4-FFF2-40B4-BE49-F238E27FC236}">
                    <a16:creationId xmlns:a16="http://schemas.microsoft.com/office/drawing/2014/main" id="{8ABA798B-32C7-6174-FD5B-3D5D15D4CE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5683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9" name="Straight Connector 1218">
                <a:extLst>
                  <a:ext uri="{FF2B5EF4-FFF2-40B4-BE49-F238E27FC236}">
                    <a16:creationId xmlns:a16="http://schemas.microsoft.com/office/drawing/2014/main" id="{FB67AAD2-6170-1864-7558-98923FD081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897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0" name="Straight Connector 1219">
                <a:extLst>
                  <a:ext uri="{FF2B5EF4-FFF2-40B4-BE49-F238E27FC236}">
                    <a16:creationId xmlns:a16="http://schemas.microsoft.com/office/drawing/2014/main" id="{FA882187-36A5-CC79-A464-7ED9F294EE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4112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1" name="Straight Connector 1220">
                <a:extLst>
                  <a:ext uri="{FF2B5EF4-FFF2-40B4-BE49-F238E27FC236}">
                    <a16:creationId xmlns:a16="http://schemas.microsoft.com/office/drawing/2014/main" id="{0570BCA9-78C9-26FA-1839-8199523452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8326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E624D483-63F3-1C61-EC48-B1D56089DB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2541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4AD1DC78-4723-AAFD-33A2-6B70B641D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6754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24" name="Picture 1223">
                <a:extLst>
                  <a:ext uri="{FF2B5EF4-FFF2-40B4-BE49-F238E27FC236}">
                    <a16:creationId xmlns:a16="http://schemas.microsoft.com/office/drawing/2014/main" id="{574FDC9A-897E-964B-16DF-E6CAE62EC3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374250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1225" name="Picture 1224">
                <a:extLst>
                  <a:ext uri="{FF2B5EF4-FFF2-40B4-BE49-F238E27FC236}">
                    <a16:creationId xmlns:a16="http://schemas.microsoft.com/office/drawing/2014/main" id="{0BBB4F01-D0C5-7AAF-3B50-5DA5E1E836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55541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1226" name="Picture 1225">
                <a:extLst>
                  <a:ext uri="{FF2B5EF4-FFF2-40B4-BE49-F238E27FC236}">
                    <a16:creationId xmlns:a16="http://schemas.microsoft.com/office/drawing/2014/main" id="{1AEEF436-C927-8969-7226-D03A23AE68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376030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1227" name="Picture 1226">
                <a:extLst>
                  <a:ext uri="{FF2B5EF4-FFF2-40B4-BE49-F238E27FC236}">
                    <a16:creationId xmlns:a16="http://schemas.microsoft.com/office/drawing/2014/main" id="{7AD2399C-5620-B354-03CE-C164B70834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879093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1228" name="Picture 1227">
                <a:extLst>
                  <a:ext uri="{FF2B5EF4-FFF2-40B4-BE49-F238E27FC236}">
                    <a16:creationId xmlns:a16="http://schemas.microsoft.com/office/drawing/2014/main" id="{0051F6AA-CC20-2F16-1A66-CDE76B4546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385430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1229" name="Picture 1228">
                <a:extLst>
                  <a:ext uri="{FF2B5EF4-FFF2-40B4-BE49-F238E27FC236}">
                    <a16:creationId xmlns:a16="http://schemas.microsoft.com/office/drawing/2014/main" id="{DBE8779D-6EE5-3B9D-E756-359B656B51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888493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</p:grpSp>
        <p:cxnSp>
          <p:nvCxnSpPr>
            <p:cNvPr id="1205" name="Straight Arrow Connector 1204">
              <a:extLst>
                <a:ext uri="{FF2B5EF4-FFF2-40B4-BE49-F238E27FC236}">
                  <a16:creationId xmlns:a16="http://schemas.microsoft.com/office/drawing/2014/main" id="{F5296ECC-7E44-6793-2341-151132998896}"/>
                </a:ext>
              </a:extLst>
            </p:cNvPr>
            <p:cNvCxnSpPr>
              <a:cxnSpLocks/>
            </p:cNvCxnSpPr>
            <p:nvPr/>
          </p:nvCxnSpPr>
          <p:spPr>
            <a:xfrm>
              <a:off x="3989246" y="5763190"/>
              <a:ext cx="0" cy="1001795"/>
            </a:xfrm>
            <a:prstGeom prst="straightConnector1">
              <a:avLst/>
            </a:prstGeom>
            <a:ln w="38100">
              <a:solidFill>
                <a:srgbClr val="1F4E7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6" name="テキスト プレースホルダー 2">
              <a:extLst>
                <a:ext uri="{FF2B5EF4-FFF2-40B4-BE49-F238E27FC236}">
                  <a16:creationId xmlns:a16="http://schemas.microsoft.com/office/drawing/2014/main" id="{75B29E90-F1DD-3575-E7A9-968613CBB8B3}"/>
                </a:ext>
              </a:extLst>
            </p:cNvPr>
            <p:cNvSpPr txBox="1">
              <a:spLocks/>
            </p:cNvSpPr>
            <p:nvPr/>
          </p:nvSpPr>
          <p:spPr>
            <a:xfrm rot="5400000">
              <a:off x="3040351" y="6122737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Low </a:t>
              </a:r>
              <a:r>
                <a:rPr kumimoji="1" lang="en-US" altLang="ja-JP" sz="1600" b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1600" b="1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TH</a:t>
              </a:r>
              <a:endParaRPr kumimoji="1" lang="en-US" altLang="ja-JP" sz="1600" b="1" u="sng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07" name="テキスト プレースホルダー 2">
              <a:extLst>
                <a:ext uri="{FF2B5EF4-FFF2-40B4-BE49-F238E27FC236}">
                  <a16:creationId xmlns:a16="http://schemas.microsoft.com/office/drawing/2014/main" id="{A5FA444D-F1CE-88C9-B3AC-74328B21BBAA}"/>
                </a:ext>
              </a:extLst>
            </p:cNvPr>
            <p:cNvSpPr txBox="1">
              <a:spLocks/>
            </p:cNvSpPr>
            <p:nvPr/>
          </p:nvSpPr>
          <p:spPr>
            <a:xfrm>
              <a:off x="3285269" y="5494602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2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inside</a:t>
              </a:r>
              <a:endParaRPr kumimoji="1" lang="en-US" altLang="ja-JP" sz="1200" b="1" u="sng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08" name="テキスト プレースホルダー 2">
              <a:extLst>
                <a:ext uri="{FF2B5EF4-FFF2-40B4-BE49-F238E27FC236}">
                  <a16:creationId xmlns:a16="http://schemas.microsoft.com/office/drawing/2014/main" id="{D4ADCED2-D412-5337-E816-7200A2817E1B}"/>
                </a:ext>
              </a:extLst>
            </p:cNvPr>
            <p:cNvSpPr txBox="1">
              <a:spLocks/>
            </p:cNvSpPr>
            <p:nvPr/>
          </p:nvSpPr>
          <p:spPr>
            <a:xfrm>
              <a:off x="3256619" y="6773489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2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ambient</a:t>
              </a:r>
              <a:endParaRPr kumimoji="1" lang="en-US" altLang="ja-JP" sz="1200" b="1" u="sng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09" name="Rectangle 1208">
              <a:extLst>
                <a:ext uri="{FF2B5EF4-FFF2-40B4-BE49-F238E27FC236}">
                  <a16:creationId xmlns:a16="http://schemas.microsoft.com/office/drawing/2014/main" id="{AFBEAA27-B0FB-CDF0-1FB2-1819CC49D608}"/>
                </a:ext>
              </a:extLst>
            </p:cNvPr>
            <p:cNvSpPr/>
            <p:nvPr/>
          </p:nvSpPr>
          <p:spPr>
            <a:xfrm>
              <a:off x="1877036" y="6177705"/>
              <a:ext cx="1141661" cy="535307"/>
            </a:xfrm>
            <a:prstGeom prst="rect">
              <a:avLst/>
            </a:prstGeom>
            <a:noFill/>
            <a:effectLst>
              <a:glow rad="1397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1296" name="テキスト プレースホルダー 2">
            <a:extLst>
              <a:ext uri="{FF2B5EF4-FFF2-40B4-BE49-F238E27FC236}">
                <a16:creationId xmlns:a16="http://schemas.microsoft.com/office/drawing/2014/main" id="{2312B8CF-26EB-256C-6E09-DDB125B2FC31}"/>
              </a:ext>
            </a:extLst>
          </p:cNvPr>
          <p:cNvSpPr txBox="1">
            <a:spLocks/>
          </p:cNvSpPr>
          <p:nvPr/>
        </p:nvSpPr>
        <p:spPr>
          <a:xfrm>
            <a:off x="17024310" y="-2815949"/>
            <a:ext cx="208840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3200" baseline="-25000">
              <a:solidFill>
                <a:schemeClr val="bg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298" name="Straight Connector 1297">
            <a:extLst>
              <a:ext uri="{FF2B5EF4-FFF2-40B4-BE49-F238E27FC236}">
                <a16:creationId xmlns:a16="http://schemas.microsoft.com/office/drawing/2014/main" id="{693E007C-5B74-9DAB-850E-FF7B1FA40D73}"/>
              </a:ext>
            </a:extLst>
          </p:cNvPr>
          <p:cNvCxnSpPr/>
          <p:nvPr/>
        </p:nvCxnSpPr>
        <p:spPr>
          <a:xfrm flipV="1">
            <a:off x="17205342" y="-3532975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9" name="Straight Connector 1298">
            <a:extLst>
              <a:ext uri="{FF2B5EF4-FFF2-40B4-BE49-F238E27FC236}">
                <a16:creationId xmlns:a16="http://schemas.microsoft.com/office/drawing/2014/main" id="{7EFA82E8-B38D-C8F1-C94D-C63CD662A009}"/>
              </a:ext>
            </a:extLst>
          </p:cNvPr>
          <p:cNvCxnSpPr>
            <a:cxnSpLocks/>
          </p:cNvCxnSpPr>
          <p:nvPr/>
        </p:nvCxnSpPr>
        <p:spPr>
          <a:xfrm flipH="1" flipV="1">
            <a:off x="17230742" y="-1995527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7448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604AB-7D50-6BC4-DCA8-0EC84C857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D29C681-ECBA-AD8E-1835-2C652F3B4781}"/>
              </a:ext>
            </a:extLst>
          </p:cNvPr>
          <p:cNvGrpSpPr/>
          <p:nvPr/>
        </p:nvGrpSpPr>
        <p:grpSpPr>
          <a:xfrm>
            <a:off x="244476" y="304367"/>
            <a:ext cx="10849337" cy="6630764"/>
            <a:chOff x="244476" y="304367"/>
            <a:chExt cx="10849337" cy="66307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78EEFEB-46AC-3DCF-FCDD-FCA5D155FDC4}"/>
                </a:ext>
              </a:extLst>
            </p:cNvPr>
            <p:cNvSpPr/>
            <p:nvPr/>
          </p:nvSpPr>
          <p:spPr>
            <a:xfrm rot="5400000">
              <a:off x="780749" y="1880714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338C482-E7A8-F50C-726E-0E82447665BC}"/>
                </a:ext>
              </a:extLst>
            </p:cNvPr>
            <p:cNvSpPr/>
            <p:nvPr/>
          </p:nvSpPr>
          <p:spPr>
            <a:xfrm rot="5400000">
              <a:off x="1318739" y="1880714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D861D99-9F35-B8ED-0807-0A1669BFB155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1100485" y="2356861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39EB2C8-40A9-ED6D-42AD-2C6EDE28BFF0}"/>
                </a:ext>
              </a:extLst>
            </p:cNvPr>
            <p:cNvCxnSpPr/>
            <p:nvPr/>
          </p:nvCxnSpPr>
          <p:spPr>
            <a:xfrm>
              <a:off x="1633015" y="2356861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9D3CD94-7B87-7A22-84A7-DE880BD8263A}"/>
                </a:ext>
              </a:extLst>
            </p:cNvPr>
            <p:cNvCxnSpPr>
              <a:cxnSpLocks/>
            </p:cNvCxnSpPr>
            <p:nvPr/>
          </p:nvCxnSpPr>
          <p:spPr>
            <a:xfrm>
              <a:off x="1100485" y="2685481"/>
              <a:ext cx="53253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BB36ADC-0126-E640-353E-048CF43F73F3}"/>
                </a:ext>
              </a:extLst>
            </p:cNvPr>
            <p:cNvCxnSpPr>
              <a:cxnSpLocks/>
            </p:cNvCxnSpPr>
            <p:nvPr/>
          </p:nvCxnSpPr>
          <p:spPr>
            <a:xfrm>
              <a:off x="1366750" y="2685481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6885B8A-E54C-6B4C-93A4-70F73F12255F}"/>
                </a:ext>
              </a:extLst>
            </p:cNvPr>
            <p:cNvCxnSpPr>
              <a:cxnSpLocks/>
            </p:cNvCxnSpPr>
            <p:nvPr/>
          </p:nvCxnSpPr>
          <p:spPr>
            <a:xfrm>
              <a:off x="1131587" y="3014101"/>
              <a:ext cx="4733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779">
              <a:extLst>
                <a:ext uri="{FF2B5EF4-FFF2-40B4-BE49-F238E27FC236}">
                  <a16:creationId xmlns:a16="http://schemas.microsoft.com/office/drawing/2014/main" id="{07C26B7B-8AC1-BD42-1DBD-A742A708689E}"/>
                </a:ext>
              </a:extLst>
            </p:cNvPr>
            <p:cNvCxnSpPr>
              <a:cxnSpLocks/>
            </p:cNvCxnSpPr>
            <p:nvPr/>
          </p:nvCxnSpPr>
          <p:spPr>
            <a:xfrm>
              <a:off x="1206266" y="3150493"/>
              <a:ext cx="3209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780">
              <a:extLst>
                <a:ext uri="{FF2B5EF4-FFF2-40B4-BE49-F238E27FC236}">
                  <a16:creationId xmlns:a16="http://schemas.microsoft.com/office/drawing/2014/main" id="{1B8DE8C9-5C16-8A91-AB34-3043BEF01709}"/>
                </a:ext>
              </a:extLst>
            </p:cNvPr>
            <p:cNvCxnSpPr>
              <a:cxnSpLocks/>
            </p:cNvCxnSpPr>
            <p:nvPr/>
          </p:nvCxnSpPr>
          <p:spPr>
            <a:xfrm>
              <a:off x="1256896" y="3479113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781">
              <a:extLst>
                <a:ext uri="{FF2B5EF4-FFF2-40B4-BE49-F238E27FC236}">
                  <a16:creationId xmlns:a16="http://schemas.microsoft.com/office/drawing/2014/main" id="{B281298D-E8C6-8783-C794-A1D1A0FA78DD}"/>
                </a:ext>
              </a:extLst>
            </p:cNvPr>
            <p:cNvCxnSpPr/>
            <p:nvPr/>
          </p:nvCxnSpPr>
          <p:spPr>
            <a:xfrm>
              <a:off x="1366750" y="315049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782">
              <a:extLst>
                <a:ext uri="{FF2B5EF4-FFF2-40B4-BE49-F238E27FC236}">
                  <a16:creationId xmlns:a16="http://schemas.microsoft.com/office/drawing/2014/main" id="{E4F32057-1FF6-5BC5-D4F6-977B75077CE5}"/>
                </a:ext>
              </a:extLst>
            </p:cNvPr>
            <p:cNvCxnSpPr>
              <a:cxnSpLocks/>
            </p:cNvCxnSpPr>
            <p:nvPr/>
          </p:nvCxnSpPr>
          <p:spPr>
            <a:xfrm>
              <a:off x="1314617" y="3533290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783">
              <a:extLst>
                <a:ext uri="{FF2B5EF4-FFF2-40B4-BE49-F238E27FC236}">
                  <a16:creationId xmlns:a16="http://schemas.microsoft.com/office/drawing/2014/main" id="{66574867-1F67-AEDC-BEE0-19FEE58A5BBD}"/>
                </a:ext>
              </a:extLst>
            </p:cNvPr>
            <p:cNvCxnSpPr>
              <a:cxnSpLocks/>
            </p:cNvCxnSpPr>
            <p:nvPr/>
          </p:nvCxnSpPr>
          <p:spPr>
            <a:xfrm>
              <a:off x="1339128" y="3589848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784">
              <a:extLst>
                <a:ext uri="{FF2B5EF4-FFF2-40B4-BE49-F238E27FC236}">
                  <a16:creationId xmlns:a16="http://schemas.microsoft.com/office/drawing/2014/main" id="{C894B67E-993C-A257-EA71-8D2DAB9DDD8A}"/>
                </a:ext>
              </a:extLst>
            </p:cNvPr>
            <p:cNvCxnSpPr/>
            <p:nvPr/>
          </p:nvCxnSpPr>
          <p:spPr>
            <a:xfrm>
              <a:off x="1100485" y="138876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BABFE550-379B-86DC-76FB-6D1DB7405216}"/>
                </a:ext>
              </a:extLst>
            </p:cNvPr>
            <p:cNvCxnSpPr/>
            <p:nvPr/>
          </p:nvCxnSpPr>
          <p:spPr>
            <a:xfrm>
              <a:off x="1633015" y="138876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787">
              <a:extLst>
                <a:ext uri="{FF2B5EF4-FFF2-40B4-BE49-F238E27FC236}">
                  <a16:creationId xmlns:a16="http://schemas.microsoft.com/office/drawing/2014/main" id="{C8F132C9-B5AE-96E1-9348-C6FFF284D341}"/>
                </a:ext>
              </a:extLst>
            </p:cNvPr>
            <p:cNvCxnSpPr>
              <a:cxnSpLocks/>
            </p:cNvCxnSpPr>
            <p:nvPr/>
          </p:nvCxnSpPr>
          <p:spPr>
            <a:xfrm>
              <a:off x="1100485" y="1400407"/>
              <a:ext cx="53253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788">
              <a:extLst>
                <a:ext uri="{FF2B5EF4-FFF2-40B4-BE49-F238E27FC236}">
                  <a16:creationId xmlns:a16="http://schemas.microsoft.com/office/drawing/2014/main" id="{0CFFD825-CEB3-0172-043A-0D1DE4160027}"/>
                </a:ext>
              </a:extLst>
            </p:cNvPr>
            <p:cNvCxnSpPr>
              <a:cxnSpLocks/>
            </p:cNvCxnSpPr>
            <p:nvPr/>
          </p:nvCxnSpPr>
          <p:spPr>
            <a:xfrm>
              <a:off x="1366750" y="106014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F68A074C-94AB-3472-09D6-3A09DBADE599}"/>
                </a:ext>
              </a:extLst>
            </p:cNvPr>
            <p:cNvSpPr/>
            <p:nvPr/>
          </p:nvSpPr>
          <p:spPr>
            <a:xfrm rot="10800000">
              <a:off x="1633015" y="919999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794" name="Straight Connector 793">
              <a:extLst>
                <a:ext uri="{FF2B5EF4-FFF2-40B4-BE49-F238E27FC236}">
                  <a16:creationId xmlns:a16="http://schemas.microsoft.com/office/drawing/2014/main" id="{E4E27DA5-1206-FF45-8086-649740CF0623}"/>
                </a:ext>
              </a:extLst>
            </p:cNvPr>
            <p:cNvCxnSpPr>
              <a:cxnSpLocks/>
            </p:cNvCxnSpPr>
            <p:nvPr/>
          </p:nvCxnSpPr>
          <p:spPr>
            <a:xfrm>
              <a:off x="1366750" y="107687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794">
              <a:extLst>
                <a:ext uri="{FF2B5EF4-FFF2-40B4-BE49-F238E27FC236}">
                  <a16:creationId xmlns:a16="http://schemas.microsoft.com/office/drawing/2014/main" id="{FAAD6DBD-0BBC-B422-F971-5DA889797BB8}"/>
                </a:ext>
              </a:extLst>
            </p:cNvPr>
            <p:cNvCxnSpPr>
              <a:cxnSpLocks/>
            </p:cNvCxnSpPr>
            <p:nvPr/>
          </p:nvCxnSpPr>
          <p:spPr>
            <a:xfrm>
              <a:off x="2272487" y="107702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6" name="Oval 795">
              <a:extLst>
                <a:ext uri="{FF2B5EF4-FFF2-40B4-BE49-F238E27FC236}">
                  <a16:creationId xmlns:a16="http://schemas.microsoft.com/office/drawing/2014/main" id="{212A0B49-A276-1551-4787-CEF723D67730}"/>
                </a:ext>
              </a:extLst>
            </p:cNvPr>
            <p:cNvSpPr/>
            <p:nvPr/>
          </p:nvSpPr>
          <p:spPr>
            <a:xfrm>
              <a:off x="2515475" y="1030321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797" name="Straight Connector 796">
              <a:extLst>
                <a:ext uri="{FF2B5EF4-FFF2-40B4-BE49-F238E27FC236}">
                  <a16:creationId xmlns:a16="http://schemas.microsoft.com/office/drawing/2014/main" id="{8F75A1C2-D8F0-EA18-AC15-001907AABFDC}"/>
                </a:ext>
              </a:extLst>
            </p:cNvPr>
            <p:cNvCxnSpPr>
              <a:cxnSpLocks/>
            </p:cNvCxnSpPr>
            <p:nvPr/>
          </p:nvCxnSpPr>
          <p:spPr>
            <a:xfrm>
              <a:off x="2585299" y="1078187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2310704E-6999-01A2-D12F-23173E6A0021}"/>
                </a:ext>
              </a:extLst>
            </p:cNvPr>
            <p:cNvSpPr/>
            <p:nvPr/>
          </p:nvSpPr>
          <p:spPr>
            <a:xfrm rot="10800000">
              <a:off x="2851564" y="903737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03" name="Straight Connector 802">
              <a:extLst>
                <a:ext uri="{FF2B5EF4-FFF2-40B4-BE49-F238E27FC236}">
                  <a16:creationId xmlns:a16="http://schemas.microsoft.com/office/drawing/2014/main" id="{2ADB730B-7E50-97F0-926D-7A25E594E8E2}"/>
                </a:ext>
              </a:extLst>
            </p:cNvPr>
            <p:cNvCxnSpPr>
              <a:cxnSpLocks/>
            </p:cNvCxnSpPr>
            <p:nvPr/>
          </p:nvCxnSpPr>
          <p:spPr>
            <a:xfrm>
              <a:off x="3491036" y="1067760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6" name="Rectangle 805">
              <a:extLst>
                <a:ext uri="{FF2B5EF4-FFF2-40B4-BE49-F238E27FC236}">
                  <a16:creationId xmlns:a16="http://schemas.microsoft.com/office/drawing/2014/main" id="{C200E52E-909F-40FB-1426-528A1D8B5E2E}"/>
                </a:ext>
              </a:extLst>
            </p:cNvPr>
            <p:cNvSpPr/>
            <p:nvPr/>
          </p:nvSpPr>
          <p:spPr>
            <a:xfrm rot="10800000">
              <a:off x="3750376" y="911349"/>
              <a:ext cx="639472" cy="312821"/>
            </a:xfrm>
            <a:prstGeom prst="rect">
              <a:avLst/>
            </a:prstGeom>
            <a:solidFill>
              <a:srgbClr val="C00000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07" name="Straight Connector 806">
              <a:extLst>
                <a:ext uri="{FF2B5EF4-FFF2-40B4-BE49-F238E27FC236}">
                  <a16:creationId xmlns:a16="http://schemas.microsoft.com/office/drawing/2014/main" id="{F8F76DC4-C9AE-5E65-46C1-59BD9FCB86B6}"/>
                </a:ext>
              </a:extLst>
            </p:cNvPr>
            <p:cNvCxnSpPr>
              <a:cxnSpLocks/>
            </p:cNvCxnSpPr>
            <p:nvPr/>
          </p:nvCxnSpPr>
          <p:spPr>
            <a:xfrm>
              <a:off x="4385911" y="106776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8" name="Rectangle 807">
              <a:extLst>
                <a:ext uri="{FF2B5EF4-FFF2-40B4-BE49-F238E27FC236}">
                  <a16:creationId xmlns:a16="http://schemas.microsoft.com/office/drawing/2014/main" id="{BC420943-87A5-30CC-FC81-D3EF0290AA42}"/>
                </a:ext>
              </a:extLst>
            </p:cNvPr>
            <p:cNvSpPr/>
            <p:nvPr/>
          </p:nvSpPr>
          <p:spPr>
            <a:xfrm rot="10800000">
              <a:off x="4645251" y="911350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09" name="Straight Connector 808">
              <a:extLst>
                <a:ext uri="{FF2B5EF4-FFF2-40B4-BE49-F238E27FC236}">
                  <a16:creationId xmlns:a16="http://schemas.microsoft.com/office/drawing/2014/main" id="{7179A40E-7D4F-72F9-B9D5-9AD5A85C9F04}"/>
                </a:ext>
              </a:extLst>
            </p:cNvPr>
            <p:cNvCxnSpPr>
              <a:cxnSpLocks/>
            </p:cNvCxnSpPr>
            <p:nvPr/>
          </p:nvCxnSpPr>
          <p:spPr>
            <a:xfrm>
              <a:off x="5277798" y="107687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0" name="Oval 809">
              <a:extLst>
                <a:ext uri="{FF2B5EF4-FFF2-40B4-BE49-F238E27FC236}">
                  <a16:creationId xmlns:a16="http://schemas.microsoft.com/office/drawing/2014/main" id="{DCA4B570-99E0-6D84-5AA1-A46C18D15E0E}"/>
                </a:ext>
              </a:extLst>
            </p:cNvPr>
            <p:cNvSpPr/>
            <p:nvPr/>
          </p:nvSpPr>
          <p:spPr>
            <a:xfrm>
              <a:off x="5520786" y="1030168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25AD4B6A-C479-2195-FE3D-0039EE1BD3E2}"/>
                </a:ext>
              </a:extLst>
            </p:cNvPr>
            <p:cNvCxnSpPr>
              <a:cxnSpLocks/>
            </p:cNvCxnSpPr>
            <p:nvPr/>
          </p:nvCxnSpPr>
          <p:spPr>
            <a:xfrm>
              <a:off x="5590610" y="107803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4" name="Rectangle 813">
              <a:extLst>
                <a:ext uri="{FF2B5EF4-FFF2-40B4-BE49-F238E27FC236}">
                  <a16:creationId xmlns:a16="http://schemas.microsoft.com/office/drawing/2014/main" id="{90C0EF69-4DB3-0402-B76C-22FE94098FE5}"/>
                </a:ext>
              </a:extLst>
            </p:cNvPr>
            <p:cNvSpPr/>
            <p:nvPr/>
          </p:nvSpPr>
          <p:spPr>
            <a:xfrm rot="10800000">
              <a:off x="5856875" y="906434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15" name="Straight Connector 814">
              <a:extLst>
                <a:ext uri="{FF2B5EF4-FFF2-40B4-BE49-F238E27FC236}">
                  <a16:creationId xmlns:a16="http://schemas.microsoft.com/office/drawing/2014/main" id="{FB092726-7A5F-BCC3-AE98-DCA388B6DB79}"/>
                </a:ext>
              </a:extLst>
            </p:cNvPr>
            <p:cNvCxnSpPr>
              <a:cxnSpLocks/>
            </p:cNvCxnSpPr>
            <p:nvPr/>
          </p:nvCxnSpPr>
          <p:spPr>
            <a:xfrm>
              <a:off x="6496347" y="107640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6" name="Rectangle 815">
              <a:extLst>
                <a:ext uri="{FF2B5EF4-FFF2-40B4-BE49-F238E27FC236}">
                  <a16:creationId xmlns:a16="http://schemas.microsoft.com/office/drawing/2014/main" id="{161C56D7-5C84-9145-C5DC-5164F88C3D64}"/>
                </a:ext>
              </a:extLst>
            </p:cNvPr>
            <p:cNvSpPr/>
            <p:nvPr/>
          </p:nvSpPr>
          <p:spPr>
            <a:xfrm rot="10800000">
              <a:off x="6755687" y="921554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17" name="Straight Connector 816">
              <a:extLst>
                <a:ext uri="{FF2B5EF4-FFF2-40B4-BE49-F238E27FC236}">
                  <a16:creationId xmlns:a16="http://schemas.microsoft.com/office/drawing/2014/main" id="{BAC45476-ADC3-4E32-865D-435B5DCB59E6}"/>
                </a:ext>
              </a:extLst>
            </p:cNvPr>
            <p:cNvCxnSpPr>
              <a:cxnSpLocks/>
            </p:cNvCxnSpPr>
            <p:nvPr/>
          </p:nvCxnSpPr>
          <p:spPr>
            <a:xfrm>
              <a:off x="7395159" y="107267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8" name="テキスト プレースホルダー 2">
              <a:extLst>
                <a:ext uri="{FF2B5EF4-FFF2-40B4-BE49-F238E27FC236}">
                  <a16:creationId xmlns:a16="http://schemas.microsoft.com/office/drawing/2014/main" id="{AC63A0AF-48AD-4888-061C-1AB1DAE7D0F5}"/>
                </a:ext>
              </a:extLst>
            </p:cNvPr>
            <p:cNvSpPr txBox="1">
              <a:spLocks/>
            </p:cNvSpPr>
            <p:nvPr/>
          </p:nvSpPr>
          <p:spPr>
            <a:xfrm>
              <a:off x="1741682" y="2861560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T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amb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0" name="テキスト プレースホルダー 2">
              <a:extLst>
                <a:ext uri="{FF2B5EF4-FFF2-40B4-BE49-F238E27FC236}">
                  <a16:creationId xmlns:a16="http://schemas.microsoft.com/office/drawing/2014/main" id="{F7CF9B28-F06A-DF38-654E-CA68561C2DB9}"/>
                </a:ext>
              </a:extLst>
            </p:cNvPr>
            <p:cNvSpPr txBox="1">
              <a:spLocks/>
            </p:cNvSpPr>
            <p:nvPr/>
          </p:nvSpPr>
          <p:spPr>
            <a:xfrm>
              <a:off x="1695064" y="2285616"/>
              <a:ext cx="1218543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conv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1" name="テキスト プレースホルダー 2">
              <a:extLst>
                <a:ext uri="{FF2B5EF4-FFF2-40B4-BE49-F238E27FC236}">
                  <a16:creationId xmlns:a16="http://schemas.microsoft.com/office/drawing/2014/main" id="{4BF55F13-341D-736A-ABD4-CA420A10C109}"/>
                </a:ext>
              </a:extLst>
            </p:cNvPr>
            <p:cNvSpPr txBox="1">
              <a:spLocks/>
            </p:cNvSpPr>
            <p:nvPr/>
          </p:nvSpPr>
          <p:spPr>
            <a:xfrm>
              <a:off x="244476" y="2267615"/>
              <a:ext cx="923686" cy="522864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rad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2" name="テキスト プレースホルダー 2">
              <a:extLst>
                <a:ext uri="{FF2B5EF4-FFF2-40B4-BE49-F238E27FC236}">
                  <a16:creationId xmlns:a16="http://schemas.microsoft.com/office/drawing/2014/main" id="{47B650C5-7569-A6F5-0804-7B3F0130914C}"/>
                </a:ext>
              </a:extLst>
            </p:cNvPr>
            <p:cNvSpPr txBox="1">
              <a:spLocks/>
            </p:cNvSpPr>
            <p:nvPr/>
          </p:nvSpPr>
          <p:spPr>
            <a:xfrm>
              <a:off x="1481933" y="324637"/>
              <a:ext cx="1101610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3" name="テキスト プレースホルダー 2">
              <a:extLst>
                <a:ext uri="{FF2B5EF4-FFF2-40B4-BE49-F238E27FC236}">
                  <a16:creationId xmlns:a16="http://schemas.microsoft.com/office/drawing/2014/main" id="{994F2D40-59AF-5372-3EAD-D59A0BFAA527}"/>
                </a:ext>
              </a:extLst>
            </p:cNvPr>
            <p:cNvSpPr txBox="1">
              <a:spLocks/>
            </p:cNvSpPr>
            <p:nvPr/>
          </p:nvSpPr>
          <p:spPr>
            <a:xfrm>
              <a:off x="2735279" y="329532"/>
              <a:ext cx="1052950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5" name="テキスト プレースホルダー 2">
              <a:extLst>
                <a:ext uri="{FF2B5EF4-FFF2-40B4-BE49-F238E27FC236}">
                  <a16:creationId xmlns:a16="http://schemas.microsoft.com/office/drawing/2014/main" id="{16482BEF-0357-3E60-E105-845C4F8503C9}"/>
                </a:ext>
              </a:extLst>
            </p:cNvPr>
            <p:cNvSpPr txBox="1">
              <a:spLocks/>
            </p:cNvSpPr>
            <p:nvPr/>
          </p:nvSpPr>
          <p:spPr>
            <a:xfrm>
              <a:off x="3643066" y="329532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TIM</a:t>
              </a:r>
            </a:p>
          </p:txBody>
        </p:sp>
        <p:sp>
          <p:nvSpPr>
            <p:cNvPr id="827" name="テキスト プレースホルダー 2">
              <a:extLst>
                <a:ext uri="{FF2B5EF4-FFF2-40B4-BE49-F238E27FC236}">
                  <a16:creationId xmlns:a16="http://schemas.microsoft.com/office/drawing/2014/main" id="{6185C6DB-42AB-DA55-5066-B8AF6A318C20}"/>
                </a:ext>
              </a:extLst>
            </p:cNvPr>
            <p:cNvSpPr txBox="1">
              <a:spLocks/>
            </p:cNvSpPr>
            <p:nvPr/>
          </p:nvSpPr>
          <p:spPr>
            <a:xfrm>
              <a:off x="4566752" y="329532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Np1</a:t>
              </a:r>
            </a:p>
          </p:txBody>
        </p:sp>
        <p:sp>
          <p:nvSpPr>
            <p:cNvPr id="829" name="テキスト プレースホルダー 2">
              <a:extLst>
                <a:ext uri="{FF2B5EF4-FFF2-40B4-BE49-F238E27FC236}">
                  <a16:creationId xmlns:a16="http://schemas.microsoft.com/office/drawing/2014/main" id="{32BDC895-C04B-7F48-7390-3B213880A083}"/>
                </a:ext>
              </a:extLst>
            </p:cNvPr>
            <p:cNvSpPr txBox="1">
              <a:spLocks/>
            </p:cNvSpPr>
            <p:nvPr/>
          </p:nvSpPr>
          <p:spPr>
            <a:xfrm>
              <a:off x="5764077" y="310580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Np1</a:t>
              </a:r>
            </a:p>
          </p:txBody>
        </p:sp>
        <p:sp>
          <p:nvSpPr>
            <p:cNvPr id="830" name="Oval 829">
              <a:extLst>
                <a:ext uri="{FF2B5EF4-FFF2-40B4-BE49-F238E27FC236}">
                  <a16:creationId xmlns:a16="http://schemas.microsoft.com/office/drawing/2014/main" id="{9E7C9A6C-E0DA-B61C-3779-3667DBD9A2F4}"/>
                </a:ext>
              </a:extLst>
            </p:cNvPr>
            <p:cNvSpPr/>
            <p:nvPr/>
          </p:nvSpPr>
          <p:spPr>
            <a:xfrm>
              <a:off x="2272487" y="1553649"/>
              <a:ext cx="579076" cy="579076"/>
            </a:xfrm>
            <a:prstGeom prst="ellips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34" name="Straight Arrow Connector 833">
              <a:extLst>
                <a:ext uri="{FF2B5EF4-FFF2-40B4-BE49-F238E27FC236}">
                  <a16:creationId xmlns:a16="http://schemas.microsoft.com/office/drawing/2014/main" id="{D8941B13-8EFF-F911-6FE8-1DC32FECCB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6700" y="1637989"/>
              <a:ext cx="5325" cy="410396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835">
              <a:extLst>
                <a:ext uri="{FF2B5EF4-FFF2-40B4-BE49-F238E27FC236}">
                  <a16:creationId xmlns:a16="http://schemas.microsoft.com/office/drawing/2014/main" id="{AE258993-2FFB-608D-5D03-DEE73C0558B1}"/>
                </a:ext>
              </a:extLst>
            </p:cNvPr>
            <p:cNvCxnSpPr>
              <a:cxnSpLocks/>
            </p:cNvCxnSpPr>
            <p:nvPr/>
          </p:nvCxnSpPr>
          <p:spPr>
            <a:xfrm>
              <a:off x="2565592" y="1123267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836">
              <a:extLst>
                <a:ext uri="{FF2B5EF4-FFF2-40B4-BE49-F238E27FC236}">
                  <a16:creationId xmlns:a16="http://schemas.microsoft.com/office/drawing/2014/main" id="{F3179AA3-7ECC-7330-33DA-E6CD9ED743EF}"/>
                </a:ext>
              </a:extLst>
            </p:cNvPr>
            <p:cNvCxnSpPr>
              <a:cxnSpLocks/>
            </p:cNvCxnSpPr>
            <p:nvPr/>
          </p:nvCxnSpPr>
          <p:spPr>
            <a:xfrm>
              <a:off x="2457105" y="2469719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837">
              <a:extLst>
                <a:ext uri="{FF2B5EF4-FFF2-40B4-BE49-F238E27FC236}">
                  <a16:creationId xmlns:a16="http://schemas.microsoft.com/office/drawing/2014/main" id="{318C1168-DE0F-4924-757C-B430B4A7728D}"/>
                </a:ext>
              </a:extLst>
            </p:cNvPr>
            <p:cNvCxnSpPr/>
            <p:nvPr/>
          </p:nvCxnSpPr>
          <p:spPr>
            <a:xfrm>
              <a:off x="2566959" y="2141099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839">
              <a:extLst>
                <a:ext uri="{FF2B5EF4-FFF2-40B4-BE49-F238E27FC236}">
                  <a16:creationId xmlns:a16="http://schemas.microsoft.com/office/drawing/2014/main" id="{CE065785-5688-F249-53FF-672D1B03021A}"/>
                </a:ext>
              </a:extLst>
            </p:cNvPr>
            <p:cNvCxnSpPr>
              <a:cxnSpLocks/>
            </p:cNvCxnSpPr>
            <p:nvPr/>
          </p:nvCxnSpPr>
          <p:spPr>
            <a:xfrm>
              <a:off x="2511596" y="2520112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840">
              <a:extLst>
                <a:ext uri="{FF2B5EF4-FFF2-40B4-BE49-F238E27FC236}">
                  <a16:creationId xmlns:a16="http://schemas.microsoft.com/office/drawing/2014/main" id="{5B0AFCCB-F8C7-B869-351A-47DAE7334562}"/>
                </a:ext>
              </a:extLst>
            </p:cNvPr>
            <p:cNvCxnSpPr>
              <a:cxnSpLocks/>
            </p:cNvCxnSpPr>
            <p:nvPr/>
          </p:nvCxnSpPr>
          <p:spPr>
            <a:xfrm>
              <a:off x="2538488" y="2569526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2" name="Oval 841">
              <a:extLst>
                <a:ext uri="{FF2B5EF4-FFF2-40B4-BE49-F238E27FC236}">
                  <a16:creationId xmlns:a16="http://schemas.microsoft.com/office/drawing/2014/main" id="{05133A24-DEBA-5898-CE48-502D325DE7DC}"/>
                </a:ext>
              </a:extLst>
            </p:cNvPr>
            <p:cNvSpPr/>
            <p:nvPr/>
          </p:nvSpPr>
          <p:spPr>
            <a:xfrm>
              <a:off x="5277798" y="1553078"/>
              <a:ext cx="579076" cy="579076"/>
            </a:xfrm>
            <a:prstGeom prst="ellipse">
              <a:avLst/>
            </a:prstGeom>
            <a:noFill/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43" name="Straight Arrow Connector 842">
              <a:extLst>
                <a:ext uri="{FF2B5EF4-FFF2-40B4-BE49-F238E27FC236}">
                  <a16:creationId xmlns:a16="http://schemas.microsoft.com/office/drawing/2014/main" id="{DD104FBC-A2EE-F521-C333-A53E189FE9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62011" y="1637418"/>
              <a:ext cx="5325" cy="410396"/>
            </a:xfrm>
            <a:prstGeom prst="straightConnector1">
              <a:avLst/>
            </a:prstGeom>
            <a:ln w="38100">
              <a:solidFill>
                <a:srgbClr val="C559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843">
              <a:extLst>
                <a:ext uri="{FF2B5EF4-FFF2-40B4-BE49-F238E27FC236}">
                  <a16:creationId xmlns:a16="http://schemas.microsoft.com/office/drawing/2014/main" id="{70844576-CE35-5016-2828-502E669C0F32}"/>
                </a:ext>
              </a:extLst>
            </p:cNvPr>
            <p:cNvCxnSpPr>
              <a:cxnSpLocks/>
            </p:cNvCxnSpPr>
            <p:nvPr/>
          </p:nvCxnSpPr>
          <p:spPr>
            <a:xfrm>
              <a:off x="5570903" y="1122696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844">
              <a:extLst>
                <a:ext uri="{FF2B5EF4-FFF2-40B4-BE49-F238E27FC236}">
                  <a16:creationId xmlns:a16="http://schemas.microsoft.com/office/drawing/2014/main" id="{371FFE79-8D5E-9E4F-8B4F-DBA60E384C47}"/>
                </a:ext>
              </a:extLst>
            </p:cNvPr>
            <p:cNvCxnSpPr>
              <a:cxnSpLocks/>
            </p:cNvCxnSpPr>
            <p:nvPr/>
          </p:nvCxnSpPr>
          <p:spPr>
            <a:xfrm>
              <a:off x="5452157" y="2469148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845">
              <a:extLst>
                <a:ext uri="{FF2B5EF4-FFF2-40B4-BE49-F238E27FC236}">
                  <a16:creationId xmlns:a16="http://schemas.microsoft.com/office/drawing/2014/main" id="{50EB5333-88F3-BF78-60F3-8C25AF7291F9}"/>
                </a:ext>
              </a:extLst>
            </p:cNvPr>
            <p:cNvCxnSpPr/>
            <p:nvPr/>
          </p:nvCxnSpPr>
          <p:spPr>
            <a:xfrm>
              <a:off x="5562011" y="214052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846">
              <a:extLst>
                <a:ext uri="{FF2B5EF4-FFF2-40B4-BE49-F238E27FC236}">
                  <a16:creationId xmlns:a16="http://schemas.microsoft.com/office/drawing/2014/main" id="{A4C20DA0-506A-E3E5-0DF4-4EF9AFFB701C}"/>
                </a:ext>
              </a:extLst>
            </p:cNvPr>
            <p:cNvCxnSpPr>
              <a:cxnSpLocks/>
            </p:cNvCxnSpPr>
            <p:nvPr/>
          </p:nvCxnSpPr>
          <p:spPr>
            <a:xfrm>
              <a:off x="5509878" y="2523323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847">
              <a:extLst>
                <a:ext uri="{FF2B5EF4-FFF2-40B4-BE49-F238E27FC236}">
                  <a16:creationId xmlns:a16="http://schemas.microsoft.com/office/drawing/2014/main" id="{F4708528-8B66-3092-FDC8-B1D3D73B3D0E}"/>
                </a:ext>
              </a:extLst>
            </p:cNvPr>
            <p:cNvCxnSpPr>
              <a:cxnSpLocks/>
            </p:cNvCxnSpPr>
            <p:nvPr/>
          </p:nvCxnSpPr>
          <p:spPr>
            <a:xfrm>
              <a:off x="5534389" y="2575117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9" name="テキスト プレースホルダー 2">
              <a:extLst>
                <a:ext uri="{FF2B5EF4-FFF2-40B4-BE49-F238E27FC236}">
                  <a16:creationId xmlns:a16="http://schemas.microsoft.com/office/drawing/2014/main" id="{CB9FE784-66C6-A4AA-0A44-64DF0BF35B3A}"/>
                </a:ext>
              </a:extLst>
            </p:cNvPr>
            <p:cNvSpPr txBox="1">
              <a:spLocks/>
            </p:cNvSpPr>
            <p:nvPr/>
          </p:nvSpPr>
          <p:spPr>
            <a:xfrm>
              <a:off x="6687763" y="304367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ins</a:t>
              </a:r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56FEA9E6-E2E5-376C-109E-DB7B9C91124F}"/>
                </a:ext>
              </a:extLst>
            </p:cNvPr>
            <p:cNvSpPr/>
            <p:nvPr/>
          </p:nvSpPr>
          <p:spPr>
            <a:xfrm rot="10800000">
              <a:off x="7685013" y="920828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51" name="Straight Connector 850">
              <a:extLst>
                <a:ext uri="{FF2B5EF4-FFF2-40B4-BE49-F238E27FC236}">
                  <a16:creationId xmlns:a16="http://schemas.microsoft.com/office/drawing/2014/main" id="{8CA9EE69-3C01-5C62-D00D-40B723A23FC4}"/>
                </a:ext>
              </a:extLst>
            </p:cNvPr>
            <p:cNvCxnSpPr>
              <a:cxnSpLocks/>
            </p:cNvCxnSpPr>
            <p:nvPr/>
          </p:nvCxnSpPr>
          <p:spPr>
            <a:xfrm>
              <a:off x="8317560" y="108634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2" name="Oval 851">
              <a:extLst>
                <a:ext uri="{FF2B5EF4-FFF2-40B4-BE49-F238E27FC236}">
                  <a16:creationId xmlns:a16="http://schemas.microsoft.com/office/drawing/2014/main" id="{6283C48C-B591-6DC3-824D-47129F1C30B5}"/>
                </a:ext>
              </a:extLst>
            </p:cNvPr>
            <p:cNvSpPr/>
            <p:nvPr/>
          </p:nvSpPr>
          <p:spPr>
            <a:xfrm>
              <a:off x="8560548" y="1039646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53" name="Straight Connector 852">
              <a:extLst>
                <a:ext uri="{FF2B5EF4-FFF2-40B4-BE49-F238E27FC236}">
                  <a16:creationId xmlns:a16="http://schemas.microsoft.com/office/drawing/2014/main" id="{F29A26AD-ED91-C3E6-EAE0-708FEFC2B36C}"/>
                </a:ext>
              </a:extLst>
            </p:cNvPr>
            <p:cNvCxnSpPr>
              <a:cxnSpLocks/>
            </p:cNvCxnSpPr>
            <p:nvPr/>
          </p:nvCxnSpPr>
          <p:spPr>
            <a:xfrm>
              <a:off x="8630372" y="1087512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ED4F515D-5BE0-5ACD-5A74-ECE7B2396D3B}"/>
                </a:ext>
              </a:extLst>
            </p:cNvPr>
            <p:cNvSpPr/>
            <p:nvPr/>
          </p:nvSpPr>
          <p:spPr>
            <a:xfrm rot="10800000">
              <a:off x="8896637" y="915912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55" name="Straight Connector 854">
              <a:extLst>
                <a:ext uri="{FF2B5EF4-FFF2-40B4-BE49-F238E27FC236}">
                  <a16:creationId xmlns:a16="http://schemas.microsoft.com/office/drawing/2014/main" id="{C92B4EDD-250B-A193-8596-060298B8378F}"/>
                </a:ext>
              </a:extLst>
            </p:cNvPr>
            <p:cNvCxnSpPr>
              <a:cxnSpLocks/>
            </p:cNvCxnSpPr>
            <p:nvPr/>
          </p:nvCxnSpPr>
          <p:spPr>
            <a:xfrm>
              <a:off x="9536109" y="1085887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A816794F-3279-803B-BBAF-AB1B0B7A658C}"/>
                </a:ext>
              </a:extLst>
            </p:cNvPr>
            <p:cNvSpPr/>
            <p:nvPr/>
          </p:nvSpPr>
          <p:spPr>
            <a:xfrm rot="10800000">
              <a:off x="9795449" y="931032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57" name="Straight Connector 856">
              <a:extLst>
                <a:ext uri="{FF2B5EF4-FFF2-40B4-BE49-F238E27FC236}">
                  <a16:creationId xmlns:a16="http://schemas.microsoft.com/office/drawing/2014/main" id="{BEDA90E1-2A25-DFBE-90FA-363E4853670E}"/>
                </a:ext>
              </a:extLst>
            </p:cNvPr>
            <p:cNvCxnSpPr>
              <a:cxnSpLocks/>
            </p:cNvCxnSpPr>
            <p:nvPr/>
          </p:nvCxnSpPr>
          <p:spPr>
            <a:xfrm>
              <a:off x="10434921" y="108215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8" name="テキスト プレースホルダー 2">
              <a:extLst>
                <a:ext uri="{FF2B5EF4-FFF2-40B4-BE49-F238E27FC236}">
                  <a16:creationId xmlns:a16="http://schemas.microsoft.com/office/drawing/2014/main" id="{7BE72FAC-5BDE-7128-0F03-91F55EF16AD0}"/>
                </a:ext>
              </a:extLst>
            </p:cNvPr>
            <p:cNvSpPr txBox="1">
              <a:spLocks/>
            </p:cNvSpPr>
            <p:nvPr/>
          </p:nvSpPr>
          <p:spPr>
            <a:xfrm>
              <a:off x="7606514" y="339010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Ns2</a:t>
              </a:r>
            </a:p>
          </p:txBody>
        </p:sp>
        <p:sp>
          <p:nvSpPr>
            <p:cNvPr id="859" name="テキスト プレースホルダー 2">
              <a:extLst>
                <a:ext uri="{FF2B5EF4-FFF2-40B4-BE49-F238E27FC236}">
                  <a16:creationId xmlns:a16="http://schemas.microsoft.com/office/drawing/2014/main" id="{4BDB760B-8A05-37EB-792B-D9E69B0AB566}"/>
                </a:ext>
              </a:extLst>
            </p:cNvPr>
            <p:cNvSpPr txBox="1">
              <a:spLocks/>
            </p:cNvSpPr>
            <p:nvPr/>
          </p:nvSpPr>
          <p:spPr>
            <a:xfrm>
              <a:off x="8803839" y="320058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Ns2</a:t>
              </a:r>
            </a:p>
          </p:txBody>
        </p:sp>
        <p:sp>
          <p:nvSpPr>
            <p:cNvPr id="860" name="Oval 859">
              <a:extLst>
                <a:ext uri="{FF2B5EF4-FFF2-40B4-BE49-F238E27FC236}">
                  <a16:creationId xmlns:a16="http://schemas.microsoft.com/office/drawing/2014/main" id="{A7F19127-423C-C00C-D0D0-D8995DDDB69F}"/>
                </a:ext>
              </a:extLst>
            </p:cNvPr>
            <p:cNvSpPr/>
            <p:nvPr/>
          </p:nvSpPr>
          <p:spPr>
            <a:xfrm>
              <a:off x="8317560" y="1562556"/>
              <a:ext cx="579076" cy="579076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61" name="Straight Arrow Connector 860">
              <a:extLst>
                <a:ext uri="{FF2B5EF4-FFF2-40B4-BE49-F238E27FC236}">
                  <a16:creationId xmlns:a16="http://schemas.microsoft.com/office/drawing/2014/main" id="{71055AA8-045F-10DB-E706-DBFEFC9100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01773" y="1646896"/>
              <a:ext cx="5325" cy="41039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861">
              <a:extLst>
                <a:ext uri="{FF2B5EF4-FFF2-40B4-BE49-F238E27FC236}">
                  <a16:creationId xmlns:a16="http://schemas.microsoft.com/office/drawing/2014/main" id="{6E406AB4-46CE-066B-909D-2DD98070CB6C}"/>
                </a:ext>
              </a:extLst>
            </p:cNvPr>
            <p:cNvCxnSpPr>
              <a:cxnSpLocks/>
            </p:cNvCxnSpPr>
            <p:nvPr/>
          </p:nvCxnSpPr>
          <p:spPr>
            <a:xfrm>
              <a:off x="8610665" y="1132174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Straight Connector 862">
              <a:extLst>
                <a:ext uri="{FF2B5EF4-FFF2-40B4-BE49-F238E27FC236}">
                  <a16:creationId xmlns:a16="http://schemas.microsoft.com/office/drawing/2014/main" id="{7BA551E5-E3FB-B4CB-AE60-B87B835AE99E}"/>
                </a:ext>
              </a:extLst>
            </p:cNvPr>
            <p:cNvCxnSpPr/>
            <p:nvPr/>
          </p:nvCxnSpPr>
          <p:spPr>
            <a:xfrm>
              <a:off x="8601773" y="2150006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4" name="テキスト プレースホルダー 2">
              <a:extLst>
                <a:ext uri="{FF2B5EF4-FFF2-40B4-BE49-F238E27FC236}">
                  <a16:creationId xmlns:a16="http://schemas.microsoft.com/office/drawing/2014/main" id="{85481C24-7072-BC00-80A6-B36973B16A74}"/>
                </a:ext>
              </a:extLst>
            </p:cNvPr>
            <p:cNvSpPr txBox="1">
              <a:spLocks/>
            </p:cNvSpPr>
            <p:nvPr/>
          </p:nvSpPr>
          <p:spPr>
            <a:xfrm>
              <a:off x="9727525" y="313845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ins</a:t>
              </a:r>
            </a:p>
          </p:txBody>
        </p:sp>
        <p:sp>
          <p:nvSpPr>
            <p:cNvPr id="936" name="テキスト プレースホルダー 2">
              <a:extLst>
                <a:ext uri="{FF2B5EF4-FFF2-40B4-BE49-F238E27FC236}">
                  <a16:creationId xmlns:a16="http://schemas.microsoft.com/office/drawing/2014/main" id="{982ABCBE-3201-2F50-7561-B31D58E5D772}"/>
                </a:ext>
              </a:extLst>
            </p:cNvPr>
            <p:cNvSpPr txBox="1">
              <a:spLocks/>
            </p:cNvSpPr>
            <p:nvPr/>
          </p:nvSpPr>
          <p:spPr>
            <a:xfrm>
              <a:off x="4329188" y="1521437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200" baseline="-25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Np1</a:t>
              </a:r>
            </a:p>
          </p:txBody>
        </p:sp>
        <p:sp>
          <p:nvSpPr>
            <p:cNvPr id="937" name="テキスト プレースホルダー 2">
              <a:extLst>
                <a:ext uri="{FF2B5EF4-FFF2-40B4-BE49-F238E27FC236}">
                  <a16:creationId xmlns:a16="http://schemas.microsoft.com/office/drawing/2014/main" id="{E4AC0501-350F-8CB1-461C-B8D6794D47B2}"/>
                </a:ext>
              </a:extLst>
            </p:cNvPr>
            <p:cNvSpPr txBox="1">
              <a:spLocks/>
            </p:cNvSpPr>
            <p:nvPr/>
          </p:nvSpPr>
          <p:spPr>
            <a:xfrm>
              <a:off x="7399600" y="1521437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200" baseline="-25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Ns1</a:t>
              </a:r>
            </a:p>
          </p:txBody>
        </p:sp>
        <p:sp>
          <p:nvSpPr>
            <p:cNvPr id="940" name="テキスト プレースホルダー 2">
              <a:extLst>
                <a:ext uri="{FF2B5EF4-FFF2-40B4-BE49-F238E27FC236}">
                  <a16:creationId xmlns:a16="http://schemas.microsoft.com/office/drawing/2014/main" id="{73203620-1043-C293-3761-E06E58AEF701}"/>
                </a:ext>
              </a:extLst>
            </p:cNvPr>
            <p:cNvSpPr txBox="1">
              <a:spLocks/>
            </p:cNvSpPr>
            <p:nvPr/>
          </p:nvSpPr>
          <p:spPr>
            <a:xfrm>
              <a:off x="2871554" y="1586405"/>
              <a:ext cx="122259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42" name="テキスト プレースホルダー 2">
              <a:extLst>
                <a:ext uri="{FF2B5EF4-FFF2-40B4-BE49-F238E27FC236}">
                  <a16:creationId xmlns:a16="http://schemas.microsoft.com/office/drawing/2014/main" id="{EA06BD66-7120-3260-F84B-4A57CB47C1BB}"/>
                </a:ext>
              </a:extLst>
            </p:cNvPr>
            <p:cNvSpPr txBox="1">
              <a:spLocks/>
            </p:cNvSpPr>
            <p:nvPr/>
          </p:nvSpPr>
          <p:spPr>
            <a:xfrm>
              <a:off x="3747580" y="766813"/>
              <a:ext cx="2088400" cy="177905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3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endParaRPr kumimoji="1" lang="en-US" altLang="ja-JP" sz="3200" baseline="-250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43" name="テキスト プレースホルダー 2">
              <a:extLst>
                <a:ext uri="{FF2B5EF4-FFF2-40B4-BE49-F238E27FC236}">
                  <a16:creationId xmlns:a16="http://schemas.microsoft.com/office/drawing/2014/main" id="{029D8B1E-4FD0-09CA-21E6-B6CBFE65012A}"/>
                </a:ext>
              </a:extLst>
            </p:cNvPr>
            <p:cNvSpPr txBox="1">
              <a:spLocks/>
            </p:cNvSpPr>
            <p:nvPr/>
          </p:nvSpPr>
          <p:spPr>
            <a:xfrm>
              <a:off x="3899980" y="2979489"/>
              <a:ext cx="2088400" cy="177905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3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endParaRPr kumimoji="1" lang="en-US" altLang="ja-JP" sz="3200" baseline="-250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44" name="Straight Connector 943">
              <a:extLst>
                <a:ext uri="{FF2B5EF4-FFF2-40B4-BE49-F238E27FC236}">
                  <a16:creationId xmlns:a16="http://schemas.microsoft.com/office/drawing/2014/main" id="{2B9DD7C1-1A18-5CE5-B941-A8D358A1D71B}"/>
                </a:ext>
              </a:extLst>
            </p:cNvPr>
            <p:cNvCxnSpPr>
              <a:cxnSpLocks/>
            </p:cNvCxnSpPr>
            <p:nvPr/>
          </p:nvCxnSpPr>
          <p:spPr>
            <a:xfrm>
              <a:off x="8492069" y="2480979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E0DED266-CF1B-106A-954D-47D4F27FEFCD}"/>
                </a:ext>
              </a:extLst>
            </p:cNvPr>
            <p:cNvCxnSpPr>
              <a:cxnSpLocks/>
            </p:cNvCxnSpPr>
            <p:nvPr/>
          </p:nvCxnSpPr>
          <p:spPr>
            <a:xfrm>
              <a:off x="8549790" y="2535154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F2DA99FE-EB94-5AB8-6578-D2A25C3B53AD}"/>
                </a:ext>
              </a:extLst>
            </p:cNvPr>
            <p:cNvCxnSpPr>
              <a:cxnSpLocks/>
            </p:cNvCxnSpPr>
            <p:nvPr/>
          </p:nvCxnSpPr>
          <p:spPr>
            <a:xfrm>
              <a:off x="8574301" y="2586948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C077A667-AF1D-39EE-E0F3-C0CC6DCECB59}"/>
                </a:ext>
              </a:extLst>
            </p:cNvPr>
            <p:cNvSpPr/>
            <p:nvPr/>
          </p:nvSpPr>
          <p:spPr>
            <a:xfrm rot="5400000">
              <a:off x="839743" y="5261716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981852C1-047A-D710-8E77-DE2F7E5635AD}"/>
                </a:ext>
              </a:extLst>
            </p:cNvPr>
            <p:cNvSpPr/>
            <p:nvPr/>
          </p:nvSpPr>
          <p:spPr>
            <a:xfrm rot="5400000">
              <a:off x="1377733" y="5261716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67" name="Straight Connector 866">
              <a:extLst>
                <a:ext uri="{FF2B5EF4-FFF2-40B4-BE49-F238E27FC236}">
                  <a16:creationId xmlns:a16="http://schemas.microsoft.com/office/drawing/2014/main" id="{04BE6AB4-25BA-5745-62E8-B8506D967190}"/>
                </a:ext>
              </a:extLst>
            </p:cNvPr>
            <p:cNvCxnSpPr>
              <a:cxnSpLocks/>
              <a:stCxn id="865" idx="3"/>
            </p:cNvCxnSpPr>
            <p:nvPr/>
          </p:nvCxnSpPr>
          <p:spPr>
            <a:xfrm>
              <a:off x="1159479" y="573786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Straight Connector 867">
              <a:extLst>
                <a:ext uri="{FF2B5EF4-FFF2-40B4-BE49-F238E27FC236}">
                  <a16:creationId xmlns:a16="http://schemas.microsoft.com/office/drawing/2014/main" id="{B320BDCF-9B24-0631-5C0C-75AFF0D5F4F5}"/>
                </a:ext>
              </a:extLst>
            </p:cNvPr>
            <p:cNvCxnSpPr/>
            <p:nvPr/>
          </p:nvCxnSpPr>
          <p:spPr>
            <a:xfrm>
              <a:off x="1692009" y="573786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868">
              <a:extLst>
                <a:ext uri="{FF2B5EF4-FFF2-40B4-BE49-F238E27FC236}">
                  <a16:creationId xmlns:a16="http://schemas.microsoft.com/office/drawing/2014/main" id="{E6D669FC-9FB0-624A-9F93-282C3A782204}"/>
                </a:ext>
              </a:extLst>
            </p:cNvPr>
            <p:cNvCxnSpPr>
              <a:cxnSpLocks/>
            </p:cNvCxnSpPr>
            <p:nvPr/>
          </p:nvCxnSpPr>
          <p:spPr>
            <a:xfrm>
              <a:off x="1159479" y="6066483"/>
              <a:ext cx="532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869">
              <a:extLst>
                <a:ext uri="{FF2B5EF4-FFF2-40B4-BE49-F238E27FC236}">
                  <a16:creationId xmlns:a16="http://schemas.microsoft.com/office/drawing/2014/main" id="{A014F0F6-BB1A-31F7-C2E7-BACCC3E29C0E}"/>
                </a:ext>
              </a:extLst>
            </p:cNvPr>
            <p:cNvCxnSpPr>
              <a:cxnSpLocks/>
            </p:cNvCxnSpPr>
            <p:nvPr/>
          </p:nvCxnSpPr>
          <p:spPr>
            <a:xfrm>
              <a:off x="1425744" y="606648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870">
              <a:extLst>
                <a:ext uri="{FF2B5EF4-FFF2-40B4-BE49-F238E27FC236}">
                  <a16:creationId xmlns:a16="http://schemas.microsoft.com/office/drawing/2014/main" id="{8BC93E18-4D1A-692F-D371-035E50B795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0581" y="6395103"/>
              <a:ext cx="4733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Straight Connector 871">
              <a:extLst>
                <a:ext uri="{FF2B5EF4-FFF2-40B4-BE49-F238E27FC236}">
                  <a16:creationId xmlns:a16="http://schemas.microsoft.com/office/drawing/2014/main" id="{7A715006-0877-3151-DC54-0F4DAE8D0F11}"/>
                </a:ext>
              </a:extLst>
            </p:cNvPr>
            <p:cNvCxnSpPr>
              <a:cxnSpLocks/>
            </p:cNvCxnSpPr>
            <p:nvPr/>
          </p:nvCxnSpPr>
          <p:spPr>
            <a:xfrm>
              <a:off x="1265260" y="6531495"/>
              <a:ext cx="3209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872">
              <a:extLst>
                <a:ext uri="{FF2B5EF4-FFF2-40B4-BE49-F238E27FC236}">
                  <a16:creationId xmlns:a16="http://schemas.microsoft.com/office/drawing/2014/main" id="{66E48343-3F11-D1B5-A08C-0A4B1C244791}"/>
                </a:ext>
              </a:extLst>
            </p:cNvPr>
            <p:cNvCxnSpPr>
              <a:cxnSpLocks/>
            </p:cNvCxnSpPr>
            <p:nvPr/>
          </p:nvCxnSpPr>
          <p:spPr>
            <a:xfrm>
              <a:off x="1315890" y="6860115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873">
              <a:extLst>
                <a:ext uri="{FF2B5EF4-FFF2-40B4-BE49-F238E27FC236}">
                  <a16:creationId xmlns:a16="http://schemas.microsoft.com/office/drawing/2014/main" id="{4AE128DF-8307-DB92-5FB0-93BA1FA8BF7B}"/>
                </a:ext>
              </a:extLst>
            </p:cNvPr>
            <p:cNvCxnSpPr/>
            <p:nvPr/>
          </p:nvCxnSpPr>
          <p:spPr>
            <a:xfrm>
              <a:off x="1425744" y="6531495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874">
              <a:extLst>
                <a:ext uri="{FF2B5EF4-FFF2-40B4-BE49-F238E27FC236}">
                  <a16:creationId xmlns:a16="http://schemas.microsoft.com/office/drawing/2014/main" id="{9980E082-6A4E-041A-D52E-E69E763CAA36}"/>
                </a:ext>
              </a:extLst>
            </p:cNvPr>
            <p:cNvCxnSpPr>
              <a:cxnSpLocks/>
            </p:cNvCxnSpPr>
            <p:nvPr/>
          </p:nvCxnSpPr>
          <p:spPr>
            <a:xfrm>
              <a:off x="1373611" y="6897623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875">
              <a:extLst>
                <a:ext uri="{FF2B5EF4-FFF2-40B4-BE49-F238E27FC236}">
                  <a16:creationId xmlns:a16="http://schemas.microsoft.com/office/drawing/2014/main" id="{013D7913-B2CD-AF35-BCDF-4A803DA963C8}"/>
                </a:ext>
              </a:extLst>
            </p:cNvPr>
            <p:cNvCxnSpPr>
              <a:cxnSpLocks/>
            </p:cNvCxnSpPr>
            <p:nvPr/>
          </p:nvCxnSpPr>
          <p:spPr>
            <a:xfrm>
              <a:off x="1398122" y="6935131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876">
              <a:extLst>
                <a:ext uri="{FF2B5EF4-FFF2-40B4-BE49-F238E27FC236}">
                  <a16:creationId xmlns:a16="http://schemas.microsoft.com/office/drawing/2014/main" id="{ED575A00-E891-EC0A-CDE3-8168529BFB25}"/>
                </a:ext>
              </a:extLst>
            </p:cNvPr>
            <p:cNvCxnSpPr/>
            <p:nvPr/>
          </p:nvCxnSpPr>
          <p:spPr>
            <a:xfrm>
              <a:off x="1159479" y="476977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877">
              <a:extLst>
                <a:ext uri="{FF2B5EF4-FFF2-40B4-BE49-F238E27FC236}">
                  <a16:creationId xmlns:a16="http://schemas.microsoft.com/office/drawing/2014/main" id="{0FDB71EE-A6F5-4978-AAB0-4CB0D2FE1B89}"/>
                </a:ext>
              </a:extLst>
            </p:cNvPr>
            <p:cNvCxnSpPr/>
            <p:nvPr/>
          </p:nvCxnSpPr>
          <p:spPr>
            <a:xfrm>
              <a:off x="1692009" y="476977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878">
              <a:extLst>
                <a:ext uri="{FF2B5EF4-FFF2-40B4-BE49-F238E27FC236}">
                  <a16:creationId xmlns:a16="http://schemas.microsoft.com/office/drawing/2014/main" id="{046CBEA5-E354-6435-CECC-3CEB25C5147F}"/>
                </a:ext>
              </a:extLst>
            </p:cNvPr>
            <p:cNvCxnSpPr>
              <a:cxnSpLocks/>
            </p:cNvCxnSpPr>
            <p:nvPr/>
          </p:nvCxnSpPr>
          <p:spPr>
            <a:xfrm>
              <a:off x="1159479" y="4781409"/>
              <a:ext cx="53253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879">
              <a:extLst>
                <a:ext uri="{FF2B5EF4-FFF2-40B4-BE49-F238E27FC236}">
                  <a16:creationId xmlns:a16="http://schemas.microsoft.com/office/drawing/2014/main" id="{910E20BD-6900-3318-6548-A548F7ED7FBA}"/>
                </a:ext>
              </a:extLst>
            </p:cNvPr>
            <p:cNvCxnSpPr>
              <a:cxnSpLocks/>
            </p:cNvCxnSpPr>
            <p:nvPr/>
          </p:nvCxnSpPr>
          <p:spPr>
            <a:xfrm>
              <a:off x="1425744" y="444115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1" name="Rectangle 880">
              <a:extLst>
                <a:ext uri="{FF2B5EF4-FFF2-40B4-BE49-F238E27FC236}">
                  <a16:creationId xmlns:a16="http://schemas.microsoft.com/office/drawing/2014/main" id="{D09F1535-C9A2-3723-62F4-43DB19F4F968}"/>
                </a:ext>
              </a:extLst>
            </p:cNvPr>
            <p:cNvSpPr/>
            <p:nvPr/>
          </p:nvSpPr>
          <p:spPr>
            <a:xfrm rot="10800000">
              <a:off x="1692009" y="4301001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82" name="Straight Connector 881">
              <a:extLst>
                <a:ext uri="{FF2B5EF4-FFF2-40B4-BE49-F238E27FC236}">
                  <a16:creationId xmlns:a16="http://schemas.microsoft.com/office/drawing/2014/main" id="{8435457E-A392-0D3C-5EAA-89C3F43E9BC5}"/>
                </a:ext>
              </a:extLst>
            </p:cNvPr>
            <p:cNvCxnSpPr>
              <a:cxnSpLocks/>
            </p:cNvCxnSpPr>
            <p:nvPr/>
          </p:nvCxnSpPr>
          <p:spPr>
            <a:xfrm>
              <a:off x="1425744" y="4457873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882">
              <a:extLst>
                <a:ext uri="{FF2B5EF4-FFF2-40B4-BE49-F238E27FC236}">
                  <a16:creationId xmlns:a16="http://schemas.microsoft.com/office/drawing/2014/main" id="{C60EEE02-E6E6-CE5D-5FFB-485D541B2F34}"/>
                </a:ext>
              </a:extLst>
            </p:cNvPr>
            <p:cNvCxnSpPr>
              <a:cxnSpLocks/>
            </p:cNvCxnSpPr>
            <p:nvPr/>
          </p:nvCxnSpPr>
          <p:spPr>
            <a:xfrm>
              <a:off x="2331481" y="445802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4" name="Oval 883">
              <a:extLst>
                <a:ext uri="{FF2B5EF4-FFF2-40B4-BE49-F238E27FC236}">
                  <a16:creationId xmlns:a16="http://schemas.microsoft.com/office/drawing/2014/main" id="{A49AA182-4776-7335-7495-23FDDD29E08B}"/>
                </a:ext>
              </a:extLst>
            </p:cNvPr>
            <p:cNvSpPr/>
            <p:nvPr/>
          </p:nvSpPr>
          <p:spPr>
            <a:xfrm>
              <a:off x="2574469" y="4411323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85" name="Straight Connector 884">
              <a:extLst>
                <a:ext uri="{FF2B5EF4-FFF2-40B4-BE49-F238E27FC236}">
                  <a16:creationId xmlns:a16="http://schemas.microsoft.com/office/drawing/2014/main" id="{786D4A3E-637A-1B11-743B-FC20208C9D5D}"/>
                </a:ext>
              </a:extLst>
            </p:cNvPr>
            <p:cNvCxnSpPr>
              <a:cxnSpLocks/>
            </p:cNvCxnSpPr>
            <p:nvPr/>
          </p:nvCxnSpPr>
          <p:spPr>
            <a:xfrm>
              <a:off x="2644293" y="445918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6" name="Rectangle 885">
              <a:extLst>
                <a:ext uri="{FF2B5EF4-FFF2-40B4-BE49-F238E27FC236}">
                  <a16:creationId xmlns:a16="http://schemas.microsoft.com/office/drawing/2014/main" id="{7EB2797E-D8CA-275B-BDDF-36DC8E18AB17}"/>
                </a:ext>
              </a:extLst>
            </p:cNvPr>
            <p:cNvSpPr/>
            <p:nvPr/>
          </p:nvSpPr>
          <p:spPr>
            <a:xfrm rot="10800000">
              <a:off x="2910558" y="4284739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87" name="Straight Connector 886">
              <a:extLst>
                <a:ext uri="{FF2B5EF4-FFF2-40B4-BE49-F238E27FC236}">
                  <a16:creationId xmlns:a16="http://schemas.microsoft.com/office/drawing/2014/main" id="{AB8DE859-393B-19D1-41DB-0394E278DE26}"/>
                </a:ext>
              </a:extLst>
            </p:cNvPr>
            <p:cNvCxnSpPr>
              <a:cxnSpLocks/>
            </p:cNvCxnSpPr>
            <p:nvPr/>
          </p:nvCxnSpPr>
          <p:spPr>
            <a:xfrm>
              <a:off x="3550030" y="4448762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8" name="Rectangle 887">
              <a:extLst>
                <a:ext uri="{FF2B5EF4-FFF2-40B4-BE49-F238E27FC236}">
                  <a16:creationId xmlns:a16="http://schemas.microsoft.com/office/drawing/2014/main" id="{92D0DA82-FF21-AF7D-AB0C-3B0879EA4F18}"/>
                </a:ext>
              </a:extLst>
            </p:cNvPr>
            <p:cNvSpPr/>
            <p:nvPr/>
          </p:nvSpPr>
          <p:spPr>
            <a:xfrm rot="10800000">
              <a:off x="3809370" y="4292351"/>
              <a:ext cx="639472" cy="312821"/>
            </a:xfrm>
            <a:prstGeom prst="rect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14DB72ED-5482-E562-B373-ECA831718D30}"/>
                </a:ext>
              </a:extLst>
            </p:cNvPr>
            <p:cNvCxnSpPr>
              <a:cxnSpLocks/>
            </p:cNvCxnSpPr>
            <p:nvPr/>
          </p:nvCxnSpPr>
          <p:spPr>
            <a:xfrm>
              <a:off x="4444905" y="4448763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0" name="Rectangle 889">
              <a:extLst>
                <a:ext uri="{FF2B5EF4-FFF2-40B4-BE49-F238E27FC236}">
                  <a16:creationId xmlns:a16="http://schemas.microsoft.com/office/drawing/2014/main" id="{B6B6DF90-A559-D163-53DD-566D2F5322E3}"/>
                </a:ext>
              </a:extLst>
            </p:cNvPr>
            <p:cNvSpPr/>
            <p:nvPr/>
          </p:nvSpPr>
          <p:spPr>
            <a:xfrm rot="10800000">
              <a:off x="4704245" y="4292352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85D493A2-52D6-DD24-6557-73C4D2E68765}"/>
                </a:ext>
              </a:extLst>
            </p:cNvPr>
            <p:cNvCxnSpPr>
              <a:cxnSpLocks/>
            </p:cNvCxnSpPr>
            <p:nvPr/>
          </p:nvCxnSpPr>
          <p:spPr>
            <a:xfrm>
              <a:off x="5336792" y="4457873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2" name="Oval 891">
              <a:extLst>
                <a:ext uri="{FF2B5EF4-FFF2-40B4-BE49-F238E27FC236}">
                  <a16:creationId xmlns:a16="http://schemas.microsoft.com/office/drawing/2014/main" id="{9902AC28-2D86-56AE-C545-C827E36C1560}"/>
                </a:ext>
              </a:extLst>
            </p:cNvPr>
            <p:cNvSpPr/>
            <p:nvPr/>
          </p:nvSpPr>
          <p:spPr>
            <a:xfrm>
              <a:off x="5579780" y="4411170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93" name="Straight Connector 892">
              <a:extLst>
                <a:ext uri="{FF2B5EF4-FFF2-40B4-BE49-F238E27FC236}">
                  <a16:creationId xmlns:a16="http://schemas.microsoft.com/office/drawing/2014/main" id="{39DCB790-1B11-AB21-1CB8-D9B9DD845FCC}"/>
                </a:ext>
              </a:extLst>
            </p:cNvPr>
            <p:cNvCxnSpPr>
              <a:cxnSpLocks/>
            </p:cNvCxnSpPr>
            <p:nvPr/>
          </p:nvCxnSpPr>
          <p:spPr>
            <a:xfrm>
              <a:off x="5649604" y="445903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4" name="Rectangle 893">
              <a:extLst>
                <a:ext uri="{FF2B5EF4-FFF2-40B4-BE49-F238E27FC236}">
                  <a16:creationId xmlns:a16="http://schemas.microsoft.com/office/drawing/2014/main" id="{1328CCD6-2FA8-5DF2-6028-78E7E968F28F}"/>
                </a:ext>
              </a:extLst>
            </p:cNvPr>
            <p:cNvSpPr/>
            <p:nvPr/>
          </p:nvSpPr>
          <p:spPr>
            <a:xfrm rot="10800000">
              <a:off x="5915869" y="4287436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FCA97D17-A023-BB45-0B95-EECFE25CFDD6}"/>
                </a:ext>
              </a:extLst>
            </p:cNvPr>
            <p:cNvCxnSpPr>
              <a:cxnSpLocks/>
            </p:cNvCxnSpPr>
            <p:nvPr/>
          </p:nvCxnSpPr>
          <p:spPr>
            <a:xfrm>
              <a:off x="6555341" y="445741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6" name="Rectangle 895">
              <a:extLst>
                <a:ext uri="{FF2B5EF4-FFF2-40B4-BE49-F238E27FC236}">
                  <a16:creationId xmlns:a16="http://schemas.microsoft.com/office/drawing/2014/main" id="{B64DF421-E113-856E-F89B-0DEF80124029}"/>
                </a:ext>
              </a:extLst>
            </p:cNvPr>
            <p:cNvSpPr/>
            <p:nvPr/>
          </p:nvSpPr>
          <p:spPr>
            <a:xfrm rot="10800000">
              <a:off x="6814681" y="4302556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C317CA3E-4C6C-4A7F-9E54-A40ED79703F2}"/>
                </a:ext>
              </a:extLst>
            </p:cNvPr>
            <p:cNvCxnSpPr>
              <a:cxnSpLocks/>
            </p:cNvCxnSpPr>
            <p:nvPr/>
          </p:nvCxnSpPr>
          <p:spPr>
            <a:xfrm>
              <a:off x="7454153" y="4453678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8" name="テキスト プレースホルダー 2">
              <a:extLst>
                <a:ext uri="{FF2B5EF4-FFF2-40B4-BE49-F238E27FC236}">
                  <a16:creationId xmlns:a16="http://schemas.microsoft.com/office/drawing/2014/main" id="{7E83B1CD-770F-9659-08E6-F6DCCA01C0F6}"/>
                </a:ext>
              </a:extLst>
            </p:cNvPr>
            <p:cNvSpPr txBox="1">
              <a:spLocks/>
            </p:cNvSpPr>
            <p:nvPr/>
          </p:nvSpPr>
          <p:spPr>
            <a:xfrm>
              <a:off x="1800676" y="6242562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T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amb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99" name="テキスト プレースホルダー 2">
              <a:extLst>
                <a:ext uri="{FF2B5EF4-FFF2-40B4-BE49-F238E27FC236}">
                  <a16:creationId xmlns:a16="http://schemas.microsoft.com/office/drawing/2014/main" id="{6C922714-BFB8-8F3E-053D-D7407BD65A81}"/>
                </a:ext>
              </a:extLst>
            </p:cNvPr>
            <p:cNvSpPr txBox="1">
              <a:spLocks/>
            </p:cNvSpPr>
            <p:nvPr/>
          </p:nvSpPr>
          <p:spPr>
            <a:xfrm>
              <a:off x="1695064" y="5696349"/>
              <a:ext cx="1058259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conv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0" name="テキスト プレースホルダー 2">
              <a:extLst>
                <a:ext uri="{FF2B5EF4-FFF2-40B4-BE49-F238E27FC236}">
                  <a16:creationId xmlns:a16="http://schemas.microsoft.com/office/drawing/2014/main" id="{F6B28184-3524-2E87-7691-041CA80EA3BE}"/>
                </a:ext>
              </a:extLst>
            </p:cNvPr>
            <p:cNvSpPr txBox="1">
              <a:spLocks/>
            </p:cNvSpPr>
            <p:nvPr/>
          </p:nvSpPr>
          <p:spPr>
            <a:xfrm>
              <a:off x="244476" y="5737862"/>
              <a:ext cx="923686" cy="522864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rad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1" name="テキスト プレースホルダー 2">
              <a:extLst>
                <a:ext uri="{FF2B5EF4-FFF2-40B4-BE49-F238E27FC236}">
                  <a16:creationId xmlns:a16="http://schemas.microsoft.com/office/drawing/2014/main" id="{18F7CEBE-F8A9-19D4-DFC3-85D541947E1B}"/>
                </a:ext>
              </a:extLst>
            </p:cNvPr>
            <p:cNvSpPr txBox="1">
              <a:spLocks/>
            </p:cNvSpPr>
            <p:nvPr/>
          </p:nvSpPr>
          <p:spPr>
            <a:xfrm>
              <a:off x="1540926" y="3705639"/>
              <a:ext cx="1057125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2" name="テキスト プレースホルダー 2">
              <a:extLst>
                <a:ext uri="{FF2B5EF4-FFF2-40B4-BE49-F238E27FC236}">
                  <a16:creationId xmlns:a16="http://schemas.microsoft.com/office/drawing/2014/main" id="{43D6CD62-57BA-292C-1640-C1FC0F8E72C0}"/>
                </a:ext>
              </a:extLst>
            </p:cNvPr>
            <p:cNvSpPr txBox="1">
              <a:spLocks/>
            </p:cNvSpPr>
            <p:nvPr/>
          </p:nvSpPr>
          <p:spPr>
            <a:xfrm>
              <a:off x="2794273" y="3710534"/>
              <a:ext cx="1037498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3" name="テキスト プレースホルダー 2">
              <a:extLst>
                <a:ext uri="{FF2B5EF4-FFF2-40B4-BE49-F238E27FC236}">
                  <a16:creationId xmlns:a16="http://schemas.microsoft.com/office/drawing/2014/main" id="{FA874BAA-2F28-5009-C4E8-7CEAAE0D4B29}"/>
                </a:ext>
              </a:extLst>
            </p:cNvPr>
            <p:cNvSpPr txBox="1">
              <a:spLocks/>
            </p:cNvSpPr>
            <p:nvPr/>
          </p:nvSpPr>
          <p:spPr>
            <a:xfrm>
              <a:off x="3702060" y="3710534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TIM</a:t>
              </a:r>
            </a:p>
          </p:txBody>
        </p:sp>
        <p:sp>
          <p:nvSpPr>
            <p:cNvPr id="904" name="テキスト プレースホルダー 2">
              <a:extLst>
                <a:ext uri="{FF2B5EF4-FFF2-40B4-BE49-F238E27FC236}">
                  <a16:creationId xmlns:a16="http://schemas.microsoft.com/office/drawing/2014/main" id="{5B3EB9EF-008E-0CD2-9C84-4D3CEBBF3CB8}"/>
                </a:ext>
              </a:extLst>
            </p:cNvPr>
            <p:cNvSpPr txBox="1">
              <a:spLocks/>
            </p:cNvSpPr>
            <p:nvPr/>
          </p:nvSpPr>
          <p:spPr>
            <a:xfrm>
              <a:off x="4625746" y="3710534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Nsn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5" name="テキスト プレースホルダー 2">
              <a:extLst>
                <a:ext uri="{FF2B5EF4-FFF2-40B4-BE49-F238E27FC236}">
                  <a16:creationId xmlns:a16="http://schemas.microsoft.com/office/drawing/2014/main" id="{30261C80-2DD7-170A-6F84-0C1F7677A7BB}"/>
                </a:ext>
              </a:extLst>
            </p:cNvPr>
            <p:cNvSpPr txBox="1">
              <a:spLocks/>
            </p:cNvSpPr>
            <p:nvPr/>
          </p:nvSpPr>
          <p:spPr>
            <a:xfrm>
              <a:off x="5823071" y="3691582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Nsn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6" name="Oval 905">
              <a:extLst>
                <a:ext uri="{FF2B5EF4-FFF2-40B4-BE49-F238E27FC236}">
                  <a16:creationId xmlns:a16="http://schemas.microsoft.com/office/drawing/2014/main" id="{FA648E89-33BD-0004-F5B1-8CD5DFE93FD4}"/>
                </a:ext>
              </a:extLst>
            </p:cNvPr>
            <p:cNvSpPr/>
            <p:nvPr/>
          </p:nvSpPr>
          <p:spPr>
            <a:xfrm>
              <a:off x="2331481" y="4934651"/>
              <a:ext cx="579076" cy="579076"/>
            </a:xfrm>
            <a:prstGeom prst="ellips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07" name="Straight Arrow Connector 906">
              <a:extLst>
                <a:ext uri="{FF2B5EF4-FFF2-40B4-BE49-F238E27FC236}">
                  <a16:creationId xmlns:a16="http://schemas.microsoft.com/office/drawing/2014/main" id="{1B66C70E-D8C3-4A61-05FE-4B78D0BCA7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15694" y="5018991"/>
              <a:ext cx="5325" cy="410396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1B409E0C-AEC9-953A-2FAD-F6CBE49CC952}"/>
                </a:ext>
              </a:extLst>
            </p:cNvPr>
            <p:cNvCxnSpPr>
              <a:cxnSpLocks/>
            </p:cNvCxnSpPr>
            <p:nvPr/>
          </p:nvCxnSpPr>
          <p:spPr>
            <a:xfrm>
              <a:off x="2624586" y="4504269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4700FE9F-B4CC-A73F-64E5-C7F78AF55D7F}"/>
                </a:ext>
              </a:extLst>
            </p:cNvPr>
            <p:cNvCxnSpPr>
              <a:cxnSpLocks/>
            </p:cNvCxnSpPr>
            <p:nvPr/>
          </p:nvCxnSpPr>
          <p:spPr>
            <a:xfrm>
              <a:off x="2516099" y="5850721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>
              <a:extLst>
                <a:ext uri="{FF2B5EF4-FFF2-40B4-BE49-F238E27FC236}">
                  <a16:creationId xmlns:a16="http://schemas.microsoft.com/office/drawing/2014/main" id="{B11B6862-2EEC-01B6-3C0F-B2844A1C4696}"/>
                </a:ext>
              </a:extLst>
            </p:cNvPr>
            <p:cNvCxnSpPr/>
            <p:nvPr/>
          </p:nvCxnSpPr>
          <p:spPr>
            <a:xfrm>
              <a:off x="2625953" y="5522101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Straight Connector 910">
              <a:extLst>
                <a:ext uri="{FF2B5EF4-FFF2-40B4-BE49-F238E27FC236}">
                  <a16:creationId xmlns:a16="http://schemas.microsoft.com/office/drawing/2014/main" id="{19250344-474F-B278-99B4-13BE9476D4DF}"/>
                </a:ext>
              </a:extLst>
            </p:cNvPr>
            <p:cNvCxnSpPr>
              <a:cxnSpLocks/>
            </p:cNvCxnSpPr>
            <p:nvPr/>
          </p:nvCxnSpPr>
          <p:spPr>
            <a:xfrm>
              <a:off x="2573820" y="5888229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E189F725-2BAB-8C75-E447-5B156E8C2FC5}"/>
                </a:ext>
              </a:extLst>
            </p:cNvPr>
            <p:cNvCxnSpPr>
              <a:cxnSpLocks/>
            </p:cNvCxnSpPr>
            <p:nvPr/>
          </p:nvCxnSpPr>
          <p:spPr>
            <a:xfrm>
              <a:off x="2598331" y="5925737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3" name="Oval 912">
              <a:extLst>
                <a:ext uri="{FF2B5EF4-FFF2-40B4-BE49-F238E27FC236}">
                  <a16:creationId xmlns:a16="http://schemas.microsoft.com/office/drawing/2014/main" id="{79C4E5EA-04F0-E75B-CFF4-CECB5B319FA2}"/>
                </a:ext>
              </a:extLst>
            </p:cNvPr>
            <p:cNvSpPr/>
            <p:nvPr/>
          </p:nvSpPr>
          <p:spPr>
            <a:xfrm>
              <a:off x="5336792" y="4934080"/>
              <a:ext cx="579076" cy="579076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14" name="Straight Arrow Connector 913">
              <a:extLst>
                <a:ext uri="{FF2B5EF4-FFF2-40B4-BE49-F238E27FC236}">
                  <a16:creationId xmlns:a16="http://schemas.microsoft.com/office/drawing/2014/main" id="{F960719B-F68B-7E2C-9D67-EDB360AA3E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1005" y="5018420"/>
              <a:ext cx="5325" cy="41039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63B43A4C-B175-A8FC-8A60-A2004BC319EE}"/>
                </a:ext>
              </a:extLst>
            </p:cNvPr>
            <p:cNvCxnSpPr>
              <a:cxnSpLocks/>
            </p:cNvCxnSpPr>
            <p:nvPr/>
          </p:nvCxnSpPr>
          <p:spPr>
            <a:xfrm>
              <a:off x="5629897" y="4503698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915">
              <a:extLst>
                <a:ext uri="{FF2B5EF4-FFF2-40B4-BE49-F238E27FC236}">
                  <a16:creationId xmlns:a16="http://schemas.microsoft.com/office/drawing/2014/main" id="{05406EAA-9AE2-581A-5D00-3A98D7495624}"/>
                </a:ext>
              </a:extLst>
            </p:cNvPr>
            <p:cNvCxnSpPr/>
            <p:nvPr/>
          </p:nvCxnSpPr>
          <p:spPr>
            <a:xfrm>
              <a:off x="5621005" y="552153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7" name="テキスト プレースホルダー 2">
              <a:extLst>
                <a:ext uri="{FF2B5EF4-FFF2-40B4-BE49-F238E27FC236}">
                  <a16:creationId xmlns:a16="http://schemas.microsoft.com/office/drawing/2014/main" id="{7B6B7FF3-64F9-29EF-970E-44032B0E3242}"/>
                </a:ext>
              </a:extLst>
            </p:cNvPr>
            <p:cNvSpPr txBox="1">
              <a:spLocks/>
            </p:cNvSpPr>
            <p:nvPr/>
          </p:nvSpPr>
          <p:spPr>
            <a:xfrm>
              <a:off x="6746757" y="3685369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ins</a:t>
              </a:r>
            </a:p>
          </p:txBody>
        </p:sp>
        <p:sp>
          <p:nvSpPr>
            <p:cNvPr id="918" name="Rectangle 917">
              <a:extLst>
                <a:ext uri="{FF2B5EF4-FFF2-40B4-BE49-F238E27FC236}">
                  <a16:creationId xmlns:a16="http://schemas.microsoft.com/office/drawing/2014/main" id="{73E0E14C-AF32-A517-A270-F9D8AAA95959}"/>
                </a:ext>
              </a:extLst>
            </p:cNvPr>
            <p:cNvSpPr/>
            <p:nvPr/>
          </p:nvSpPr>
          <p:spPr>
            <a:xfrm rot="10800000">
              <a:off x="7744007" y="4301830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B16B5BFF-8B9F-9737-4465-1B879A4623F6}"/>
                </a:ext>
              </a:extLst>
            </p:cNvPr>
            <p:cNvCxnSpPr>
              <a:cxnSpLocks/>
            </p:cNvCxnSpPr>
            <p:nvPr/>
          </p:nvCxnSpPr>
          <p:spPr>
            <a:xfrm>
              <a:off x="8376554" y="446735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0" name="Oval 919">
              <a:extLst>
                <a:ext uri="{FF2B5EF4-FFF2-40B4-BE49-F238E27FC236}">
                  <a16:creationId xmlns:a16="http://schemas.microsoft.com/office/drawing/2014/main" id="{9DD4E199-7236-B3E4-5A3B-09E0B81DE0AE}"/>
                </a:ext>
              </a:extLst>
            </p:cNvPr>
            <p:cNvSpPr/>
            <p:nvPr/>
          </p:nvSpPr>
          <p:spPr>
            <a:xfrm>
              <a:off x="8619542" y="4420648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8F2594A0-CEC6-7622-25CD-BA8DE982700E}"/>
                </a:ext>
              </a:extLst>
            </p:cNvPr>
            <p:cNvCxnSpPr>
              <a:cxnSpLocks/>
            </p:cNvCxnSpPr>
            <p:nvPr/>
          </p:nvCxnSpPr>
          <p:spPr>
            <a:xfrm>
              <a:off x="8689366" y="446851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2" name="Rectangle 921">
              <a:extLst>
                <a:ext uri="{FF2B5EF4-FFF2-40B4-BE49-F238E27FC236}">
                  <a16:creationId xmlns:a16="http://schemas.microsoft.com/office/drawing/2014/main" id="{B965BF1D-B178-9A60-C805-BE02E45E8DDF}"/>
                </a:ext>
              </a:extLst>
            </p:cNvPr>
            <p:cNvSpPr/>
            <p:nvPr/>
          </p:nvSpPr>
          <p:spPr>
            <a:xfrm rot="10800000">
              <a:off x="8955631" y="4296914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23" name="Straight Connector 922">
              <a:extLst>
                <a:ext uri="{FF2B5EF4-FFF2-40B4-BE49-F238E27FC236}">
                  <a16:creationId xmlns:a16="http://schemas.microsoft.com/office/drawing/2014/main" id="{5386773E-9E96-3593-6AC4-FFD8E7B61E22}"/>
                </a:ext>
              </a:extLst>
            </p:cNvPr>
            <p:cNvCxnSpPr>
              <a:cxnSpLocks/>
            </p:cNvCxnSpPr>
            <p:nvPr/>
          </p:nvCxnSpPr>
          <p:spPr>
            <a:xfrm>
              <a:off x="9595103" y="446688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4" name="Rectangle 923">
              <a:extLst>
                <a:ext uri="{FF2B5EF4-FFF2-40B4-BE49-F238E27FC236}">
                  <a16:creationId xmlns:a16="http://schemas.microsoft.com/office/drawing/2014/main" id="{852DFF49-C30B-96FC-10C7-5BCC2EC76B5B}"/>
                </a:ext>
              </a:extLst>
            </p:cNvPr>
            <p:cNvSpPr/>
            <p:nvPr/>
          </p:nvSpPr>
          <p:spPr>
            <a:xfrm rot="10800000">
              <a:off x="9854443" y="4312034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15287B0C-6E1E-EBDF-DB92-05D32E1105F6}"/>
                </a:ext>
              </a:extLst>
            </p:cNvPr>
            <p:cNvCxnSpPr>
              <a:cxnSpLocks/>
            </p:cNvCxnSpPr>
            <p:nvPr/>
          </p:nvCxnSpPr>
          <p:spPr>
            <a:xfrm>
              <a:off x="10493915" y="446315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6" name="テキスト プレースホルダー 2">
              <a:extLst>
                <a:ext uri="{FF2B5EF4-FFF2-40B4-BE49-F238E27FC236}">
                  <a16:creationId xmlns:a16="http://schemas.microsoft.com/office/drawing/2014/main" id="{C36D6F73-7F15-8F84-E83D-616E8E34724B}"/>
                </a:ext>
              </a:extLst>
            </p:cNvPr>
            <p:cNvSpPr txBox="1">
              <a:spLocks/>
            </p:cNvSpPr>
            <p:nvPr/>
          </p:nvSpPr>
          <p:spPr>
            <a:xfrm>
              <a:off x="7665508" y="3720012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Npn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27" name="テキスト プレースホルダー 2">
              <a:extLst>
                <a:ext uri="{FF2B5EF4-FFF2-40B4-BE49-F238E27FC236}">
                  <a16:creationId xmlns:a16="http://schemas.microsoft.com/office/drawing/2014/main" id="{9A79F4C3-4702-8CF4-12B9-BFD90C378884}"/>
                </a:ext>
              </a:extLst>
            </p:cNvPr>
            <p:cNvSpPr txBox="1">
              <a:spLocks/>
            </p:cNvSpPr>
            <p:nvPr/>
          </p:nvSpPr>
          <p:spPr>
            <a:xfrm>
              <a:off x="8862833" y="3701060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Npn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28" name="Oval 927">
              <a:extLst>
                <a:ext uri="{FF2B5EF4-FFF2-40B4-BE49-F238E27FC236}">
                  <a16:creationId xmlns:a16="http://schemas.microsoft.com/office/drawing/2014/main" id="{1D42D78B-858E-7BBB-E374-DAE78A3C78F7}"/>
                </a:ext>
              </a:extLst>
            </p:cNvPr>
            <p:cNvSpPr/>
            <p:nvPr/>
          </p:nvSpPr>
          <p:spPr>
            <a:xfrm>
              <a:off x="8376554" y="4943558"/>
              <a:ext cx="579076" cy="579076"/>
            </a:xfrm>
            <a:prstGeom prst="ellipse">
              <a:avLst/>
            </a:prstGeom>
            <a:noFill/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29" name="Straight Arrow Connector 928">
              <a:extLst>
                <a:ext uri="{FF2B5EF4-FFF2-40B4-BE49-F238E27FC236}">
                  <a16:creationId xmlns:a16="http://schemas.microsoft.com/office/drawing/2014/main" id="{7784C807-A845-D0DF-DEEA-8617D67C6B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0767" y="5027898"/>
              <a:ext cx="5325" cy="410396"/>
            </a:xfrm>
            <a:prstGeom prst="straightConnector1">
              <a:avLst/>
            </a:prstGeom>
            <a:ln w="38100">
              <a:solidFill>
                <a:srgbClr val="C559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35F10524-EA1A-784F-0A34-2A8926514998}"/>
                </a:ext>
              </a:extLst>
            </p:cNvPr>
            <p:cNvCxnSpPr>
              <a:cxnSpLocks/>
            </p:cNvCxnSpPr>
            <p:nvPr/>
          </p:nvCxnSpPr>
          <p:spPr>
            <a:xfrm>
              <a:off x="8669659" y="4513176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C33EA7FA-E971-7473-0E83-0616DC8AB859}"/>
                </a:ext>
              </a:extLst>
            </p:cNvPr>
            <p:cNvCxnSpPr/>
            <p:nvPr/>
          </p:nvCxnSpPr>
          <p:spPr>
            <a:xfrm>
              <a:off x="8660767" y="553100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2" name="テキスト プレースホルダー 2">
              <a:extLst>
                <a:ext uri="{FF2B5EF4-FFF2-40B4-BE49-F238E27FC236}">
                  <a16:creationId xmlns:a16="http://schemas.microsoft.com/office/drawing/2014/main" id="{7C311F47-C7C7-467D-7C3E-0FCBC35DA3B4}"/>
                </a:ext>
              </a:extLst>
            </p:cNvPr>
            <p:cNvSpPr txBox="1">
              <a:spLocks/>
            </p:cNvSpPr>
            <p:nvPr/>
          </p:nvSpPr>
          <p:spPr>
            <a:xfrm>
              <a:off x="9786519" y="3694847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200" baseline="-25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ins</a:t>
              </a:r>
            </a:p>
          </p:txBody>
        </p:sp>
        <p:grpSp>
          <p:nvGrpSpPr>
            <p:cNvPr id="957" name="Group 956">
              <a:extLst>
                <a:ext uri="{FF2B5EF4-FFF2-40B4-BE49-F238E27FC236}">
                  <a16:creationId xmlns:a16="http://schemas.microsoft.com/office/drawing/2014/main" id="{C2FC4652-7463-F55F-90C3-4D99B394FE82}"/>
                </a:ext>
              </a:extLst>
            </p:cNvPr>
            <p:cNvGrpSpPr/>
            <p:nvPr/>
          </p:nvGrpSpPr>
          <p:grpSpPr>
            <a:xfrm rot="16200000">
              <a:off x="10605490" y="2428886"/>
              <a:ext cx="794196" cy="182451"/>
              <a:chOff x="10939357" y="4494561"/>
              <a:chExt cx="794196" cy="182451"/>
            </a:xfrm>
          </p:grpSpPr>
          <p:sp>
            <p:nvSpPr>
              <p:cNvPr id="933" name="Oval 932">
                <a:extLst>
                  <a:ext uri="{FF2B5EF4-FFF2-40B4-BE49-F238E27FC236}">
                    <a16:creationId xmlns:a16="http://schemas.microsoft.com/office/drawing/2014/main" id="{BFA7E348-B505-D546-5101-414A235D8B56}"/>
                  </a:ext>
                </a:extLst>
              </p:cNvPr>
              <p:cNvSpPr/>
              <p:nvPr/>
            </p:nvSpPr>
            <p:spPr>
              <a:xfrm flipH="1">
                <a:off x="11553249" y="4496708"/>
                <a:ext cx="180304" cy="18030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4" name="Oval 933">
                <a:extLst>
                  <a:ext uri="{FF2B5EF4-FFF2-40B4-BE49-F238E27FC236}">
                    <a16:creationId xmlns:a16="http://schemas.microsoft.com/office/drawing/2014/main" id="{8C8EC254-0224-830B-8512-54EF9C455881}"/>
                  </a:ext>
                </a:extLst>
              </p:cNvPr>
              <p:cNvSpPr/>
              <p:nvPr/>
            </p:nvSpPr>
            <p:spPr>
              <a:xfrm flipH="1">
                <a:off x="11246303" y="4494561"/>
                <a:ext cx="180304" cy="18030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5" name="Oval 934">
                <a:extLst>
                  <a:ext uri="{FF2B5EF4-FFF2-40B4-BE49-F238E27FC236}">
                    <a16:creationId xmlns:a16="http://schemas.microsoft.com/office/drawing/2014/main" id="{AF04E4EF-EB54-FD28-517B-8F9AA07501D0}"/>
                  </a:ext>
                </a:extLst>
              </p:cNvPr>
              <p:cNvSpPr/>
              <p:nvPr/>
            </p:nvSpPr>
            <p:spPr>
              <a:xfrm flipH="1">
                <a:off x="10939357" y="4494561"/>
                <a:ext cx="180304" cy="18030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38" name="テキスト プレースホルダー 2">
              <a:extLst>
                <a:ext uri="{FF2B5EF4-FFF2-40B4-BE49-F238E27FC236}">
                  <a16:creationId xmlns:a16="http://schemas.microsoft.com/office/drawing/2014/main" id="{3FF322AE-E244-61D8-8B2E-43CC4F3C1FD2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7399600" y="4902439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Npn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39" name="テキスト プレースホルダー 2">
              <a:extLst>
                <a:ext uri="{FF2B5EF4-FFF2-40B4-BE49-F238E27FC236}">
                  <a16:creationId xmlns:a16="http://schemas.microsoft.com/office/drawing/2014/main" id="{D2E6DE73-D6CD-716C-7567-D2A159D96E03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4329188" y="4902439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Nsn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41" name="テキスト プレースホルダー 2">
              <a:extLst>
                <a:ext uri="{FF2B5EF4-FFF2-40B4-BE49-F238E27FC236}">
                  <a16:creationId xmlns:a16="http://schemas.microsoft.com/office/drawing/2014/main" id="{7D433151-079A-A4FB-375F-2F83B33E533B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2871554" y="4952184"/>
              <a:ext cx="122259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200" i="1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200" baseline="-25000" err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947" name="Group 946">
              <a:extLst>
                <a:ext uri="{FF2B5EF4-FFF2-40B4-BE49-F238E27FC236}">
                  <a16:creationId xmlns:a16="http://schemas.microsoft.com/office/drawing/2014/main" id="{ED04A62F-97EA-B559-62BC-308C10193DAD}"/>
                </a:ext>
              </a:extLst>
            </p:cNvPr>
            <p:cNvGrpSpPr/>
            <p:nvPr/>
          </p:nvGrpSpPr>
          <p:grpSpPr>
            <a:xfrm flipH="1">
              <a:off x="8548183" y="5875209"/>
              <a:ext cx="225168" cy="99807"/>
              <a:chOff x="10384525" y="2768984"/>
              <a:chExt cx="225168" cy="99807"/>
            </a:xfrm>
          </p:grpSpPr>
          <p:cxnSp>
            <p:nvCxnSpPr>
              <p:cNvPr id="948" name="Straight Connector 947">
                <a:extLst>
                  <a:ext uri="{FF2B5EF4-FFF2-40B4-BE49-F238E27FC236}">
                    <a16:creationId xmlns:a16="http://schemas.microsoft.com/office/drawing/2014/main" id="{B09345D3-E20D-D98D-5363-D4BFAA9076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4525" y="2768984"/>
                <a:ext cx="22516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Straight Connector 948">
                <a:extLst>
                  <a:ext uri="{FF2B5EF4-FFF2-40B4-BE49-F238E27FC236}">
                    <a16:creationId xmlns:a16="http://schemas.microsoft.com/office/drawing/2014/main" id="{53BAE791-8ED2-60BF-A504-515DF597F2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39016" y="2819377"/>
                <a:ext cx="11793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0" name="Straight Connector 949">
                <a:extLst>
                  <a:ext uri="{FF2B5EF4-FFF2-40B4-BE49-F238E27FC236}">
                    <a16:creationId xmlns:a16="http://schemas.microsoft.com/office/drawing/2014/main" id="{C1864A2D-4F6C-3849-A7D8-63DAD8CDC7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65908" y="2868791"/>
                <a:ext cx="5896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1" name="Group 950">
              <a:extLst>
                <a:ext uri="{FF2B5EF4-FFF2-40B4-BE49-F238E27FC236}">
                  <a16:creationId xmlns:a16="http://schemas.microsoft.com/office/drawing/2014/main" id="{E57640C9-A1CA-683C-C65D-72FC73B6654D}"/>
                </a:ext>
              </a:extLst>
            </p:cNvPr>
            <p:cNvGrpSpPr/>
            <p:nvPr/>
          </p:nvGrpSpPr>
          <p:grpSpPr>
            <a:xfrm flipH="1">
              <a:off x="5504503" y="5860145"/>
              <a:ext cx="225168" cy="99807"/>
              <a:chOff x="10384525" y="2768984"/>
              <a:chExt cx="225168" cy="99807"/>
            </a:xfrm>
          </p:grpSpPr>
          <p:cxnSp>
            <p:nvCxnSpPr>
              <p:cNvPr id="952" name="Straight Connector 951">
                <a:extLst>
                  <a:ext uri="{FF2B5EF4-FFF2-40B4-BE49-F238E27FC236}">
                    <a16:creationId xmlns:a16="http://schemas.microsoft.com/office/drawing/2014/main" id="{FAFEF6FD-845A-B2C5-9948-5FA21FA30F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4525" y="2768984"/>
                <a:ext cx="22516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3" name="Straight Connector 952">
                <a:extLst>
                  <a:ext uri="{FF2B5EF4-FFF2-40B4-BE49-F238E27FC236}">
                    <a16:creationId xmlns:a16="http://schemas.microsoft.com/office/drawing/2014/main" id="{667BFE4A-E1E7-E465-C36D-0CA62D746B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39016" y="2819377"/>
                <a:ext cx="11793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4" name="Straight Connector 953">
                <a:extLst>
                  <a:ext uri="{FF2B5EF4-FFF2-40B4-BE49-F238E27FC236}">
                    <a16:creationId xmlns:a16="http://schemas.microsoft.com/office/drawing/2014/main" id="{31E0E1C9-CAD8-9A57-5419-36E986EAA6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65908" y="2868791"/>
                <a:ext cx="5896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8" name="Arrow: Curved Left 957">
              <a:extLst>
                <a:ext uri="{FF2B5EF4-FFF2-40B4-BE49-F238E27FC236}">
                  <a16:creationId xmlns:a16="http://schemas.microsoft.com/office/drawing/2014/main" id="{8CAFB69B-5C85-4612-D643-41D621D317E7}"/>
                </a:ext>
              </a:extLst>
            </p:cNvPr>
            <p:cNvSpPr/>
            <p:nvPr/>
          </p:nvSpPr>
          <p:spPr>
            <a:xfrm>
              <a:off x="10006637" y="1860775"/>
              <a:ext cx="610182" cy="1672507"/>
            </a:xfrm>
            <a:prstGeom prst="curvedLeftArrow">
              <a:avLst>
                <a:gd name="adj1" fmla="val 25000"/>
                <a:gd name="adj2" fmla="val 57329"/>
                <a:gd name="adj3" fmla="val 3177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959" name="Rectangle 958">
            <a:extLst>
              <a:ext uri="{FF2B5EF4-FFF2-40B4-BE49-F238E27FC236}">
                <a16:creationId xmlns:a16="http://schemas.microsoft.com/office/drawing/2014/main" id="{8A948C80-8500-16FA-256D-21C95738EC47}"/>
              </a:ext>
            </a:extLst>
          </p:cNvPr>
          <p:cNvSpPr/>
          <p:nvPr/>
        </p:nvSpPr>
        <p:spPr>
          <a:xfrm rot="5400000">
            <a:off x="14312970" y="4612879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33FA83F6-DA96-9CF5-7243-9F37F64C4193}"/>
              </a:ext>
            </a:extLst>
          </p:cNvPr>
          <p:cNvSpPr/>
          <p:nvPr/>
        </p:nvSpPr>
        <p:spPr>
          <a:xfrm rot="5400000">
            <a:off x="14850960" y="4612879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61" name="Straight Connector 960">
            <a:extLst>
              <a:ext uri="{FF2B5EF4-FFF2-40B4-BE49-F238E27FC236}">
                <a16:creationId xmlns:a16="http://schemas.microsoft.com/office/drawing/2014/main" id="{9A6B8102-3A7F-FD02-4ADD-7C4E860CB000}"/>
              </a:ext>
            </a:extLst>
          </p:cNvPr>
          <p:cNvCxnSpPr>
            <a:cxnSpLocks/>
            <a:stCxn id="959" idx="3"/>
          </p:cNvCxnSpPr>
          <p:nvPr/>
        </p:nvCxnSpPr>
        <p:spPr>
          <a:xfrm>
            <a:off x="14632706" y="508902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9C8E6E8F-E432-EBD5-547F-6D361046D6AE}"/>
              </a:ext>
            </a:extLst>
          </p:cNvPr>
          <p:cNvCxnSpPr/>
          <p:nvPr/>
        </p:nvCxnSpPr>
        <p:spPr>
          <a:xfrm>
            <a:off x="15165236" y="508902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Straight Connector 962">
            <a:extLst>
              <a:ext uri="{FF2B5EF4-FFF2-40B4-BE49-F238E27FC236}">
                <a16:creationId xmlns:a16="http://schemas.microsoft.com/office/drawing/2014/main" id="{4C3C024A-B461-DE29-0C2E-6441CBA7A114}"/>
              </a:ext>
            </a:extLst>
          </p:cNvPr>
          <p:cNvCxnSpPr>
            <a:cxnSpLocks/>
          </p:cNvCxnSpPr>
          <p:nvPr/>
        </p:nvCxnSpPr>
        <p:spPr>
          <a:xfrm>
            <a:off x="14632706" y="5417646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Straight Connector 963">
            <a:extLst>
              <a:ext uri="{FF2B5EF4-FFF2-40B4-BE49-F238E27FC236}">
                <a16:creationId xmlns:a16="http://schemas.microsoft.com/office/drawing/2014/main" id="{3A5391CC-EF16-B2F1-ECA5-A6C9CC2EEEEA}"/>
              </a:ext>
            </a:extLst>
          </p:cNvPr>
          <p:cNvCxnSpPr>
            <a:cxnSpLocks/>
          </p:cNvCxnSpPr>
          <p:nvPr/>
        </p:nvCxnSpPr>
        <p:spPr>
          <a:xfrm>
            <a:off x="14898971" y="541764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Straight Connector 964">
            <a:extLst>
              <a:ext uri="{FF2B5EF4-FFF2-40B4-BE49-F238E27FC236}">
                <a16:creationId xmlns:a16="http://schemas.microsoft.com/office/drawing/2014/main" id="{3F064A43-0A92-5A2A-D358-964D8D7687EB}"/>
              </a:ext>
            </a:extLst>
          </p:cNvPr>
          <p:cNvCxnSpPr>
            <a:cxnSpLocks/>
          </p:cNvCxnSpPr>
          <p:nvPr/>
        </p:nvCxnSpPr>
        <p:spPr>
          <a:xfrm>
            <a:off x="14663808" y="5746266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Straight Connector 965">
            <a:extLst>
              <a:ext uri="{FF2B5EF4-FFF2-40B4-BE49-F238E27FC236}">
                <a16:creationId xmlns:a16="http://schemas.microsoft.com/office/drawing/2014/main" id="{6A4E15AA-389B-584D-58F8-5DD6C086AEE1}"/>
              </a:ext>
            </a:extLst>
          </p:cNvPr>
          <p:cNvCxnSpPr>
            <a:cxnSpLocks/>
          </p:cNvCxnSpPr>
          <p:nvPr/>
        </p:nvCxnSpPr>
        <p:spPr>
          <a:xfrm>
            <a:off x="14738487" y="5882658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Connector 966">
            <a:extLst>
              <a:ext uri="{FF2B5EF4-FFF2-40B4-BE49-F238E27FC236}">
                <a16:creationId xmlns:a16="http://schemas.microsoft.com/office/drawing/2014/main" id="{BFFA3C69-48D3-F79D-468F-861D8CA2F66A}"/>
              </a:ext>
            </a:extLst>
          </p:cNvPr>
          <p:cNvCxnSpPr>
            <a:cxnSpLocks/>
          </p:cNvCxnSpPr>
          <p:nvPr/>
        </p:nvCxnSpPr>
        <p:spPr>
          <a:xfrm>
            <a:off x="14789117" y="6211278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Straight Connector 967">
            <a:extLst>
              <a:ext uri="{FF2B5EF4-FFF2-40B4-BE49-F238E27FC236}">
                <a16:creationId xmlns:a16="http://schemas.microsoft.com/office/drawing/2014/main" id="{CE447E6B-3493-498C-2814-30263774900F}"/>
              </a:ext>
            </a:extLst>
          </p:cNvPr>
          <p:cNvCxnSpPr/>
          <p:nvPr/>
        </p:nvCxnSpPr>
        <p:spPr>
          <a:xfrm>
            <a:off x="14898971" y="588265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9" name="Straight Connector 968">
            <a:extLst>
              <a:ext uri="{FF2B5EF4-FFF2-40B4-BE49-F238E27FC236}">
                <a16:creationId xmlns:a16="http://schemas.microsoft.com/office/drawing/2014/main" id="{DB1E0A0F-0A8B-75F6-AEDC-23C88B459493}"/>
              </a:ext>
            </a:extLst>
          </p:cNvPr>
          <p:cNvCxnSpPr>
            <a:cxnSpLocks/>
          </p:cNvCxnSpPr>
          <p:nvPr/>
        </p:nvCxnSpPr>
        <p:spPr>
          <a:xfrm>
            <a:off x="14846838" y="624878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0" name="Straight Connector 969">
            <a:extLst>
              <a:ext uri="{FF2B5EF4-FFF2-40B4-BE49-F238E27FC236}">
                <a16:creationId xmlns:a16="http://schemas.microsoft.com/office/drawing/2014/main" id="{6910F911-7AF9-ED3C-DE00-FE016EA20A95}"/>
              </a:ext>
            </a:extLst>
          </p:cNvPr>
          <p:cNvCxnSpPr>
            <a:cxnSpLocks/>
          </p:cNvCxnSpPr>
          <p:nvPr/>
        </p:nvCxnSpPr>
        <p:spPr>
          <a:xfrm>
            <a:off x="14871349" y="6286294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1" name="Straight Connector 970">
            <a:extLst>
              <a:ext uri="{FF2B5EF4-FFF2-40B4-BE49-F238E27FC236}">
                <a16:creationId xmlns:a16="http://schemas.microsoft.com/office/drawing/2014/main" id="{36600704-C728-0E74-0CBD-B30A6515976C}"/>
              </a:ext>
            </a:extLst>
          </p:cNvPr>
          <p:cNvCxnSpPr/>
          <p:nvPr/>
        </p:nvCxnSpPr>
        <p:spPr>
          <a:xfrm>
            <a:off x="14632706" y="41209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2" name="Straight Connector 971">
            <a:extLst>
              <a:ext uri="{FF2B5EF4-FFF2-40B4-BE49-F238E27FC236}">
                <a16:creationId xmlns:a16="http://schemas.microsoft.com/office/drawing/2014/main" id="{7169D22C-1C59-8713-9FF7-D010C814C9B5}"/>
              </a:ext>
            </a:extLst>
          </p:cNvPr>
          <p:cNvCxnSpPr/>
          <p:nvPr/>
        </p:nvCxnSpPr>
        <p:spPr>
          <a:xfrm>
            <a:off x="15165236" y="41209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3" name="Straight Connector 972">
            <a:extLst>
              <a:ext uri="{FF2B5EF4-FFF2-40B4-BE49-F238E27FC236}">
                <a16:creationId xmlns:a16="http://schemas.microsoft.com/office/drawing/2014/main" id="{7DE0E082-DA2B-13E1-7E32-DFFADEF3DB72}"/>
              </a:ext>
            </a:extLst>
          </p:cNvPr>
          <p:cNvCxnSpPr>
            <a:cxnSpLocks/>
          </p:cNvCxnSpPr>
          <p:nvPr/>
        </p:nvCxnSpPr>
        <p:spPr>
          <a:xfrm>
            <a:off x="14632706" y="4132572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4" name="Straight Connector 973">
            <a:extLst>
              <a:ext uri="{FF2B5EF4-FFF2-40B4-BE49-F238E27FC236}">
                <a16:creationId xmlns:a16="http://schemas.microsoft.com/office/drawing/2014/main" id="{1AD0AD3A-6A68-695E-A94A-EA2DB1F0B44B}"/>
              </a:ext>
            </a:extLst>
          </p:cNvPr>
          <p:cNvCxnSpPr>
            <a:cxnSpLocks/>
          </p:cNvCxnSpPr>
          <p:nvPr/>
        </p:nvCxnSpPr>
        <p:spPr>
          <a:xfrm>
            <a:off x="14898971" y="379231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5" name="Rectangle 974">
            <a:extLst>
              <a:ext uri="{FF2B5EF4-FFF2-40B4-BE49-F238E27FC236}">
                <a16:creationId xmlns:a16="http://schemas.microsoft.com/office/drawing/2014/main" id="{BE6119B6-C00A-53FA-14F6-3D6AE3E33F52}"/>
              </a:ext>
            </a:extLst>
          </p:cNvPr>
          <p:cNvSpPr/>
          <p:nvPr/>
        </p:nvSpPr>
        <p:spPr>
          <a:xfrm rot="10800000">
            <a:off x="15165236" y="3652164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76" name="Straight Connector 975">
            <a:extLst>
              <a:ext uri="{FF2B5EF4-FFF2-40B4-BE49-F238E27FC236}">
                <a16:creationId xmlns:a16="http://schemas.microsoft.com/office/drawing/2014/main" id="{966F0E98-9F1A-8B18-D19C-D81D0E004101}"/>
              </a:ext>
            </a:extLst>
          </p:cNvPr>
          <p:cNvCxnSpPr>
            <a:cxnSpLocks/>
          </p:cNvCxnSpPr>
          <p:nvPr/>
        </p:nvCxnSpPr>
        <p:spPr>
          <a:xfrm>
            <a:off x="14898971" y="380903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7" name="Straight Connector 976">
            <a:extLst>
              <a:ext uri="{FF2B5EF4-FFF2-40B4-BE49-F238E27FC236}">
                <a16:creationId xmlns:a16="http://schemas.microsoft.com/office/drawing/2014/main" id="{D160064E-32C4-29F3-9EF6-A7165A067DFB}"/>
              </a:ext>
            </a:extLst>
          </p:cNvPr>
          <p:cNvCxnSpPr>
            <a:cxnSpLocks/>
          </p:cNvCxnSpPr>
          <p:nvPr/>
        </p:nvCxnSpPr>
        <p:spPr>
          <a:xfrm>
            <a:off x="15804708" y="380918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8" name="Oval 977">
            <a:extLst>
              <a:ext uri="{FF2B5EF4-FFF2-40B4-BE49-F238E27FC236}">
                <a16:creationId xmlns:a16="http://schemas.microsoft.com/office/drawing/2014/main" id="{AE2043F8-569D-6FC9-CFB3-FD834E9667A0}"/>
              </a:ext>
            </a:extLst>
          </p:cNvPr>
          <p:cNvSpPr/>
          <p:nvPr/>
        </p:nvSpPr>
        <p:spPr>
          <a:xfrm>
            <a:off x="16047696" y="376248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79" name="Straight Connector 978">
            <a:extLst>
              <a:ext uri="{FF2B5EF4-FFF2-40B4-BE49-F238E27FC236}">
                <a16:creationId xmlns:a16="http://schemas.microsoft.com/office/drawing/2014/main" id="{C943A3BF-389B-4027-1E40-C4FBDCB878D9}"/>
              </a:ext>
            </a:extLst>
          </p:cNvPr>
          <p:cNvCxnSpPr>
            <a:cxnSpLocks/>
          </p:cNvCxnSpPr>
          <p:nvPr/>
        </p:nvCxnSpPr>
        <p:spPr>
          <a:xfrm>
            <a:off x="16117520" y="381035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" name="Rectangle 979">
            <a:extLst>
              <a:ext uri="{FF2B5EF4-FFF2-40B4-BE49-F238E27FC236}">
                <a16:creationId xmlns:a16="http://schemas.microsoft.com/office/drawing/2014/main" id="{B58BE0E4-404D-893F-68FE-DE59CB1C8652}"/>
              </a:ext>
            </a:extLst>
          </p:cNvPr>
          <p:cNvSpPr/>
          <p:nvPr/>
        </p:nvSpPr>
        <p:spPr>
          <a:xfrm rot="10800000">
            <a:off x="16383785" y="3635902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81" name="Straight Connector 980">
            <a:extLst>
              <a:ext uri="{FF2B5EF4-FFF2-40B4-BE49-F238E27FC236}">
                <a16:creationId xmlns:a16="http://schemas.microsoft.com/office/drawing/2014/main" id="{F4D352CB-F0FD-1A4F-4785-9205424CCB01}"/>
              </a:ext>
            </a:extLst>
          </p:cNvPr>
          <p:cNvCxnSpPr>
            <a:cxnSpLocks/>
          </p:cNvCxnSpPr>
          <p:nvPr/>
        </p:nvCxnSpPr>
        <p:spPr>
          <a:xfrm>
            <a:off x="17023257" y="379992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2" name="Rectangle 981">
            <a:extLst>
              <a:ext uri="{FF2B5EF4-FFF2-40B4-BE49-F238E27FC236}">
                <a16:creationId xmlns:a16="http://schemas.microsoft.com/office/drawing/2014/main" id="{B911AA53-74F6-BE5B-FCA8-3057FB2AEB1A}"/>
              </a:ext>
            </a:extLst>
          </p:cNvPr>
          <p:cNvSpPr/>
          <p:nvPr/>
        </p:nvSpPr>
        <p:spPr>
          <a:xfrm rot="10800000">
            <a:off x="17282597" y="3643514"/>
            <a:ext cx="639472" cy="312821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83" name="Straight Connector 982">
            <a:extLst>
              <a:ext uri="{FF2B5EF4-FFF2-40B4-BE49-F238E27FC236}">
                <a16:creationId xmlns:a16="http://schemas.microsoft.com/office/drawing/2014/main" id="{E6A41C15-E33A-64B9-1464-F2CE11C27409}"/>
              </a:ext>
            </a:extLst>
          </p:cNvPr>
          <p:cNvCxnSpPr>
            <a:cxnSpLocks/>
          </p:cNvCxnSpPr>
          <p:nvPr/>
        </p:nvCxnSpPr>
        <p:spPr>
          <a:xfrm>
            <a:off x="17918132" y="3799926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4" name="テキスト プレースホルダー 2">
            <a:extLst>
              <a:ext uri="{FF2B5EF4-FFF2-40B4-BE49-F238E27FC236}">
                <a16:creationId xmlns:a16="http://schemas.microsoft.com/office/drawing/2014/main" id="{E3EA610D-1636-3F77-CC97-757FCD5693DA}"/>
              </a:ext>
            </a:extLst>
          </p:cNvPr>
          <p:cNvSpPr txBox="1">
            <a:spLocks/>
          </p:cNvSpPr>
          <p:nvPr/>
        </p:nvSpPr>
        <p:spPr>
          <a:xfrm>
            <a:off x="15273903" y="5593725"/>
            <a:ext cx="1054778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85" name="テキスト プレースホルダー 2">
            <a:extLst>
              <a:ext uri="{FF2B5EF4-FFF2-40B4-BE49-F238E27FC236}">
                <a16:creationId xmlns:a16="http://schemas.microsoft.com/office/drawing/2014/main" id="{AC050DB2-A1D9-C879-54F3-01EC35E7C95F}"/>
              </a:ext>
            </a:extLst>
          </p:cNvPr>
          <p:cNvSpPr txBox="1">
            <a:spLocks/>
          </p:cNvSpPr>
          <p:nvPr/>
        </p:nvSpPr>
        <p:spPr>
          <a:xfrm>
            <a:off x="15165234" y="5017781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986" name="テキスト プレースホルダー 2">
            <a:extLst>
              <a:ext uri="{FF2B5EF4-FFF2-40B4-BE49-F238E27FC236}">
                <a16:creationId xmlns:a16="http://schemas.microsoft.com/office/drawing/2014/main" id="{C0E7D1FA-D2EA-28D0-3C3D-45111692B563}"/>
              </a:ext>
            </a:extLst>
          </p:cNvPr>
          <p:cNvSpPr txBox="1">
            <a:spLocks/>
          </p:cNvSpPr>
          <p:nvPr/>
        </p:nvSpPr>
        <p:spPr>
          <a:xfrm>
            <a:off x="13789284" y="4999780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87" name="テキスト プレースホルダー 2">
            <a:extLst>
              <a:ext uri="{FF2B5EF4-FFF2-40B4-BE49-F238E27FC236}">
                <a16:creationId xmlns:a16="http://schemas.microsoft.com/office/drawing/2014/main" id="{BBCE0185-356F-67F7-353D-EBF4DF33DF16}"/>
              </a:ext>
            </a:extLst>
          </p:cNvPr>
          <p:cNvSpPr txBox="1">
            <a:spLocks/>
          </p:cNvSpPr>
          <p:nvPr/>
        </p:nvSpPr>
        <p:spPr>
          <a:xfrm>
            <a:off x="15014153" y="3114672"/>
            <a:ext cx="964969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88" name="テキスト プレースホルダー 2">
            <a:extLst>
              <a:ext uri="{FF2B5EF4-FFF2-40B4-BE49-F238E27FC236}">
                <a16:creationId xmlns:a16="http://schemas.microsoft.com/office/drawing/2014/main" id="{DD8346D3-216C-F71D-AED3-361F438696AD}"/>
              </a:ext>
            </a:extLst>
          </p:cNvPr>
          <p:cNvSpPr txBox="1">
            <a:spLocks/>
          </p:cNvSpPr>
          <p:nvPr/>
        </p:nvSpPr>
        <p:spPr>
          <a:xfrm>
            <a:off x="16267499" y="3119567"/>
            <a:ext cx="964969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89" name="テキスト プレースホルダー 2">
            <a:extLst>
              <a:ext uri="{FF2B5EF4-FFF2-40B4-BE49-F238E27FC236}">
                <a16:creationId xmlns:a16="http://schemas.microsoft.com/office/drawing/2014/main" id="{242AACFA-8723-0C34-682F-0F444A6DD056}"/>
              </a:ext>
            </a:extLst>
          </p:cNvPr>
          <p:cNvSpPr txBox="1">
            <a:spLocks/>
          </p:cNvSpPr>
          <p:nvPr/>
        </p:nvSpPr>
        <p:spPr>
          <a:xfrm>
            <a:off x="17175287" y="3119567"/>
            <a:ext cx="96497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990" name="Oval 989">
            <a:extLst>
              <a:ext uri="{FF2B5EF4-FFF2-40B4-BE49-F238E27FC236}">
                <a16:creationId xmlns:a16="http://schemas.microsoft.com/office/drawing/2014/main" id="{915278AC-DE6A-D2E0-4B69-7D33646B2984}"/>
              </a:ext>
            </a:extLst>
          </p:cNvPr>
          <p:cNvSpPr/>
          <p:nvPr/>
        </p:nvSpPr>
        <p:spPr>
          <a:xfrm>
            <a:off x="15804708" y="4285814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91" name="Straight Arrow Connector 990">
            <a:extLst>
              <a:ext uri="{FF2B5EF4-FFF2-40B4-BE49-F238E27FC236}">
                <a16:creationId xmlns:a16="http://schemas.microsoft.com/office/drawing/2014/main" id="{28880A40-0EE9-F77A-5C10-9BA8578650FA}"/>
              </a:ext>
            </a:extLst>
          </p:cNvPr>
          <p:cNvCxnSpPr>
            <a:cxnSpLocks/>
          </p:cNvCxnSpPr>
          <p:nvPr/>
        </p:nvCxnSpPr>
        <p:spPr>
          <a:xfrm flipH="1" flipV="1">
            <a:off x="16088921" y="4370154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Straight Connector 991">
            <a:extLst>
              <a:ext uri="{FF2B5EF4-FFF2-40B4-BE49-F238E27FC236}">
                <a16:creationId xmlns:a16="http://schemas.microsoft.com/office/drawing/2014/main" id="{11363A8A-74EF-1145-43B6-A19FA597F453}"/>
              </a:ext>
            </a:extLst>
          </p:cNvPr>
          <p:cNvCxnSpPr>
            <a:cxnSpLocks/>
          </p:cNvCxnSpPr>
          <p:nvPr/>
        </p:nvCxnSpPr>
        <p:spPr>
          <a:xfrm>
            <a:off x="16097813" y="3855432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3" name="Straight Connector 992">
            <a:extLst>
              <a:ext uri="{FF2B5EF4-FFF2-40B4-BE49-F238E27FC236}">
                <a16:creationId xmlns:a16="http://schemas.microsoft.com/office/drawing/2014/main" id="{73D3DCA7-1FC5-D1C4-CF50-8C75CCE4FCB9}"/>
              </a:ext>
            </a:extLst>
          </p:cNvPr>
          <p:cNvCxnSpPr>
            <a:cxnSpLocks/>
          </p:cNvCxnSpPr>
          <p:nvPr/>
        </p:nvCxnSpPr>
        <p:spPr>
          <a:xfrm>
            <a:off x="15989326" y="520188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A3574E87-BA6F-778B-E3A9-D73E20555F12}"/>
              </a:ext>
            </a:extLst>
          </p:cNvPr>
          <p:cNvCxnSpPr/>
          <p:nvPr/>
        </p:nvCxnSpPr>
        <p:spPr>
          <a:xfrm>
            <a:off x="16099180" y="487326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5" name="Straight Connector 994">
            <a:extLst>
              <a:ext uri="{FF2B5EF4-FFF2-40B4-BE49-F238E27FC236}">
                <a16:creationId xmlns:a16="http://schemas.microsoft.com/office/drawing/2014/main" id="{ACC2AF77-B32B-DC70-CA05-46537B33E3C2}"/>
              </a:ext>
            </a:extLst>
          </p:cNvPr>
          <p:cNvCxnSpPr>
            <a:cxnSpLocks/>
          </p:cNvCxnSpPr>
          <p:nvPr/>
        </p:nvCxnSpPr>
        <p:spPr>
          <a:xfrm>
            <a:off x="16047047" y="5239392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" name="Straight Connector 995">
            <a:extLst>
              <a:ext uri="{FF2B5EF4-FFF2-40B4-BE49-F238E27FC236}">
                <a16:creationId xmlns:a16="http://schemas.microsoft.com/office/drawing/2014/main" id="{1FD82F36-6E52-11CD-2007-D56738B3513C}"/>
              </a:ext>
            </a:extLst>
          </p:cNvPr>
          <p:cNvCxnSpPr>
            <a:cxnSpLocks/>
          </p:cNvCxnSpPr>
          <p:nvPr/>
        </p:nvCxnSpPr>
        <p:spPr>
          <a:xfrm>
            <a:off x="16071558" y="527690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3EB2CE76-E5CE-1A39-09BF-3CB65DB80B37}"/>
              </a:ext>
            </a:extLst>
          </p:cNvPr>
          <p:cNvCxnSpPr>
            <a:cxnSpLocks/>
          </p:cNvCxnSpPr>
          <p:nvPr/>
        </p:nvCxnSpPr>
        <p:spPr>
          <a:xfrm>
            <a:off x="18501694" y="1414228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8" name="Rectangle 997">
            <a:extLst>
              <a:ext uri="{FF2B5EF4-FFF2-40B4-BE49-F238E27FC236}">
                <a16:creationId xmlns:a16="http://schemas.microsoft.com/office/drawing/2014/main" id="{5536BCFB-1A8D-4F24-5C92-9865582BE117}"/>
              </a:ext>
            </a:extLst>
          </p:cNvPr>
          <p:cNvSpPr/>
          <p:nvPr/>
        </p:nvSpPr>
        <p:spPr>
          <a:xfrm rot="10800000">
            <a:off x="19101158" y="5931492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99" name="Straight Connector 998">
            <a:extLst>
              <a:ext uri="{FF2B5EF4-FFF2-40B4-BE49-F238E27FC236}">
                <a16:creationId xmlns:a16="http://schemas.microsoft.com/office/drawing/2014/main" id="{825B860E-D20A-CD2F-AE83-BE49DF569486}"/>
              </a:ext>
            </a:extLst>
          </p:cNvPr>
          <p:cNvCxnSpPr>
            <a:cxnSpLocks/>
          </p:cNvCxnSpPr>
          <p:nvPr/>
        </p:nvCxnSpPr>
        <p:spPr>
          <a:xfrm>
            <a:off x="19733705" y="60970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Oval 999">
            <a:extLst>
              <a:ext uri="{FF2B5EF4-FFF2-40B4-BE49-F238E27FC236}">
                <a16:creationId xmlns:a16="http://schemas.microsoft.com/office/drawing/2014/main" id="{BBE05EA0-B23F-25B7-7A8F-8BE11CCFEBC9}"/>
              </a:ext>
            </a:extLst>
          </p:cNvPr>
          <p:cNvSpPr/>
          <p:nvPr/>
        </p:nvSpPr>
        <p:spPr>
          <a:xfrm>
            <a:off x="19976693" y="605031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01" name="Straight Connector 1000">
            <a:extLst>
              <a:ext uri="{FF2B5EF4-FFF2-40B4-BE49-F238E27FC236}">
                <a16:creationId xmlns:a16="http://schemas.microsoft.com/office/drawing/2014/main" id="{38B206EA-FCBC-B9A5-C8B0-3C2F00CFFFA2}"/>
              </a:ext>
            </a:extLst>
          </p:cNvPr>
          <p:cNvCxnSpPr>
            <a:cxnSpLocks/>
          </p:cNvCxnSpPr>
          <p:nvPr/>
        </p:nvCxnSpPr>
        <p:spPr>
          <a:xfrm>
            <a:off x="20046517" y="609817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F428641C-BFCF-7A10-FFF5-8496A5049FB4}"/>
              </a:ext>
            </a:extLst>
          </p:cNvPr>
          <p:cNvSpPr/>
          <p:nvPr/>
        </p:nvSpPr>
        <p:spPr>
          <a:xfrm rot="10800000">
            <a:off x="20312782" y="5926576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03" name="Straight Connector 1002">
            <a:extLst>
              <a:ext uri="{FF2B5EF4-FFF2-40B4-BE49-F238E27FC236}">
                <a16:creationId xmlns:a16="http://schemas.microsoft.com/office/drawing/2014/main" id="{AE351EF2-3A88-8643-23AD-6BE840DE69C0}"/>
              </a:ext>
            </a:extLst>
          </p:cNvPr>
          <p:cNvCxnSpPr>
            <a:cxnSpLocks/>
          </p:cNvCxnSpPr>
          <p:nvPr/>
        </p:nvCxnSpPr>
        <p:spPr>
          <a:xfrm>
            <a:off x="20952254" y="609655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7FE31C4B-2B58-A759-44CE-FBB40BDBFCCD}"/>
              </a:ext>
            </a:extLst>
          </p:cNvPr>
          <p:cNvSpPr/>
          <p:nvPr/>
        </p:nvSpPr>
        <p:spPr>
          <a:xfrm rot="5400000">
            <a:off x="19705017" y="5187228"/>
            <a:ext cx="639472" cy="312821"/>
          </a:xfrm>
          <a:prstGeom prst="rect">
            <a:avLst/>
          </a:prstGeom>
          <a:solidFill>
            <a:srgbClr val="00B0F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05" name="Straight Connector 1004">
            <a:extLst>
              <a:ext uri="{FF2B5EF4-FFF2-40B4-BE49-F238E27FC236}">
                <a16:creationId xmlns:a16="http://schemas.microsoft.com/office/drawing/2014/main" id="{CB824A18-7A49-43D2-C151-7A54B68AE6FB}"/>
              </a:ext>
            </a:extLst>
          </p:cNvPr>
          <p:cNvCxnSpPr>
            <a:cxnSpLocks/>
          </p:cNvCxnSpPr>
          <p:nvPr/>
        </p:nvCxnSpPr>
        <p:spPr>
          <a:xfrm>
            <a:off x="18493584" y="4411354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6" name="テキスト プレースホルダー 2">
            <a:extLst>
              <a:ext uri="{FF2B5EF4-FFF2-40B4-BE49-F238E27FC236}">
                <a16:creationId xmlns:a16="http://schemas.microsoft.com/office/drawing/2014/main" id="{0DA79E16-41E6-249A-AAEE-E498E4BB0AB0}"/>
              </a:ext>
            </a:extLst>
          </p:cNvPr>
          <p:cNvSpPr txBox="1">
            <a:spLocks/>
          </p:cNvSpPr>
          <p:nvPr/>
        </p:nvSpPr>
        <p:spPr>
          <a:xfrm>
            <a:off x="19022658" y="5407544"/>
            <a:ext cx="1079525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1007" name="テキスト プレースホルダー 2">
            <a:extLst>
              <a:ext uri="{FF2B5EF4-FFF2-40B4-BE49-F238E27FC236}">
                <a16:creationId xmlns:a16="http://schemas.microsoft.com/office/drawing/2014/main" id="{20561D20-F376-A933-9827-422CCD74B8CB}"/>
              </a:ext>
            </a:extLst>
          </p:cNvPr>
          <p:cNvSpPr txBox="1">
            <a:spLocks/>
          </p:cNvSpPr>
          <p:nvPr/>
        </p:nvSpPr>
        <p:spPr>
          <a:xfrm>
            <a:off x="20219983" y="5388592"/>
            <a:ext cx="1079525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1008" name="Oval 1007">
            <a:extLst>
              <a:ext uri="{FF2B5EF4-FFF2-40B4-BE49-F238E27FC236}">
                <a16:creationId xmlns:a16="http://schemas.microsoft.com/office/drawing/2014/main" id="{9D9AE8F6-0682-B331-E9FA-AE4217752E1B}"/>
              </a:ext>
            </a:extLst>
          </p:cNvPr>
          <p:cNvSpPr/>
          <p:nvPr/>
        </p:nvSpPr>
        <p:spPr>
          <a:xfrm>
            <a:off x="19733705" y="6573220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E6C82C19-1207-D2A2-891D-219F937885DB}"/>
              </a:ext>
            </a:extLst>
          </p:cNvPr>
          <p:cNvCxnSpPr>
            <a:cxnSpLocks/>
          </p:cNvCxnSpPr>
          <p:nvPr/>
        </p:nvCxnSpPr>
        <p:spPr>
          <a:xfrm flipH="1" flipV="1">
            <a:off x="20017918" y="6657560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Straight Connector 1009">
            <a:extLst>
              <a:ext uri="{FF2B5EF4-FFF2-40B4-BE49-F238E27FC236}">
                <a16:creationId xmlns:a16="http://schemas.microsoft.com/office/drawing/2014/main" id="{79B82206-7AEA-B300-B6DA-3F1D4BBA4830}"/>
              </a:ext>
            </a:extLst>
          </p:cNvPr>
          <p:cNvCxnSpPr>
            <a:cxnSpLocks/>
          </p:cNvCxnSpPr>
          <p:nvPr/>
        </p:nvCxnSpPr>
        <p:spPr>
          <a:xfrm>
            <a:off x="20026810" y="614283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1" name="Straight Connector 1010">
            <a:extLst>
              <a:ext uri="{FF2B5EF4-FFF2-40B4-BE49-F238E27FC236}">
                <a16:creationId xmlns:a16="http://schemas.microsoft.com/office/drawing/2014/main" id="{F4BCE4B2-7503-41EC-1AD1-4BD11F6241DA}"/>
              </a:ext>
            </a:extLst>
          </p:cNvPr>
          <p:cNvCxnSpPr>
            <a:cxnSpLocks/>
          </p:cNvCxnSpPr>
          <p:nvPr/>
        </p:nvCxnSpPr>
        <p:spPr>
          <a:xfrm>
            <a:off x="19908064" y="7489290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2" name="Straight Connector 1011">
            <a:extLst>
              <a:ext uri="{FF2B5EF4-FFF2-40B4-BE49-F238E27FC236}">
                <a16:creationId xmlns:a16="http://schemas.microsoft.com/office/drawing/2014/main" id="{2FFCF083-38A0-CE4F-C579-D679413B6AD8}"/>
              </a:ext>
            </a:extLst>
          </p:cNvPr>
          <p:cNvCxnSpPr/>
          <p:nvPr/>
        </p:nvCxnSpPr>
        <p:spPr>
          <a:xfrm>
            <a:off x="20017918" y="716067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3" name="Straight Connector 1012">
            <a:extLst>
              <a:ext uri="{FF2B5EF4-FFF2-40B4-BE49-F238E27FC236}">
                <a16:creationId xmlns:a16="http://schemas.microsoft.com/office/drawing/2014/main" id="{99119D84-F8D7-22C3-797D-8EAB96E52414}"/>
              </a:ext>
            </a:extLst>
          </p:cNvPr>
          <p:cNvCxnSpPr>
            <a:cxnSpLocks/>
          </p:cNvCxnSpPr>
          <p:nvPr/>
        </p:nvCxnSpPr>
        <p:spPr>
          <a:xfrm>
            <a:off x="19965785" y="752679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F02A2D81-A2C9-B662-B364-4BC76B14DE24}"/>
              </a:ext>
            </a:extLst>
          </p:cNvPr>
          <p:cNvCxnSpPr>
            <a:cxnSpLocks/>
          </p:cNvCxnSpPr>
          <p:nvPr/>
        </p:nvCxnSpPr>
        <p:spPr>
          <a:xfrm>
            <a:off x="19990296" y="7564306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5" name="テキスト プレースホルダー 2">
            <a:extLst>
              <a:ext uri="{FF2B5EF4-FFF2-40B4-BE49-F238E27FC236}">
                <a16:creationId xmlns:a16="http://schemas.microsoft.com/office/drawing/2014/main" id="{6141EE58-5BC3-580F-596D-E28D630DC293}"/>
              </a:ext>
            </a:extLst>
          </p:cNvPr>
          <p:cNvSpPr txBox="1">
            <a:spLocks/>
          </p:cNvSpPr>
          <p:nvPr/>
        </p:nvSpPr>
        <p:spPr>
          <a:xfrm>
            <a:off x="20141004" y="4930978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5E7231BB-C148-377E-BAAB-F3D6DD3A75BE}"/>
              </a:ext>
            </a:extLst>
          </p:cNvPr>
          <p:cNvSpPr/>
          <p:nvPr/>
        </p:nvSpPr>
        <p:spPr>
          <a:xfrm rot="10800000">
            <a:off x="19131506" y="4259506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17" name="Straight Connector 1016">
            <a:extLst>
              <a:ext uri="{FF2B5EF4-FFF2-40B4-BE49-F238E27FC236}">
                <a16:creationId xmlns:a16="http://schemas.microsoft.com/office/drawing/2014/main" id="{AC024EEA-AC58-4868-FCF5-3790553EF7AE}"/>
              </a:ext>
            </a:extLst>
          </p:cNvPr>
          <p:cNvCxnSpPr>
            <a:cxnSpLocks/>
          </p:cNvCxnSpPr>
          <p:nvPr/>
        </p:nvCxnSpPr>
        <p:spPr>
          <a:xfrm>
            <a:off x="19764053" y="4425027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8" name="Oval 1017">
            <a:extLst>
              <a:ext uri="{FF2B5EF4-FFF2-40B4-BE49-F238E27FC236}">
                <a16:creationId xmlns:a16="http://schemas.microsoft.com/office/drawing/2014/main" id="{0B2C1385-55AE-8FFF-DC46-D6D9A4C06D69}"/>
              </a:ext>
            </a:extLst>
          </p:cNvPr>
          <p:cNvSpPr/>
          <p:nvPr/>
        </p:nvSpPr>
        <p:spPr>
          <a:xfrm>
            <a:off x="19981641" y="4378324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19" name="Straight Connector 1018">
            <a:extLst>
              <a:ext uri="{FF2B5EF4-FFF2-40B4-BE49-F238E27FC236}">
                <a16:creationId xmlns:a16="http://schemas.microsoft.com/office/drawing/2014/main" id="{2E24BF47-0E9F-8905-E185-ADDF7AE8EC3B}"/>
              </a:ext>
            </a:extLst>
          </p:cNvPr>
          <p:cNvCxnSpPr>
            <a:cxnSpLocks/>
          </p:cNvCxnSpPr>
          <p:nvPr/>
        </p:nvCxnSpPr>
        <p:spPr>
          <a:xfrm>
            <a:off x="20076865" y="442619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0" name="Rectangle 1019">
            <a:extLst>
              <a:ext uri="{FF2B5EF4-FFF2-40B4-BE49-F238E27FC236}">
                <a16:creationId xmlns:a16="http://schemas.microsoft.com/office/drawing/2014/main" id="{DB7C5FB9-2D8F-AB34-29EA-DAD9C3909BD0}"/>
              </a:ext>
            </a:extLst>
          </p:cNvPr>
          <p:cNvSpPr/>
          <p:nvPr/>
        </p:nvSpPr>
        <p:spPr>
          <a:xfrm rot="10800000">
            <a:off x="20343130" y="4254590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21" name="テキスト プレースホルダー 2">
            <a:extLst>
              <a:ext uri="{FF2B5EF4-FFF2-40B4-BE49-F238E27FC236}">
                <a16:creationId xmlns:a16="http://schemas.microsoft.com/office/drawing/2014/main" id="{661BDCE6-8C85-10CE-5022-C55F9A293019}"/>
              </a:ext>
            </a:extLst>
          </p:cNvPr>
          <p:cNvSpPr txBox="1">
            <a:spLocks/>
          </p:cNvSpPr>
          <p:nvPr/>
        </p:nvSpPr>
        <p:spPr>
          <a:xfrm>
            <a:off x="18994951" y="3735558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1022" name="テキスト プレースホルダー 2">
            <a:extLst>
              <a:ext uri="{FF2B5EF4-FFF2-40B4-BE49-F238E27FC236}">
                <a16:creationId xmlns:a16="http://schemas.microsoft.com/office/drawing/2014/main" id="{222AE91B-6E98-F158-1B27-8659E51E0FB0}"/>
              </a:ext>
            </a:extLst>
          </p:cNvPr>
          <p:cNvSpPr txBox="1">
            <a:spLocks/>
          </p:cNvSpPr>
          <p:nvPr/>
        </p:nvSpPr>
        <p:spPr>
          <a:xfrm>
            <a:off x="20250332" y="3716606"/>
            <a:ext cx="923686" cy="5487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sp>
        <p:nvSpPr>
          <p:cNvPr id="1023" name="Oval 1022">
            <a:extLst>
              <a:ext uri="{FF2B5EF4-FFF2-40B4-BE49-F238E27FC236}">
                <a16:creationId xmlns:a16="http://schemas.microsoft.com/office/drawing/2014/main" id="{192A0265-00F6-7E90-0869-C1159FED7480}"/>
              </a:ext>
            </a:extLst>
          </p:cNvPr>
          <p:cNvSpPr/>
          <p:nvPr/>
        </p:nvSpPr>
        <p:spPr>
          <a:xfrm>
            <a:off x="19139057" y="4755353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CB092369-AD67-318F-AC5F-566982C497D4}"/>
              </a:ext>
            </a:extLst>
          </p:cNvPr>
          <p:cNvCxnSpPr>
            <a:cxnSpLocks/>
          </p:cNvCxnSpPr>
          <p:nvPr/>
        </p:nvCxnSpPr>
        <p:spPr>
          <a:xfrm flipV="1">
            <a:off x="19297550" y="4883084"/>
            <a:ext cx="248168" cy="31476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3D02C883-1FCF-6155-9EF9-6EDF23B26343}"/>
              </a:ext>
            </a:extLst>
          </p:cNvPr>
          <p:cNvCxnSpPr>
            <a:cxnSpLocks/>
            <a:stCxn id="1018" idx="7"/>
            <a:endCxn id="1023" idx="7"/>
          </p:cNvCxnSpPr>
          <p:nvPr/>
        </p:nvCxnSpPr>
        <p:spPr>
          <a:xfrm flipH="1">
            <a:off x="19633329" y="4391958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テキスト プレースホルダー 2">
            <a:extLst>
              <a:ext uri="{FF2B5EF4-FFF2-40B4-BE49-F238E27FC236}">
                <a16:creationId xmlns:a16="http://schemas.microsoft.com/office/drawing/2014/main" id="{D5A6EEDF-8B9A-EA62-9892-6CBAF30D0C7E}"/>
              </a:ext>
            </a:extLst>
          </p:cNvPr>
          <p:cNvSpPr txBox="1">
            <a:spLocks/>
          </p:cNvSpPr>
          <p:nvPr/>
        </p:nvSpPr>
        <p:spPr>
          <a:xfrm>
            <a:off x="18785095" y="6541579"/>
            <a:ext cx="97972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1027" name="テキスト プレースホルダー 2">
            <a:extLst>
              <a:ext uri="{FF2B5EF4-FFF2-40B4-BE49-F238E27FC236}">
                <a16:creationId xmlns:a16="http://schemas.microsoft.com/office/drawing/2014/main" id="{F2BE0D75-FE52-49C6-D35A-9B62A02E9FFD}"/>
              </a:ext>
            </a:extLst>
          </p:cNvPr>
          <p:cNvSpPr txBox="1">
            <a:spLocks/>
          </p:cNvSpPr>
          <p:nvPr/>
        </p:nvSpPr>
        <p:spPr>
          <a:xfrm>
            <a:off x="18456147" y="434708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5185CBF9-1C11-E1A8-EDA4-78FF8A4EC25C}"/>
              </a:ext>
            </a:extLst>
          </p:cNvPr>
          <p:cNvCxnSpPr>
            <a:cxnSpLocks/>
          </p:cNvCxnSpPr>
          <p:nvPr/>
        </p:nvCxnSpPr>
        <p:spPr>
          <a:xfrm>
            <a:off x="18518780" y="6096162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9285D54D-0FE4-0500-7D9A-9C69E305F7A6}"/>
              </a:ext>
            </a:extLst>
          </p:cNvPr>
          <p:cNvGrpSpPr/>
          <p:nvPr/>
        </p:nvGrpSpPr>
        <p:grpSpPr>
          <a:xfrm rot="5400000">
            <a:off x="18938008" y="5089914"/>
            <a:ext cx="225168" cy="403636"/>
            <a:chOff x="5124498" y="3780453"/>
            <a:chExt cx="225168" cy="403636"/>
          </a:xfrm>
        </p:grpSpPr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72C11F99-D6E2-66A6-1138-CD0AD16AF7EC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D0D51B5A-20A3-A417-831D-FA0454A6A145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05A4C346-7BA6-5B2F-66C6-BA83F7852F31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58311304-1573-BF56-846D-5640FB7AFA5B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1525AF1A-E48D-A82D-8E8A-D1939AA760B3}"/>
              </a:ext>
            </a:extLst>
          </p:cNvPr>
          <p:cNvCxnSpPr>
            <a:cxnSpLocks/>
          </p:cNvCxnSpPr>
          <p:nvPr/>
        </p:nvCxnSpPr>
        <p:spPr>
          <a:xfrm>
            <a:off x="20028217" y="5675687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72FA1591-EE50-9CB6-17F2-55B88A7F5930}"/>
              </a:ext>
            </a:extLst>
          </p:cNvPr>
          <p:cNvCxnSpPr>
            <a:cxnSpLocks/>
          </p:cNvCxnSpPr>
          <p:nvPr/>
        </p:nvCxnSpPr>
        <p:spPr>
          <a:xfrm>
            <a:off x="20012442" y="4370528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2CECC005-8F96-9F4C-81BF-FF15F5496BB9}"/>
              </a:ext>
            </a:extLst>
          </p:cNvPr>
          <p:cNvGrpSpPr/>
          <p:nvPr/>
        </p:nvGrpSpPr>
        <p:grpSpPr>
          <a:xfrm rot="16200000">
            <a:off x="19620820" y="3576859"/>
            <a:ext cx="794196" cy="182451"/>
            <a:chOff x="5478663" y="1384702"/>
            <a:chExt cx="794196" cy="182451"/>
          </a:xfrm>
        </p:grpSpPr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33164337-6EF8-3BF8-A119-ECA001E6F7A7}"/>
                </a:ext>
              </a:extLst>
            </p:cNvPr>
            <p:cNvSpPr/>
            <p:nvPr/>
          </p:nvSpPr>
          <p:spPr>
            <a:xfrm>
              <a:off x="5478663" y="1386849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726945BF-A823-0921-4B2B-4CD9FD6D33CF}"/>
                </a:ext>
              </a:extLst>
            </p:cNvPr>
            <p:cNvSpPr/>
            <p:nvPr/>
          </p:nvSpPr>
          <p:spPr>
            <a:xfrm>
              <a:off x="5785609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C9CFEBFE-B470-5FC3-6A47-D7EA2AC3AF73}"/>
                </a:ext>
              </a:extLst>
            </p:cNvPr>
            <p:cNvSpPr/>
            <p:nvPr/>
          </p:nvSpPr>
          <p:spPr>
            <a:xfrm>
              <a:off x="6092555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61550ADB-C1EC-CDCC-F1FB-7B5FC1B89940}"/>
              </a:ext>
            </a:extLst>
          </p:cNvPr>
          <p:cNvSpPr/>
          <p:nvPr/>
        </p:nvSpPr>
        <p:spPr>
          <a:xfrm rot="10800000" flipV="1">
            <a:off x="19125343" y="1246993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2BB94BC6-FAF0-C10C-932F-BF418751C12E}"/>
              </a:ext>
            </a:extLst>
          </p:cNvPr>
          <p:cNvCxnSpPr>
            <a:cxnSpLocks/>
          </p:cNvCxnSpPr>
          <p:nvPr/>
        </p:nvCxnSpPr>
        <p:spPr>
          <a:xfrm flipV="1">
            <a:off x="19757890" y="139429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Oval 1041">
            <a:extLst>
              <a:ext uri="{FF2B5EF4-FFF2-40B4-BE49-F238E27FC236}">
                <a16:creationId xmlns:a16="http://schemas.microsoft.com/office/drawing/2014/main" id="{01F3C94E-9513-EF6D-132F-F6A03068B8FA}"/>
              </a:ext>
            </a:extLst>
          </p:cNvPr>
          <p:cNvSpPr/>
          <p:nvPr/>
        </p:nvSpPr>
        <p:spPr>
          <a:xfrm flipV="1">
            <a:off x="20000878" y="1347897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DE937CAA-104D-D0FF-9F70-029E7546F5CE}"/>
              </a:ext>
            </a:extLst>
          </p:cNvPr>
          <p:cNvCxnSpPr>
            <a:cxnSpLocks/>
          </p:cNvCxnSpPr>
          <p:nvPr/>
        </p:nvCxnSpPr>
        <p:spPr>
          <a:xfrm flipV="1">
            <a:off x="20070702" y="139313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ECBA3532-795E-7F69-5FE6-EC745F3232CE}"/>
              </a:ext>
            </a:extLst>
          </p:cNvPr>
          <p:cNvSpPr/>
          <p:nvPr/>
        </p:nvSpPr>
        <p:spPr>
          <a:xfrm rot="10800000" flipV="1">
            <a:off x="20336967" y="1251909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CD759BAC-0915-93DD-33FE-A97DEE25EC68}"/>
              </a:ext>
            </a:extLst>
          </p:cNvPr>
          <p:cNvCxnSpPr>
            <a:cxnSpLocks/>
          </p:cNvCxnSpPr>
          <p:nvPr/>
        </p:nvCxnSpPr>
        <p:spPr>
          <a:xfrm flipV="1">
            <a:off x="20976439" y="139475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11CBAD7-C850-F1E7-6800-2C2F8F5A2264}"/>
              </a:ext>
            </a:extLst>
          </p:cNvPr>
          <p:cNvSpPr/>
          <p:nvPr/>
        </p:nvSpPr>
        <p:spPr>
          <a:xfrm rot="16200000" flipV="1">
            <a:off x="19729202" y="1991257"/>
            <a:ext cx="639472" cy="312821"/>
          </a:xfrm>
          <a:prstGeom prst="rect">
            <a:avLst/>
          </a:prstGeom>
          <a:solidFill>
            <a:srgbClr val="00B0F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8914E86E-24CA-9D1D-A7BF-3AA321D3076D}"/>
              </a:ext>
            </a:extLst>
          </p:cNvPr>
          <p:cNvCxnSpPr>
            <a:cxnSpLocks/>
          </p:cNvCxnSpPr>
          <p:nvPr/>
        </p:nvCxnSpPr>
        <p:spPr>
          <a:xfrm flipV="1">
            <a:off x="18517769" y="3079952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テキスト プレースホルダー 2">
            <a:extLst>
              <a:ext uri="{FF2B5EF4-FFF2-40B4-BE49-F238E27FC236}">
                <a16:creationId xmlns:a16="http://schemas.microsoft.com/office/drawing/2014/main" id="{2974C0F2-BDC4-3F04-B830-4CD1FB898102}"/>
              </a:ext>
            </a:extLst>
          </p:cNvPr>
          <p:cNvSpPr txBox="1">
            <a:spLocks/>
          </p:cNvSpPr>
          <p:nvPr/>
        </p:nvSpPr>
        <p:spPr>
          <a:xfrm>
            <a:off x="19046844" y="153502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49" name="テキスト プレースホルダー 2">
            <a:extLst>
              <a:ext uri="{FF2B5EF4-FFF2-40B4-BE49-F238E27FC236}">
                <a16:creationId xmlns:a16="http://schemas.microsoft.com/office/drawing/2014/main" id="{860C4E15-707F-1967-0322-18BB63AB92D2}"/>
              </a:ext>
            </a:extLst>
          </p:cNvPr>
          <p:cNvSpPr txBox="1">
            <a:spLocks/>
          </p:cNvSpPr>
          <p:nvPr/>
        </p:nvSpPr>
        <p:spPr>
          <a:xfrm>
            <a:off x="20244169" y="1553973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50" name="Oval 1049">
            <a:extLst>
              <a:ext uri="{FF2B5EF4-FFF2-40B4-BE49-F238E27FC236}">
                <a16:creationId xmlns:a16="http://schemas.microsoft.com/office/drawing/2014/main" id="{4BC5C214-63FF-DBBE-2B90-86F9A2CC214D}"/>
              </a:ext>
            </a:extLst>
          </p:cNvPr>
          <p:cNvSpPr/>
          <p:nvPr/>
        </p:nvSpPr>
        <p:spPr>
          <a:xfrm flipV="1">
            <a:off x="19757890" y="339010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4D991644-EF9C-BC77-8324-9DEAB3416F7C}"/>
              </a:ext>
            </a:extLst>
          </p:cNvPr>
          <p:cNvCxnSpPr>
            <a:cxnSpLocks/>
          </p:cNvCxnSpPr>
          <p:nvPr/>
        </p:nvCxnSpPr>
        <p:spPr>
          <a:xfrm flipH="1">
            <a:off x="20042103" y="423350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305603D5-50BB-CF5A-4842-1FA407D7DFBA}"/>
              </a:ext>
            </a:extLst>
          </p:cNvPr>
          <p:cNvCxnSpPr>
            <a:cxnSpLocks/>
          </p:cNvCxnSpPr>
          <p:nvPr/>
        </p:nvCxnSpPr>
        <p:spPr>
          <a:xfrm flipV="1">
            <a:off x="20050995" y="918657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1C75A6AD-321C-6E1E-8A4C-F49C30D53B1B}"/>
              </a:ext>
            </a:extLst>
          </p:cNvPr>
          <p:cNvCxnSpPr>
            <a:cxnSpLocks/>
          </p:cNvCxnSpPr>
          <p:nvPr/>
        </p:nvCxnSpPr>
        <p:spPr>
          <a:xfrm flipV="1">
            <a:off x="19932249" y="201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60D2EAAC-7445-033E-EF05-C01C82C262D5}"/>
              </a:ext>
            </a:extLst>
          </p:cNvPr>
          <p:cNvCxnSpPr/>
          <p:nvPr/>
        </p:nvCxnSpPr>
        <p:spPr>
          <a:xfrm flipV="1">
            <a:off x="20042103" y="201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813783D4-E3C5-19ED-67DF-2E3B5AF32EC4}"/>
              </a:ext>
            </a:extLst>
          </p:cNvPr>
          <p:cNvCxnSpPr>
            <a:cxnSpLocks/>
          </p:cNvCxnSpPr>
          <p:nvPr/>
        </p:nvCxnSpPr>
        <p:spPr>
          <a:xfrm flipV="1">
            <a:off x="19989970" y="-35492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33B8A5B0-D2C3-FA06-6E40-0DB2B8E22FC8}"/>
              </a:ext>
            </a:extLst>
          </p:cNvPr>
          <p:cNvCxnSpPr>
            <a:cxnSpLocks/>
          </p:cNvCxnSpPr>
          <p:nvPr/>
        </p:nvCxnSpPr>
        <p:spPr>
          <a:xfrm flipV="1">
            <a:off x="20014481" y="-7300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7" name="テキスト プレースホルダー 2">
            <a:extLst>
              <a:ext uri="{FF2B5EF4-FFF2-40B4-BE49-F238E27FC236}">
                <a16:creationId xmlns:a16="http://schemas.microsoft.com/office/drawing/2014/main" id="{BB26CEC6-42B1-2AF6-CE65-3590313293C6}"/>
              </a:ext>
            </a:extLst>
          </p:cNvPr>
          <p:cNvSpPr txBox="1">
            <a:spLocks/>
          </p:cNvSpPr>
          <p:nvPr/>
        </p:nvSpPr>
        <p:spPr>
          <a:xfrm>
            <a:off x="20165189" y="201158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0E8592E5-0E17-F4C8-88C3-38E502E0C8A3}"/>
              </a:ext>
            </a:extLst>
          </p:cNvPr>
          <p:cNvSpPr/>
          <p:nvPr/>
        </p:nvSpPr>
        <p:spPr>
          <a:xfrm rot="10800000" flipV="1">
            <a:off x="19155691" y="2918979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46511CF5-3970-8454-CC86-2AEC294CE5CC}"/>
              </a:ext>
            </a:extLst>
          </p:cNvPr>
          <p:cNvCxnSpPr>
            <a:cxnSpLocks/>
          </p:cNvCxnSpPr>
          <p:nvPr/>
        </p:nvCxnSpPr>
        <p:spPr>
          <a:xfrm flipV="1">
            <a:off x="19788238" y="306627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Oval 1059">
            <a:extLst>
              <a:ext uri="{FF2B5EF4-FFF2-40B4-BE49-F238E27FC236}">
                <a16:creationId xmlns:a16="http://schemas.microsoft.com/office/drawing/2014/main" id="{06F6CA98-150E-C760-93DE-143260E61428}"/>
              </a:ext>
            </a:extLst>
          </p:cNvPr>
          <p:cNvSpPr/>
          <p:nvPr/>
        </p:nvSpPr>
        <p:spPr>
          <a:xfrm flipV="1">
            <a:off x="20005826" y="301988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DF54C6F3-E59D-20F6-A586-B899815C65B2}"/>
              </a:ext>
            </a:extLst>
          </p:cNvPr>
          <p:cNvCxnSpPr>
            <a:cxnSpLocks/>
          </p:cNvCxnSpPr>
          <p:nvPr/>
        </p:nvCxnSpPr>
        <p:spPr>
          <a:xfrm flipV="1">
            <a:off x="20101050" y="306511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8906DB28-216A-C92F-2CEE-BAF34221072A}"/>
              </a:ext>
            </a:extLst>
          </p:cNvPr>
          <p:cNvSpPr/>
          <p:nvPr/>
        </p:nvSpPr>
        <p:spPr>
          <a:xfrm rot="10800000" flipV="1">
            <a:off x="20367315" y="2923895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63" name="テキスト プレースホルダー 2">
            <a:extLst>
              <a:ext uri="{FF2B5EF4-FFF2-40B4-BE49-F238E27FC236}">
                <a16:creationId xmlns:a16="http://schemas.microsoft.com/office/drawing/2014/main" id="{9005034C-ADA1-E54C-3A6E-6EC324436C24}"/>
              </a:ext>
            </a:extLst>
          </p:cNvPr>
          <p:cNvSpPr txBox="1">
            <a:spLocks/>
          </p:cNvSpPr>
          <p:nvPr/>
        </p:nvSpPr>
        <p:spPr>
          <a:xfrm>
            <a:off x="19019136" y="3207007"/>
            <a:ext cx="1063812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64" name="テキスト プレースホルダー 2">
            <a:extLst>
              <a:ext uri="{FF2B5EF4-FFF2-40B4-BE49-F238E27FC236}">
                <a16:creationId xmlns:a16="http://schemas.microsoft.com/office/drawing/2014/main" id="{4EE4D0C4-5030-FB26-B9CA-3FC7C87CA6D6}"/>
              </a:ext>
            </a:extLst>
          </p:cNvPr>
          <p:cNvSpPr txBox="1">
            <a:spLocks/>
          </p:cNvSpPr>
          <p:nvPr/>
        </p:nvSpPr>
        <p:spPr>
          <a:xfrm>
            <a:off x="20274516" y="3225959"/>
            <a:ext cx="1202195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A63F1CD0-29B9-0EAE-9882-70B0A46BEC41}"/>
              </a:ext>
            </a:extLst>
          </p:cNvPr>
          <p:cNvSpPr/>
          <p:nvPr/>
        </p:nvSpPr>
        <p:spPr>
          <a:xfrm flipV="1">
            <a:off x="19163242" y="2156877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66" name="Straight Arrow Connector 1065">
            <a:extLst>
              <a:ext uri="{FF2B5EF4-FFF2-40B4-BE49-F238E27FC236}">
                <a16:creationId xmlns:a16="http://schemas.microsoft.com/office/drawing/2014/main" id="{64F9D2AE-582F-29D0-E69F-55168B6AFC4D}"/>
              </a:ext>
            </a:extLst>
          </p:cNvPr>
          <p:cNvCxnSpPr>
            <a:cxnSpLocks/>
          </p:cNvCxnSpPr>
          <p:nvPr/>
        </p:nvCxnSpPr>
        <p:spPr>
          <a:xfrm>
            <a:off x="19321735" y="2293455"/>
            <a:ext cx="248168" cy="314767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146409DE-A338-4B01-2B8F-011835626E44}"/>
              </a:ext>
            </a:extLst>
          </p:cNvPr>
          <p:cNvCxnSpPr>
            <a:cxnSpLocks/>
            <a:stCxn id="1060" idx="7"/>
            <a:endCxn id="1065" idx="7"/>
          </p:cNvCxnSpPr>
          <p:nvPr/>
        </p:nvCxnSpPr>
        <p:spPr>
          <a:xfrm flipH="1" flipV="1">
            <a:off x="19657514" y="2651149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8" name="テキスト プレースホルダー 2">
            <a:extLst>
              <a:ext uri="{FF2B5EF4-FFF2-40B4-BE49-F238E27FC236}">
                <a16:creationId xmlns:a16="http://schemas.microsoft.com/office/drawing/2014/main" id="{7FDEB5C7-C492-D77F-762F-4A528FB638D0}"/>
              </a:ext>
            </a:extLst>
          </p:cNvPr>
          <p:cNvSpPr txBox="1">
            <a:spLocks/>
          </p:cNvSpPr>
          <p:nvPr/>
        </p:nvSpPr>
        <p:spPr>
          <a:xfrm>
            <a:off x="18809280" y="400986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69" name="テキスト プレースホルダー 2">
            <a:extLst>
              <a:ext uri="{FF2B5EF4-FFF2-40B4-BE49-F238E27FC236}">
                <a16:creationId xmlns:a16="http://schemas.microsoft.com/office/drawing/2014/main" id="{639B569D-F302-6234-33AF-D648BF9422DD}"/>
              </a:ext>
            </a:extLst>
          </p:cNvPr>
          <p:cNvSpPr txBox="1">
            <a:spLocks/>
          </p:cNvSpPr>
          <p:nvPr/>
        </p:nvSpPr>
        <p:spPr>
          <a:xfrm>
            <a:off x="18467079" y="2356944"/>
            <a:ext cx="1078637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AEC8261E-AF36-99C4-CAB2-9A0514743C0C}"/>
              </a:ext>
            </a:extLst>
          </p:cNvPr>
          <p:cNvCxnSpPr>
            <a:cxnSpLocks/>
          </p:cNvCxnSpPr>
          <p:nvPr/>
        </p:nvCxnSpPr>
        <p:spPr>
          <a:xfrm>
            <a:off x="18493584" y="1395144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0EC4A604-2AD9-C356-903A-F409294F506C}"/>
              </a:ext>
            </a:extLst>
          </p:cNvPr>
          <p:cNvGrpSpPr/>
          <p:nvPr/>
        </p:nvGrpSpPr>
        <p:grpSpPr>
          <a:xfrm rot="16200000" flipV="1">
            <a:off x="18962193" y="1997756"/>
            <a:ext cx="225168" cy="403636"/>
            <a:chOff x="5124498" y="3780453"/>
            <a:chExt cx="225168" cy="403636"/>
          </a:xfrm>
        </p:grpSpPr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FC3A1C62-AC06-8019-6EB9-161C6796DD8D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8329B105-C332-A68C-A3CE-26BF7112B875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CA2A192B-0A08-BE61-A951-7152225D3CFB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3E18B0DA-B2AF-5E8E-7F5E-D9785D694350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D5B9AA77-8BD3-D49A-BC0A-A5795E90844F}"/>
              </a:ext>
            </a:extLst>
          </p:cNvPr>
          <p:cNvCxnSpPr>
            <a:cxnSpLocks/>
          </p:cNvCxnSpPr>
          <p:nvPr/>
        </p:nvCxnSpPr>
        <p:spPr>
          <a:xfrm flipV="1">
            <a:off x="20052402" y="138580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2E3DAA07-B0D3-0216-FF15-A0370628CEF9}"/>
              </a:ext>
            </a:extLst>
          </p:cNvPr>
          <p:cNvCxnSpPr>
            <a:cxnSpLocks/>
          </p:cNvCxnSpPr>
          <p:nvPr/>
        </p:nvCxnSpPr>
        <p:spPr>
          <a:xfrm flipV="1">
            <a:off x="20036627" y="2465753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581E6683-57E4-5892-3B19-3EA869138ECA}"/>
              </a:ext>
            </a:extLst>
          </p:cNvPr>
          <p:cNvSpPr/>
          <p:nvPr/>
        </p:nvSpPr>
        <p:spPr>
          <a:xfrm rot="16200000" flipH="1">
            <a:off x="25183878" y="4537863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CB97817A-770E-845B-F663-8FCF528294FB}"/>
              </a:ext>
            </a:extLst>
          </p:cNvPr>
          <p:cNvSpPr/>
          <p:nvPr/>
        </p:nvSpPr>
        <p:spPr>
          <a:xfrm rot="16200000" flipH="1">
            <a:off x="24645888" y="4537863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80" name="Straight Connector 1079">
            <a:extLst>
              <a:ext uri="{FF2B5EF4-FFF2-40B4-BE49-F238E27FC236}">
                <a16:creationId xmlns:a16="http://schemas.microsoft.com/office/drawing/2014/main" id="{50367D99-531B-63CC-C3F3-A1CF9296FE5C}"/>
              </a:ext>
            </a:extLst>
          </p:cNvPr>
          <p:cNvCxnSpPr>
            <a:cxnSpLocks/>
            <a:stCxn id="1078" idx="3"/>
          </p:cNvCxnSpPr>
          <p:nvPr/>
        </p:nvCxnSpPr>
        <p:spPr>
          <a:xfrm flipH="1">
            <a:off x="25503614" y="501401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6144DA54-74BF-F274-7FBF-A98DCE67E91A}"/>
              </a:ext>
            </a:extLst>
          </p:cNvPr>
          <p:cNvCxnSpPr/>
          <p:nvPr/>
        </p:nvCxnSpPr>
        <p:spPr>
          <a:xfrm flipH="1">
            <a:off x="24971084" y="501401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Connector 1081">
            <a:extLst>
              <a:ext uri="{FF2B5EF4-FFF2-40B4-BE49-F238E27FC236}">
                <a16:creationId xmlns:a16="http://schemas.microsoft.com/office/drawing/2014/main" id="{58CBCEF5-BA55-F376-7B1D-7252B3F9D6F5}"/>
              </a:ext>
            </a:extLst>
          </p:cNvPr>
          <p:cNvCxnSpPr>
            <a:cxnSpLocks/>
          </p:cNvCxnSpPr>
          <p:nvPr/>
        </p:nvCxnSpPr>
        <p:spPr>
          <a:xfrm flipH="1">
            <a:off x="24971084" y="5342630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0F15D503-326E-6B01-5560-035B57E9EAA5}"/>
              </a:ext>
            </a:extLst>
          </p:cNvPr>
          <p:cNvCxnSpPr>
            <a:cxnSpLocks/>
          </p:cNvCxnSpPr>
          <p:nvPr/>
        </p:nvCxnSpPr>
        <p:spPr>
          <a:xfrm flipH="1">
            <a:off x="25237349" y="534263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2B54F85B-0413-C684-8170-002A89C2E8BF}"/>
              </a:ext>
            </a:extLst>
          </p:cNvPr>
          <p:cNvCxnSpPr>
            <a:cxnSpLocks/>
          </p:cNvCxnSpPr>
          <p:nvPr/>
        </p:nvCxnSpPr>
        <p:spPr>
          <a:xfrm flipH="1">
            <a:off x="24999144" y="5671250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2F10BB87-5965-4A5D-C191-BA9962A97624}"/>
              </a:ext>
            </a:extLst>
          </p:cNvPr>
          <p:cNvCxnSpPr>
            <a:cxnSpLocks/>
          </p:cNvCxnSpPr>
          <p:nvPr/>
        </p:nvCxnSpPr>
        <p:spPr>
          <a:xfrm flipH="1">
            <a:off x="25076865" y="5807642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32DE0475-366B-8DDE-444A-DACD9361BE93}"/>
              </a:ext>
            </a:extLst>
          </p:cNvPr>
          <p:cNvCxnSpPr>
            <a:cxnSpLocks/>
          </p:cNvCxnSpPr>
          <p:nvPr/>
        </p:nvCxnSpPr>
        <p:spPr>
          <a:xfrm flipH="1">
            <a:off x="25122035" y="6136262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0CE7D6F9-27A5-D985-8FCD-94C6F3BE1F29}"/>
              </a:ext>
            </a:extLst>
          </p:cNvPr>
          <p:cNvCxnSpPr/>
          <p:nvPr/>
        </p:nvCxnSpPr>
        <p:spPr>
          <a:xfrm flipH="1">
            <a:off x="25237349" y="580764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91037B5A-744E-4852-1F2C-8177FC1E3818}"/>
              </a:ext>
            </a:extLst>
          </p:cNvPr>
          <p:cNvCxnSpPr>
            <a:cxnSpLocks/>
          </p:cNvCxnSpPr>
          <p:nvPr/>
        </p:nvCxnSpPr>
        <p:spPr>
          <a:xfrm flipH="1">
            <a:off x="25171544" y="6173770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4BE49A1A-8523-9852-AEFA-AFDC2D9716F1}"/>
              </a:ext>
            </a:extLst>
          </p:cNvPr>
          <p:cNvCxnSpPr>
            <a:cxnSpLocks/>
          </p:cNvCxnSpPr>
          <p:nvPr/>
        </p:nvCxnSpPr>
        <p:spPr>
          <a:xfrm flipH="1">
            <a:off x="25206002" y="621127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1089">
            <a:extLst>
              <a:ext uri="{FF2B5EF4-FFF2-40B4-BE49-F238E27FC236}">
                <a16:creationId xmlns:a16="http://schemas.microsoft.com/office/drawing/2014/main" id="{F04605EB-E2A9-C4BD-F8B7-823429D05382}"/>
              </a:ext>
            </a:extLst>
          </p:cNvPr>
          <p:cNvCxnSpPr/>
          <p:nvPr/>
        </p:nvCxnSpPr>
        <p:spPr>
          <a:xfrm flipH="1">
            <a:off x="25503614" y="404591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56539A85-1E8D-DA9D-B1F3-3B27E6A937B9}"/>
              </a:ext>
            </a:extLst>
          </p:cNvPr>
          <p:cNvCxnSpPr/>
          <p:nvPr/>
        </p:nvCxnSpPr>
        <p:spPr>
          <a:xfrm flipH="1">
            <a:off x="24971084" y="404591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468DE8AE-8546-5451-E3CE-934D4022BDAA}"/>
              </a:ext>
            </a:extLst>
          </p:cNvPr>
          <p:cNvCxnSpPr>
            <a:cxnSpLocks/>
          </p:cNvCxnSpPr>
          <p:nvPr/>
        </p:nvCxnSpPr>
        <p:spPr>
          <a:xfrm flipH="1">
            <a:off x="24971084" y="4057556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135F2271-F980-F1B0-074E-859A7B7054D3}"/>
              </a:ext>
            </a:extLst>
          </p:cNvPr>
          <p:cNvCxnSpPr>
            <a:cxnSpLocks/>
          </p:cNvCxnSpPr>
          <p:nvPr/>
        </p:nvCxnSpPr>
        <p:spPr>
          <a:xfrm flipH="1">
            <a:off x="25237349" y="371729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6EC30E9C-21B0-ABFA-0377-D0DEB12F1731}"/>
              </a:ext>
            </a:extLst>
          </p:cNvPr>
          <p:cNvSpPr/>
          <p:nvPr/>
        </p:nvSpPr>
        <p:spPr>
          <a:xfrm rot="10800000" flipH="1">
            <a:off x="24331612" y="3577148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95" name="Straight Connector 1094">
            <a:extLst>
              <a:ext uri="{FF2B5EF4-FFF2-40B4-BE49-F238E27FC236}">
                <a16:creationId xmlns:a16="http://schemas.microsoft.com/office/drawing/2014/main" id="{A3CD704A-8DE0-49F6-7610-919D9FF49A5E}"/>
              </a:ext>
            </a:extLst>
          </p:cNvPr>
          <p:cNvCxnSpPr>
            <a:cxnSpLocks/>
          </p:cNvCxnSpPr>
          <p:nvPr/>
        </p:nvCxnSpPr>
        <p:spPr>
          <a:xfrm flipH="1">
            <a:off x="24971084" y="373402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>
            <a:extLst>
              <a:ext uri="{FF2B5EF4-FFF2-40B4-BE49-F238E27FC236}">
                <a16:creationId xmlns:a16="http://schemas.microsoft.com/office/drawing/2014/main" id="{141F1CBC-64AA-9B5B-4755-584A6B6784DA}"/>
              </a:ext>
            </a:extLst>
          </p:cNvPr>
          <p:cNvCxnSpPr>
            <a:cxnSpLocks/>
          </p:cNvCxnSpPr>
          <p:nvPr/>
        </p:nvCxnSpPr>
        <p:spPr>
          <a:xfrm flipH="1">
            <a:off x="24065347" y="373417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" name="Oval 1096">
            <a:extLst>
              <a:ext uri="{FF2B5EF4-FFF2-40B4-BE49-F238E27FC236}">
                <a16:creationId xmlns:a16="http://schemas.microsoft.com/office/drawing/2014/main" id="{DC87599C-8E08-5BDC-96E1-EE11E6F02566}"/>
              </a:ext>
            </a:extLst>
          </p:cNvPr>
          <p:cNvSpPr/>
          <p:nvPr/>
        </p:nvSpPr>
        <p:spPr>
          <a:xfrm flipH="1">
            <a:off x="23995525" y="368747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98" name="Straight Connector 1097">
            <a:extLst>
              <a:ext uri="{FF2B5EF4-FFF2-40B4-BE49-F238E27FC236}">
                <a16:creationId xmlns:a16="http://schemas.microsoft.com/office/drawing/2014/main" id="{E39919B1-4396-6C8B-8552-A35617C0AE1D}"/>
              </a:ext>
            </a:extLst>
          </p:cNvPr>
          <p:cNvCxnSpPr>
            <a:cxnSpLocks/>
          </p:cNvCxnSpPr>
          <p:nvPr/>
        </p:nvCxnSpPr>
        <p:spPr>
          <a:xfrm flipH="1">
            <a:off x="23752535" y="373533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56DCFBC4-F230-0272-BDEA-4FD365433122}"/>
              </a:ext>
            </a:extLst>
          </p:cNvPr>
          <p:cNvSpPr/>
          <p:nvPr/>
        </p:nvSpPr>
        <p:spPr>
          <a:xfrm rot="10800000" flipH="1">
            <a:off x="23113063" y="3560886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331CE940-C556-631D-840C-06362BEDE7BB}"/>
              </a:ext>
            </a:extLst>
          </p:cNvPr>
          <p:cNvCxnSpPr>
            <a:cxnSpLocks/>
          </p:cNvCxnSpPr>
          <p:nvPr/>
        </p:nvCxnSpPr>
        <p:spPr>
          <a:xfrm flipH="1">
            <a:off x="22846798" y="372490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5EA24280-EBD0-0CFA-F0C8-D33CE5354FFE}"/>
              </a:ext>
            </a:extLst>
          </p:cNvPr>
          <p:cNvSpPr/>
          <p:nvPr/>
        </p:nvSpPr>
        <p:spPr>
          <a:xfrm rot="10800000" flipH="1">
            <a:off x="22214251" y="3568498"/>
            <a:ext cx="639472" cy="312821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102" name="Straight Connector 1101">
            <a:extLst>
              <a:ext uri="{FF2B5EF4-FFF2-40B4-BE49-F238E27FC236}">
                <a16:creationId xmlns:a16="http://schemas.microsoft.com/office/drawing/2014/main" id="{65C950C1-8FBB-7517-8512-566385D5ED8D}"/>
              </a:ext>
            </a:extLst>
          </p:cNvPr>
          <p:cNvCxnSpPr>
            <a:cxnSpLocks/>
          </p:cNvCxnSpPr>
          <p:nvPr/>
        </p:nvCxnSpPr>
        <p:spPr>
          <a:xfrm flipH="1">
            <a:off x="21649160" y="3724910"/>
            <a:ext cx="5737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3" name="テキスト プレースホルダー 2">
            <a:extLst>
              <a:ext uri="{FF2B5EF4-FFF2-40B4-BE49-F238E27FC236}">
                <a16:creationId xmlns:a16="http://schemas.microsoft.com/office/drawing/2014/main" id="{79B6C952-0669-FFA9-D446-761125D50B19}"/>
              </a:ext>
            </a:extLst>
          </p:cNvPr>
          <p:cNvSpPr txBox="1">
            <a:spLocks/>
          </p:cNvSpPr>
          <p:nvPr/>
        </p:nvSpPr>
        <p:spPr>
          <a:xfrm flipH="1">
            <a:off x="23938730" y="5518709"/>
            <a:ext cx="1079525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04" name="テキスト プレースホルダー 2">
            <a:extLst>
              <a:ext uri="{FF2B5EF4-FFF2-40B4-BE49-F238E27FC236}">
                <a16:creationId xmlns:a16="http://schemas.microsoft.com/office/drawing/2014/main" id="{C73A54BD-D849-6F19-0F64-77E49C6395FB}"/>
              </a:ext>
            </a:extLst>
          </p:cNvPr>
          <p:cNvSpPr txBox="1">
            <a:spLocks/>
          </p:cNvSpPr>
          <p:nvPr/>
        </p:nvSpPr>
        <p:spPr>
          <a:xfrm flipH="1">
            <a:off x="24047398" y="4942765"/>
            <a:ext cx="101049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1105" name="テキスト プレースホルダー 2">
            <a:extLst>
              <a:ext uri="{FF2B5EF4-FFF2-40B4-BE49-F238E27FC236}">
                <a16:creationId xmlns:a16="http://schemas.microsoft.com/office/drawing/2014/main" id="{B27F2655-F01E-C852-A606-B436153F3C6B}"/>
              </a:ext>
            </a:extLst>
          </p:cNvPr>
          <p:cNvSpPr txBox="1">
            <a:spLocks/>
          </p:cNvSpPr>
          <p:nvPr/>
        </p:nvSpPr>
        <p:spPr>
          <a:xfrm flipH="1">
            <a:off x="25582377" y="4964521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06" name="テキスト プレースホルダー 2">
            <a:extLst>
              <a:ext uri="{FF2B5EF4-FFF2-40B4-BE49-F238E27FC236}">
                <a16:creationId xmlns:a16="http://schemas.microsoft.com/office/drawing/2014/main" id="{967C698D-F08B-F4C0-D74D-971480FD8308}"/>
              </a:ext>
            </a:extLst>
          </p:cNvPr>
          <p:cNvSpPr txBox="1">
            <a:spLocks/>
          </p:cNvSpPr>
          <p:nvPr/>
        </p:nvSpPr>
        <p:spPr>
          <a:xfrm flipH="1">
            <a:off x="24198479" y="3039656"/>
            <a:ext cx="1118967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07" name="テキスト プレースホルダー 2">
            <a:extLst>
              <a:ext uri="{FF2B5EF4-FFF2-40B4-BE49-F238E27FC236}">
                <a16:creationId xmlns:a16="http://schemas.microsoft.com/office/drawing/2014/main" id="{AF41823B-4FED-FB00-F363-9E073D7E2630}"/>
              </a:ext>
            </a:extLst>
          </p:cNvPr>
          <p:cNvSpPr txBox="1">
            <a:spLocks/>
          </p:cNvSpPr>
          <p:nvPr/>
        </p:nvSpPr>
        <p:spPr>
          <a:xfrm flipH="1">
            <a:off x="22945133" y="3044551"/>
            <a:ext cx="105786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08" name="テキスト プレースホルダー 2">
            <a:extLst>
              <a:ext uri="{FF2B5EF4-FFF2-40B4-BE49-F238E27FC236}">
                <a16:creationId xmlns:a16="http://schemas.microsoft.com/office/drawing/2014/main" id="{8F0EA824-F75E-1574-8981-983E699B4B21}"/>
              </a:ext>
            </a:extLst>
          </p:cNvPr>
          <p:cNvSpPr txBox="1">
            <a:spLocks/>
          </p:cNvSpPr>
          <p:nvPr/>
        </p:nvSpPr>
        <p:spPr>
          <a:xfrm flipH="1">
            <a:off x="21930379" y="3044551"/>
            <a:ext cx="1030654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1109" name="Oval 1108">
            <a:extLst>
              <a:ext uri="{FF2B5EF4-FFF2-40B4-BE49-F238E27FC236}">
                <a16:creationId xmlns:a16="http://schemas.microsoft.com/office/drawing/2014/main" id="{A6C282E9-DAAC-94EE-5B4E-BC19CE14324C}"/>
              </a:ext>
            </a:extLst>
          </p:cNvPr>
          <p:cNvSpPr/>
          <p:nvPr/>
        </p:nvSpPr>
        <p:spPr>
          <a:xfrm flipH="1">
            <a:off x="23752536" y="4210798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110" name="Straight Arrow Connector 1109">
            <a:extLst>
              <a:ext uri="{FF2B5EF4-FFF2-40B4-BE49-F238E27FC236}">
                <a16:creationId xmlns:a16="http://schemas.microsoft.com/office/drawing/2014/main" id="{C8F5DB35-E5C5-0F36-4653-C45590F7D688}"/>
              </a:ext>
            </a:extLst>
          </p:cNvPr>
          <p:cNvCxnSpPr>
            <a:cxnSpLocks/>
          </p:cNvCxnSpPr>
          <p:nvPr/>
        </p:nvCxnSpPr>
        <p:spPr>
          <a:xfrm flipV="1">
            <a:off x="24042074" y="4295138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Straight Connector 1110">
            <a:extLst>
              <a:ext uri="{FF2B5EF4-FFF2-40B4-BE49-F238E27FC236}">
                <a16:creationId xmlns:a16="http://schemas.microsoft.com/office/drawing/2014/main" id="{AD509CCB-7B06-6FE1-5D43-950A15BE70A9}"/>
              </a:ext>
            </a:extLst>
          </p:cNvPr>
          <p:cNvCxnSpPr>
            <a:cxnSpLocks/>
          </p:cNvCxnSpPr>
          <p:nvPr/>
        </p:nvCxnSpPr>
        <p:spPr>
          <a:xfrm flipH="1">
            <a:off x="24038507" y="3780416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7C416195-12C3-AF64-2E3E-927B3FD408D6}"/>
              </a:ext>
            </a:extLst>
          </p:cNvPr>
          <p:cNvCxnSpPr>
            <a:cxnSpLocks/>
          </p:cNvCxnSpPr>
          <p:nvPr/>
        </p:nvCxnSpPr>
        <p:spPr>
          <a:xfrm flipH="1">
            <a:off x="23921826" y="5126868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Straight Connector 1112">
            <a:extLst>
              <a:ext uri="{FF2B5EF4-FFF2-40B4-BE49-F238E27FC236}">
                <a16:creationId xmlns:a16="http://schemas.microsoft.com/office/drawing/2014/main" id="{06644C1F-A7FD-BF55-2FF0-FEFDA942F59C}"/>
              </a:ext>
            </a:extLst>
          </p:cNvPr>
          <p:cNvCxnSpPr/>
          <p:nvPr/>
        </p:nvCxnSpPr>
        <p:spPr>
          <a:xfrm flipH="1">
            <a:off x="24037140" y="479824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Straight Connector 1113">
            <a:extLst>
              <a:ext uri="{FF2B5EF4-FFF2-40B4-BE49-F238E27FC236}">
                <a16:creationId xmlns:a16="http://schemas.microsoft.com/office/drawing/2014/main" id="{44BEA53D-4573-39A8-AF08-2AC29548D98F}"/>
              </a:ext>
            </a:extLst>
          </p:cNvPr>
          <p:cNvCxnSpPr>
            <a:cxnSpLocks/>
          </p:cNvCxnSpPr>
          <p:nvPr/>
        </p:nvCxnSpPr>
        <p:spPr>
          <a:xfrm flipH="1">
            <a:off x="23971335" y="516437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Connector 1114">
            <a:extLst>
              <a:ext uri="{FF2B5EF4-FFF2-40B4-BE49-F238E27FC236}">
                <a16:creationId xmlns:a16="http://schemas.microsoft.com/office/drawing/2014/main" id="{B90D2F58-AD85-EBFA-83DB-A27457A2A4F2}"/>
              </a:ext>
            </a:extLst>
          </p:cNvPr>
          <p:cNvCxnSpPr>
            <a:cxnSpLocks/>
          </p:cNvCxnSpPr>
          <p:nvPr/>
        </p:nvCxnSpPr>
        <p:spPr>
          <a:xfrm flipH="1">
            <a:off x="24005793" y="5201884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Connector 1115">
            <a:extLst>
              <a:ext uri="{FF2B5EF4-FFF2-40B4-BE49-F238E27FC236}">
                <a16:creationId xmlns:a16="http://schemas.microsoft.com/office/drawing/2014/main" id="{5383AD7B-2282-BD1A-6120-D56CE20401D0}"/>
              </a:ext>
            </a:extLst>
          </p:cNvPr>
          <p:cNvCxnSpPr>
            <a:cxnSpLocks/>
          </p:cNvCxnSpPr>
          <p:nvPr/>
        </p:nvCxnSpPr>
        <p:spPr>
          <a:xfrm>
            <a:off x="20997298" y="4413418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Connector 1116">
            <a:extLst>
              <a:ext uri="{FF2B5EF4-FFF2-40B4-BE49-F238E27FC236}">
                <a16:creationId xmlns:a16="http://schemas.microsoft.com/office/drawing/2014/main" id="{A094EDCF-87CB-9EF0-E059-92AC6E603836}"/>
              </a:ext>
            </a:extLst>
          </p:cNvPr>
          <p:cNvCxnSpPr>
            <a:cxnSpLocks/>
          </p:cNvCxnSpPr>
          <p:nvPr/>
        </p:nvCxnSpPr>
        <p:spPr>
          <a:xfrm>
            <a:off x="21022494" y="6098226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Straight Connector 1117">
            <a:extLst>
              <a:ext uri="{FF2B5EF4-FFF2-40B4-BE49-F238E27FC236}">
                <a16:creationId xmlns:a16="http://schemas.microsoft.com/office/drawing/2014/main" id="{60D66B6D-6330-1762-39F3-9C1588419F41}"/>
              </a:ext>
            </a:extLst>
          </p:cNvPr>
          <p:cNvCxnSpPr>
            <a:cxnSpLocks/>
          </p:cNvCxnSpPr>
          <p:nvPr/>
        </p:nvCxnSpPr>
        <p:spPr>
          <a:xfrm flipV="1">
            <a:off x="21021483" y="3082016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Connector 1118">
            <a:extLst>
              <a:ext uri="{FF2B5EF4-FFF2-40B4-BE49-F238E27FC236}">
                <a16:creationId xmlns:a16="http://schemas.microsoft.com/office/drawing/2014/main" id="{90C5A676-B226-6FF1-25D2-02C9DB3E75F7}"/>
              </a:ext>
            </a:extLst>
          </p:cNvPr>
          <p:cNvCxnSpPr>
            <a:cxnSpLocks/>
          </p:cNvCxnSpPr>
          <p:nvPr/>
        </p:nvCxnSpPr>
        <p:spPr>
          <a:xfrm>
            <a:off x="20997298" y="1397208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Straight Connector 1119">
            <a:extLst>
              <a:ext uri="{FF2B5EF4-FFF2-40B4-BE49-F238E27FC236}">
                <a16:creationId xmlns:a16="http://schemas.microsoft.com/office/drawing/2014/main" id="{336FFC1C-B1E3-1882-5704-63D79FE373AB}"/>
              </a:ext>
            </a:extLst>
          </p:cNvPr>
          <p:cNvCxnSpPr>
            <a:cxnSpLocks/>
          </p:cNvCxnSpPr>
          <p:nvPr/>
        </p:nvCxnSpPr>
        <p:spPr>
          <a:xfrm>
            <a:off x="21631470" y="1414334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1" name="テキスト プレースホルダー 2">
            <a:extLst>
              <a:ext uri="{FF2B5EF4-FFF2-40B4-BE49-F238E27FC236}">
                <a16:creationId xmlns:a16="http://schemas.microsoft.com/office/drawing/2014/main" id="{B853872C-8F8A-1C50-CCA5-785DA6B166A5}"/>
              </a:ext>
            </a:extLst>
          </p:cNvPr>
          <p:cNvSpPr txBox="1">
            <a:spLocks/>
          </p:cNvSpPr>
          <p:nvPr/>
        </p:nvSpPr>
        <p:spPr>
          <a:xfrm>
            <a:off x="16404312" y="4335294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22" name="テキスト プレースホルダー 2">
            <a:extLst>
              <a:ext uri="{FF2B5EF4-FFF2-40B4-BE49-F238E27FC236}">
                <a16:creationId xmlns:a16="http://schemas.microsoft.com/office/drawing/2014/main" id="{BC3D9E7E-1A05-87C2-0AF0-5007D68070C2}"/>
              </a:ext>
            </a:extLst>
          </p:cNvPr>
          <p:cNvSpPr txBox="1">
            <a:spLocks/>
          </p:cNvSpPr>
          <p:nvPr/>
        </p:nvSpPr>
        <p:spPr>
          <a:xfrm>
            <a:off x="22877999" y="4275659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1124" name="Group 1123">
            <a:extLst>
              <a:ext uri="{FF2B5EF4-FFF2-40B4-BE49-F238E27FC236}">
                <a16:creationId xmlns:a16="http://schemas.microsoft.com/office/drawing/2014/main" id="{D001A451-9312-E6B6-4357-1AD30F4EAB43}"/>
              </a:ext>
            </a:extLst>
          </p:cNvPr>
          <p:cNvGrpSpPr/>
          <p:nvPr/>
        </p:nvGrpSpPr>
        <p:grpSpPr>
          <a:xfrm>
            <a:off x="2325745" y="-2064036"/>
            <a:ext cx="2447948" cy="1233452"/>
            <a:chOff x="-640017" y="6252944"/>
            <a:chExt cx="2447948" cy="1233452"/>
          </a:xfrm>
        </p:grpSpPr>
        <p:sp>
          <p:nvSpPr>
            <p:cNvPr id="1141" name="Rectangle 1140">
              <a:extLst>
                <a:ext uri="{FF2B5EF4-FFF2-40B4-BE49-F238E27FC236}">
                  <a16:creationId xmlns:a16="http://schemas.microsoft.com/office/drawing/2014/main" id="{0B5BD92F-B50B-36EF-A9F2-9FEEDAA05850}"/>
                </a:ext>
              </a:extLst>
            </p:cNvPr>
            <p:cNvSpPr/>
            <p:nvPr/>
          </p:nvSpPr>
          <p:spPr>
            <a:xfrm>
              <a:off x="-640016" y="6252944"/>
              <a:ext cx="2447947" cy="123345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142" name="Rectangle 1141">
              <a:extLst>
                <a:ext uri="{FF2B5EF4-FFF2-40B4-BE49-F238E27FC236}">
                  <a16:creationId xmlns:a16="http://schemas.microsoft.com/office/drawing/2014/main" id="{FAF3A18F-482B-2ECA-102A-9443ED883C1A}"/>
                </a:ext>
              </a:extLst>
            </p:cNvPr>
            <p:cNvSpPr/>
            <p:nvPr/>
          </p:nvSpPr>
          <p:spPr>
            <a:xfrm>
              <a:off x="-640017" y="6851607"/>
              <a:ext cx="2447947" cy="3612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grpSp>
          <p:nvGrpSpPr>
            <p:cNvPr id="1143" name="Group 1142">
              <a:extLst>
                <a:ext uri="{FF2B5EF4-FFF2-40B4-BE49-F238E27FC236}">
                  <a16:creationId xmlns:a16="http://schemas.microsoft.com/office/drawing/2014/main" id="{3519DAC3-AF1B-825F-47C3-D20D45FCEEE5}"/>
                </a:ext>
              </a:extLst>
            </p:cNvPr>
            <p:cNvGrpSpPr/>
            <p:nvPr/>
          </p:nvGrpSpPr>
          <p:grpSpPr>
            <a:xfrm>
              <a:off x="-468301" y="6417870"/>
              <a:ext cx="2104517" cy="903600"/>
              <a:chOff x="-464224" y="6412550"/>
              <a:chExt cx="2104517" cy="903600"/>
            </a:xfrm>
          </p:grpSpPr>
          <p:grpSp>
            <p:nvGrpSpPr>
              <p:cNvPr id="1144" name="Group 1143">
                <a:extLst>
                  <a:ext uri="{FF2B5EF4-FFF2-40B4-BE49-F238E27FC236}">
                    <a16:creationId xmlns:a16="http://schemas.microsoft.com/office/drawing/2014/main" id="{8D7D0AC0-A8D1-882C-43ED-AEE9B119BDE1}"/>
                  </a:ext>
                </a:extLst>
              </p:cNvPr>
              <p:cNvGrpSpPr/>
              <p:nvPr/>
            </p:nvGrpSpPr>
            <p:grpSpPr>
              <a:xfrm>
                <a:off x="-464224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1173" name="Rectangle 1172">
                  <a:extLst>
                    <a:ext uri="{FF2B5EF4-FFF2-40B4-BE49-F238E27FC236}">
                      <a16:creationId xmlns:a16="http://schemas.microsoft.com/office/drawing/2014/main" id="{A8D883E1-735B-AFFC-6430-4536DCD5DB7B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4" name="Rectangle 1173">
                  <a:extLst>
                    <a:ext uri="{FF2B5EF4-FFF2-40B4-BE49-F238E27FC236}">
                      <a16:creationId xmlns:a16="http://schemas.microsoft.com/office/drawing/2014/main" id="{E7AB01EC-D0DC-0941-5A51-EDB7EEFE1E78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5" name="Rectangle 1174">
                  <a:extLst>
                    <a:ext uri="{FF2B5EF4-FFF2-40B4-BE49-F238E27FC236}">
                      <a16:creationId xmlns:a16="http://schemas.microsoft.com/office/drawing/2014/main" id="{BC86310C-AD54-2182-D099-E074B44E78DC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6" name="Rectangle 1175">
                  <a:extLst>
                    <a:ext uri="{FF2B5EF4-FFF2-40B4-BE49-F238E27FC236}">
                      <a16:creationId xmlns:a16="http://schemas.microsoft.com/office/drawing/2014/main" id="{012BC520-0DF9-339F-1CBB-0A9C8D167DB4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7" name="フローチャート: 和接合 16">
                  <a:extLst>
                    <a:ext uri="{FF2B5EF4-FFF2-40B4-BE49-F238E27FC236}">
                      <a16:creationId xmlns:a16="http://schemas.microsoft.com/office/drawing/2014/main" id="{43F66FB9-4BA9-A985-CAC6-0C6E44D4EC08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8" name="Rectangle 1177">
                  <a:extLst>
                    <a:ext uri="{FF2B5EF4-FFF2-40B4-BE49-F238E27FC236}">
                      <a16:creationId xmlns:a16="http://schemas.microsoft.com/office/drawing/2014/main" id="{5C1ECDB6-2BE7-F0F0-3766-A8E55E49EE6C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79" name="Group 1178">
                  <a:extLst>
                    <a:ext uri="{FF2B5EF4-FFF2-40B4-BE49-F238E27FC236}">
                      <a16:creationId xmlns:a16="http://schemas.microsoft.com/office/drawing/2014/main" id="{44B544BF-4F9E-4842-9BE1-EB5825182173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98" name="楕円 300">
                    <a:extLst>
                      <a:ext uri="{FF2B5EF4-FFF2-40B4-BE49-F238E27FC236}">
                        <a16:creationId xmlns:a16="http://schemas.microsoft.com/office/drawing/2014/main" id="{64B3F222-6F20-EA89-EFEA-749DCE92C17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99" name="楕円 301">
                    <a:extLst>
                      <a:ext uri="{FF2B5EF4-FFF2-40B4-BE49-F238E27FC236}">
                        <a16:creationId xmlns:a16="http://schemas.microsoft.com/office/drawing/2014/main" id="{80469879-7C70-55A7-688E-44C49D46325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80" name="Rectangle 1179">
                  <a:extLst>
                    <a:ext uri="{FF2B5EF4-FFF2-40B4-BE49-F238E27FC236}">
                      <a16:creationId xmlns:a16="http://schemas.microsoft.com/office/drawing/2014/main" id="{EFC73B31-AD0F-9D7A-9526-C02436D3EA2C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1" name="フローチャート: 和接合 16">
                  <a:extLst>
                    <a:ext uri="{FF2B5EF4-FFF2-40B4-BE49-F238E27FC236}">
                      <a16:creationId xmlns:a16="http://schemas.microsoft.com/office/drawing/2014/main" id="{99E00C31-20DD-AB9E-5E42-3D2985D53B60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2" name="Rectangle 1181">
                  <a:extLst>
                    <a:ext uri="{FF2B5EF4-FFF2-40B4-BE49-F238E27FC236}">
                      <a16:creationId xmlns:a16="http://schemas.microsoft.com/office/drawing/2014/main" id="{E501A4FD-D789-D3A4-256B-A78DCDC0EA7C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83" name="Group 1182">
                  <a:extLst>
                    <a:ext uri="{FF2B5EF4-FFF2-40B4-BE49-F238E27FC236}">
                      <a16:creationId xmlns:a16="http://schemas.microsoft.com/office/drawing/2014/main" id="{A7B8AF3A-4A4E-661E-F963-8E8A8D72ACEC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96" name="楕円 300">
                    <a:extLst>
                      <a:ext uri="{FF2B5EF4-FFF2-40B4-BE49-F238E27FC236}">
                        <a16:creationId xmlns:a16="http://schemas.microsoft.com/office/drawing/2014/main" id="{DE3ED126-1DC7-1402-4634-FAFEDD35298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97" name="楕円 301">
                    <a:extLst>
                      <a:ext uri="{FF2B5EF4-FFF2-40B4-BE49-F238E27FC236}">
                        <a16:creationId xmlns:a16="http://schemas.microsoft.com/office/drawing/2014/main" id="{D49EC73E-6FEC-F4F5-2C1C-74ED174EFA0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84" name="Rectangle 1183">
                  <a:extLst>
                    <a:ext uri="{FF2B5EF4-FFF2-40B4-BE49-F238E27FC236}">
                      <a16:creationId xmlns:a16="http://schemas.microsoft.com/office/drawing/2014/main" id="{8F567985-2B39-24A5-186A-FFD41093EFBF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5" name="フローチャート: 和接合 16">
                  <a:extLst>
                    <a:ext uri="{FF2B5EF4-FFF2-40B4-BE49-F238E27FC236}">
                      <a16:creationId xmlns:a16="http://schemas.microsoft.com/office/drawing/2014/main" id="{E01E7447-0D7B-0E9F-4F32-2D53418990A4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6" name="Rectangle 1185">
                  <a:extLst>
                    <a:ext uri="{FF2B5EF4-FFF2-40B4-BE49-F238E27FC236}">
                      <a16:creationId xmlns:a16="http://schemas.microsoft.com/office/drawing/2014/main" id="{041F70CF-062A-ABE6-A17E-275DC07E160C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87" name="Group 1186">
                  <a:extLst>
                    <a:ext uri="{FF2B5EF4-FFF2-40B4-BE49-F238E27FC236}">
                      <a16:creationId xmlns:a16="http://schemas.microsoft.com/office/drawing/2014/main" id="{6EFF1941-F5FA-9FBA-AF56-19633438801E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94" name="楕円 300">
                    <a:extLst>
                      <a:ext uri="{FF2B5EF4-FFF2-40B4-BE49-F238E27FC236}">
                        <a16:creationId xmlns:a16="http://schemas.microsoft.com/office/drawing/2014/main" id="{8BA2F866-E4DE-4D67-8158-A002DCDFF26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95" name="楕円 301">
                    <a:extLst>
                      <a:ext uri="{FF2B5EF4-FFF2-40B4-BE49-F238E27FC236}">
                        <a16:creationId xmlns:a16="http://schemas.microsoft.com/office/drawing/2014/main" id="{9FD9EE1D-3601-955A-45C1-B97C531BE78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88" name="Rectangle 1187">
                  <a:extLst>
                    <a:ext uri="{FF2B5EF4-FFF2-40B4-BE49-F238E27FC236}">
                      <a16:creationId xmlns:a16="http://schemas.microsoft.com/office/drawing/2014/main" id="{549FF550-01AF-10E6-0E85-0A199303D81F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9" name="フローチャート: 和接合 16">
                  <a:extLst>
                    <a:ext uri="{FF2B5EF4-FFF2-40B4-BE49-F238E27FC236}">
                      <a16:creationId xmlns:a16="http://schemas.microsoft.com/office/drawing/2014/main" id="{B8614E77-FD7C-9C7F-9A21-7B34A9C82C00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0" name="Rectangle 1189">
                  <a:extLst>
                    <a:ext uri="{FF2B5EF4-FFF2-40B4-BE49-F238E27FC236}">
                      <a16:creationId xmlns:a16="http://schemas.microsoft.com/office/drawing/2014/main" id="{1289556C-6DC5-088C-625F-116B46480B4A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91" name="Group 1190">
                  <a:extLst>
                    <a:ext uri="{FF2B5EF4-FFF2-40B4-BE49-F238E27FC236}">
                      <a16:creationId xmlns:a16="http://schemas.microsoft.com/office/drawing/2014/main" id="{9B85F1D9-ED53-8038-3D54-79BAB3097CB2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92" name="楕円 300">
                    <a:extLst>
                      <a:ext uri="{FF2B5EF4-FFF2-40B4-BE49-F238E27FC236}">
                        <a16:creationId xmlns:a16="http://schemas.microsoft.com/office/drawing/2014/main" id="{ABDB441F-B7F9-FFCE-8E31-D7185415E584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93" name="楕円 301">
                    <a:extLst>
                      <a:ext uri="{FF2B5EF4-FFF2-40B4-BE49-F238E27FC236}">
                        <a16:creationId xmlns:a16="http://schemas.microsoft.com/office/drawing/2014/main" id="{6B61FDA3-032E-478B-A256-98123F69C7D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145" name="Group 1144">
                <a:extLst>
                  <a:ext uri="{FF2B5EF4-FFF2-40B4-BE49-F238E27FC236}">
                    <a16:creationId xmlns:a16="http://schemas.microsoft.com/office/drawing/2014/main" id="{3F4610A8-17DD-ECDE-C9F8-9C4999B65BFF}"/>
                  </a:ext>
                </a:extLst>
              </p:cNvPr>
              <p:cNvGrpSpPr/>
              <p:nvPr/>
            </p:nvGrpSpPr>
            <p:grpSpPr>
              <a:xfrm>
                <a:off x="729493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1146" name="Rectangle 1145">
                  <a:extLst>
                    <a:ext uri="{FF2B5EF4-FFF2-40B4-BE49-F238E27FC236}">
                      <a16:creationId xmlns:a16="http://schemas.microsoft.com/office/drawing/2014/main" id="{C67B909C-D39B-98D6-FE5F-27A29A60C6EB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7" name="Rectangle 1146">
                  <a:extLst>
                    <a:ext uri="{FF2B5EF4-FFF2-40B4-BE49-F238E27FC236}">
                      <a16:creationId xmlns:a16="http://schemas.microsoft.com/office/drawing/2014/main" id="{BA9F47AE-2CA2-B0CD-DFFA-3E49FAC61C0D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8" name="Rectangle 1147">
                  <a:extLst>
                    <a:ext uri="{FF2B5EF4-FFF2-40B4-BE49-F238E27FC236}">
                      <a16:creationId xmlns:a16="http://schemas.microsoft.com/office/drawing/2014/main" id="{6E273399-6880-B7BF-F942-B8845676E6D9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9" name="Rectangle 1148">
                  <a:extLst>
                    <a:ext uri="{FF2B5EF4-FFF2-40B4-BE49-F238E27FC236}">
                      <a16:creationId xmlns:a16="http://schemas.microsoft.com/office/drawing/2014/main" id="{BBF80223-EF28-874C-9A66-8719FCDFD939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0" name="フローチャート: 和接合 16">
                  <a:extLst>
                    <a:ext uri="{FF2B5EF4-FFF2-40B4-BE49-F238E27FC236}">
                      <a16:creationId xmlns:a16="http://schemas.microsoft.com/office/drawing/2014/main" id="{02F399D1-96EE-FE21-B92E-92F52E34AA7F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1" name="Rectangle 1150">
                  <a:extLst>
                    <a:ext uri="{FF2B5EF4-FFF2-40B4-BE49-F238E27FC236}">
                      <a16:creationId xmlns:a16="http://schemas.microsoft.com/office/drawing/2014/main" id="{8B72FBEF-AD1D-0A29-F7BF-61910F5D7DFD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52" name="Group 1151">
                  <a:extLst>
                    <a:ext uri="{FF2B5EF4-FFF2-40B4-BE49-F238E27FC236}">
                      <a16:creationId xmlns:a16="http://schemas.microsoft.com/office/drawing/2014/main" id="{1560AD4D-FA9C-5339-C53C-67A7A9B2AB82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71" name="楕円 300">
                    <a:extLst>
                      <a:ext uri="{FF2B5EF4-FFF2-40B4-BE49-F238E27FC236}">
                        <a16:creationId xmlns:a16="http://schemas.microsoft.com/office/drawing/2014/main" id="{8F0F415B-EF61-6E24-075B-B79EBED7A54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72" name="楕円 301">
                    <a:extLst>
                      <a:ext uri="{FF2B5EF4-FFF2-40B4-BE49-F238E27FC236}">
                        <a16:creationId xmlns:a16="http://schemas.microsoft.com/office/drawing/2014/main" id="{7E198A09-1E9C-D68F-CBE0-1A82D9CE81F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53" name="Rectangle 1152">
                  <a:extLst>
                    <a:ext uri="{FF2B5EF4-FFF2-40B4-BE49-F238E27FC236}">
                      <a16:creationId xmlns:a16="http://schemas.microsoft.com/office/drawing/2014/main" id="{E0CCCE8D-AF9E-8B21-6787-E47008B2B6A3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4" name="フローチャート: 和接合 16">
                  <a:extLst>
                    <a:ext uri="{FF2B5EF4-FFF2-40B4-BE49-F238E27FC236}">
                      <a16:creationId xmlns:a16="http://schemas.microsoft.com/office/drawing/2014/main" id="{45B28758-02B0-44DB-DDD6-7D776B2DDFDD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5" name="Rectangle 1154">
                  <a:extLst>
                    <a:ext uri="{FF2B5EF4-FFF2-40B4-BE49-F238E27FC236}">
                      <a16:creationId xmlns:a16="http://schemas.microsoft.com/office/drawing/2014/main" id="{10977DB4-7F1D-9B5A-64CD-F4CFF25B8263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56" name="Group 1155">
                  <a:extLst>
                    <a:ext uri="{FF2B5EF4-FFF2-40B4-BE49-F238E27FC236}">
                      <a16:creationId xmlns:a16="http://schemas.microsoft.com/office/drawing/2014/main" id="{822ACC72-AD99-D7D0-A8B7-C325806484CE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69" name="楕円 300">
                    <a:extLst>
                      <a:ext uri="{FF2B5EF4-FFF2-40B4-BE49-F238E27FC236}">
                        <a16:creationId xmlns:a16="http://schemas.microsoft.com/office/drawing/2014/main" id="{B09FB0FB-B448-CD67-519D-6D6924A8799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70" name="楕円 301">
                    <a:extLst>
                      <a:ext uri="{FF2B5EF4-FFF2-40B4-BE49-F238E27FC236}">
                        <a16:creationId xmlns:a16="http://schemas.microsoft.com/office/drawing/2014/main" id="{176CB890-A33C-07CB-0AC0-FF4D7864D05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57" name="Rectangle 1156">
                  <a:extLst>
                    <a:ext uri="{FF2B5EF4-FFF2-40B4-BE49-F238E27FC236}">
                      <a16:creationId xmlns:a16="http://schemas.microsoft.com/office/drawing/2014/main" id="{4DE2DF23-5699-0A66-29A7-502BBECEB6F5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8" name="フローチャート: 和接合 16">
                  <a:extLst>
                    <a:ext uri="{FF2B5EF4-FFF2-40B4-BE49-F238E27FC236}">
                      <a16:creationId xmlns:a16="http://schemas.microsoft.com/office/drawing/2014/main" id="{568DF435-907B-EA4E-F3E0-F7B2B8CEE527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9" name="Rectangle 1158">
                  <a:extLst>
                    <a:ext uri="{FF2B5EF4-FFF2-40B4-BE49-F238E27FC236}">
                      <a16:creationId xmlns:a16="http://schemas.microsoft.com/office/drawing/2014/main" id="{6CFFF336-0195-334E-58C7-B1729F188A58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60" name="Group 1159">
                  <a:extLst>
                    <a:ext uri="{FF2B5EF4-FFF2-40B4-BE49-F238E27FC236}">
                      <a16:creationId xmlns:a16="http://schemas.microsoft.com/office/drawing/2014/main" id="{A69C89B0-57FD-84AD-9719-5108E3748127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67" name="楕円 300">
                    <a:extLst>
                      <a:ext uri="{FF2B5EF4-FFF2-40B4-BE49-F238E27FC236}">
                        <a16:creationId xmlns:a16="http://schemas.microsoft.com/office/drawing/2014/main" id="{298095B9-83BE-BBF1-EFB6-50CDD7E944F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68" name="楕円 301">
                    <a:extLst>
                      <a:ext uri="{FF2B5EF4-FFF2-40B4-BE49-F238E27FC236}">
                        <a16:creationId xmlns:a16="http://schemas.microsoft.com/office/drawing/2014/main" id="{2BC0E647-3064-2817-5112-48240853428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61" name="Rectangle 1160">
                  <a:extLst>
                    <a:ext uri="{FF2B5EF4-FFF2-40B4-BE49-F238E27FC236}">
                      <a16:creationId xmlns:a16="http://schemas.microsoft.com/office/drawing/2014/main" id="{6644EEB1-1283-26F9-C29E-EB558DF07ED4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2" name="フローチャート: 和接合 16">
                  <a:extLst>
                    <a:ext uri="{FF2B5EF4-FFF2-40B4-BE49-F238E27FC236}">
                      <a16:creationId xmlns:a16="http://schemas.microsoft.com/office/drawing/2014/main" id="{DA695C78-1529-50FE-C8D7-399AD4AEA6A3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3" name="Rectangle 1162">
                  <a:extLst>
                    <a:ext uri="{FF2B5EF4-FFF2-40B4-BE49-F238E27FC236}">
                      <a16:creationId xmlns:a16="http://schemas.microsoft.com/office/drawing/2014/main" id="{54778104-EC75-7E92-A9DA-F531CEA1C9BE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64" name="Group 1163">
                  <a:extLst>
                    <a:ext uri="{FF2B5EF4-FFF2-40B4-BE49-F238E27FC236}">
                      <a16:creationId xmlns:a16="http://schemas.microsoft.com/office/drawing/2014/main" id="{FE59F004-A9D9-B3D2-DFD2-5F679ECF46A8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65" name="楕円 300">
                    <a:extLst>
                      <a:ext uri="{FF2B5EF4-FFF2-40B4-BE49-F238E27FC236}">
                        <a16:creationId xmlns:a16="http://schemas.microsoft.com/office/drawing/2014/main" id="{C8BC510B-EFCB-BB01-539B-003612EC47C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66" name="楕円 301">
                    <a:extLst>
                      <a:ext uri="{FF2B5EF4-FFF2-40B4-BE49-F238E27FC236}">
                        <a16:creationId xmlns:a16="http://schemas.microsoft.com/office/drawing/2014/main" id="{CCB660F0-CB65-2C19-4ED5-CFC57A49051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</p:grpSp>
      <p:cxnSp>
        <p:nvCxnSpPr>
          <p:cNvPr id="1125" name="Straight Arrow Connector 1124">
            <a:extLst>
              <a:ext uri="{FF2B5EF4-FFF2-40B4-BE49-F238E27FC236}">
                <a16:creationId xmlns:a16="http://schemas.microsoft.com/office/drawing/2014/main" id="{F8182F4F-1149-E171-7D9C-DF0CB25C2D1F}"/>
              </a:ext>
            </a:extLst>
          </p:cNvPr>
          <p:cNvCxnSpPr>
            <a:cxnSpLocks/>
          </p:cNvCxnSpPr>
          <p:nvPr/>
        </p:nvCxnSpPr>
        <p:spPr>
          <a:xfrm>
            <a:off x="5752070" y="-1973368"/>
            <a:ext cx="0" cy="1205511"/>
          </a:xfrm>
          <a:prstGeom prst="straightConnector1">
            <a:avLst/>
          </a:prstGeom>
          <a:ln w="38100">
            <a:solidFill>
              <a:srgbClr val="1F4E7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6" name="Group 1125">
            <a:extLst>
              <a:ext uri="{FF2B5EF4-FFF2-40B4-BE49-F238E27FC236}">
                <a16:creationId xmlns:a16="http://schemas.microsoft.com/office/drawing/2014/main" id="{2472D5C8-28D2-A8D2-A452-50D11A77BEAE}"/>
              </a:ext>
            </a:extLst>
          </p:cNvPr>
          <p:cNvGrpSpPr/>
          <p:nvPr/>
        </p:nvGrpSpPr>
        <p:grpSpPr>
          <a:xfrm>
            <a:off x="5995012" y="-2293902"/>
            <a:ext cx="2821049" cy="1584047"/>
            <a:chOff x="4304402" y="1365316"/>
            <a:chExt cx="2821049" cy="1584047"/>
          </a:xfrm>
        </p:grpSpPr>
        <p:sp>
          <p:nvSpPr>
            <p:cNvPr id="1131" name="Rectangle 1130">
              <a:extLst>
                <a:ext uri="{FF2B5EF4-FFF2-40B4-BE49-F238E27FC236}">
                  <a16:creationId xmlns:a16="http://schemas.microsoft.com/office/drawing/2014/main" id="{3E98F4A5-7D62-1980-9CD6-D34AD53CBE22}"/>
                </a:ext>
              </a:extLst>
            </p:cNvPr>
            <p:cNvSpPr/>
            <p:nvPr/>
          </p:nvSpPr>
          <p:spPr>
            <a:xfrm>
              <a:off x="4307196" y="2609621"/>
              <a:ext cx="2818254" cy="33974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132" name="Rectangle 1131">
              <a:extLst>
                <a:ext uri="{FF2B5EF4-FFF2-40B4-BE49-F238E27FC236}">
                  <a16:creationId xmlns:a16="http://schemas.microsoft.com/office/drawing/2014/main" id="{B0F72916-90C1-9A44-6B52-348CED505A64}"/>
                </a:ext>
              </a:extLst>
            </p:cNvPr>
            <p:cNvSpPr/>
            <p:nvPr/>
          </p:nvSpPr>
          <p:spPr>
            <a:xfrm rot="5400000">
              <a:off x="5552314" y="936934"/>
              <a:ext cx="328015" cy="281825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133" name="Rectangle 1132">
              <a:extLst>
                <a:ext uri="{FF2B5EF4-FFF2-40B4-BE49-F238E27FC236}">
                  <a16:creationId xmlns:a16="http://schemas.microsoft.com/office/drawing/2014/main" id="{C6EE7AB5-8973-B33F-A0D6-B6AC2DC16BC0}"/>
                </a:ext>
              </a:extLst>
            </p:cNvPr>
            <p:cNvSpPr/>
            <p:nvPr/>
          </p:nvSpPr>
          <p:spPr>
            <a:xfrm rot="5400000">
              <a:off x="5663954" y="1149210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A580A3E7-894F-A150-457E-A486A6E77044}"/>
                </a:ext>
              </a:extLst>
            </p:cNvPr>
            <p:cNvSpPr/>
            <p:nvPr/>
          </p:nvSpPr>
          <p:spPr>
            <a:xfrm rot="5400000">
              <a:off x="5552315" y="529233"/>
              <a:ext cx="328015" cy="2818257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135" name="Rectangle 1134">
              <a:extLst>
                <a:ext uri="{FF2B5EF4-FFF2-40B4-BE49-F238E27FC236}">
                  <a16:creationId xmlns:a16="http://schemas.microsoft.com/office/drawing/2014/main" id="{A22C472D-3C26-BDC6-2934-4876B18E1C17}"/>
                </a:ext>
              </a:extLst>
            </p:cNvPr>
            <p:cNvSpPr/>
            <p:nvPr/>
          </p:nvSpPr>
          <p:spPr>
            <a:xfrm rot="5400000">
              <a:off x="5549523" y="120195"/>
              <a:ext cx="328015" cy="281825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pic>
          <p:nvPicPr>
            <p:cNvPr id="1136" name="Picture 1135">
              <a:extLst>
                <a:ext uri="{FF2B5EF4-FFF2-40B4-BE49-F238E27FC236}">
                  <a16:creationId xmlns:a16="http://schemas.microsoft.com/office/drawing/2014/main" id="{4B6BF16B-E8BE-8744-621F-D9185A102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1943522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pic>
          <p:nvPicPr>
            <p:cNvPr id="1137" name="Picture 1136">
              <a:extLst>
                <a:ext uri="{FF2B5EF4-FFF2-40B4-BE49-F238E27FC236}">
                  <a16:creationId xmlns:a16="http://schemas.microsoft.com/office/drawing/2014/main" id="{47C3E1F7-A6F9-70D2-52F7-FF6D120E6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8637" y="151090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643C9F25-44C1-AECC-8122-CEDC3C0CE201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1624565"/>
              <a:ext cx="0" cy="533036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9" name="Straight Connector 1138">
              <a:extLst>
                <a:ext uri="{FF2B5EF4-FFF2-40B4-BE49-F238E27FC236}">
                  <a16:creationId xmlns:a16="http://schemas.microsoft.com/office/drawing/2014/main" id="{7A5FC606-A606-182E-5E7C-B57D519C2112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2196275"/>
              <a:ext cx="0" cy="530994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40" name="Picture 1139">
              <a:extLst>
                <a:ext uri="{FF2B5EF4-FFF2-40B4-BE49-F238E27FC236}">
                  <a16:creationId xmlns:a16="http://schemas.microsoft.com/office/drawing/2014/main" id="{24AF0DF0-3571-AEF5-AC4A-597CDCBC3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237613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</p:grpSp>
      <p:sp>
        <p:nvSpPr>
          <p:cNvPr id="1127" name="テキスト プレースホルダー 2">
            <a:extLst>
              <a:ext uri="{FF2B5EF4-FFF2-40B4-BE49-F238E27FC236}">
                <a16:creationId xmlns:a16="http://schemas.microsoft.com/office/drawing/2014/main" id="{9535FE20-E3D3-AC98-0B70-E62283FCF1A2}"/>
              </a:ext>
            </a:extLst>
          </p:cNvPr>
          <p:cNvSpPr txBox="1">
            <a:spLocks/>
          </p:cNvSpPr>
          <p:nvPr/>
        </p:nvSpPr>
        <p:spPr>
          <a:xfrm rot="5400000">
            <a:off x="4780315" y="-1684774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6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High </a:t>
            </a:r>
            <a:r>
              <a:rPr kumimoji="1" lang="en-US" altLang="ja-JP" sz="1600" b="1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600" b="1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600" b="1" u="sng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28" name="テキスト プレースホルダー 2">
            <a:extLst>
              <a:ext uri="{FF2B5EF4-FFF2-40B4-BE49-F238E27FC236}">
                <a16:creationId xmlns:a16="http://schemas.microsoft.com/office/drawing/2014/main" id="{1C26CC67-8F45-D25F-81A7-1CF09CA15F6B}"/>
              </a:ext>
            </a:extLst>
          </p:cNvPr>
          <p:cNvSpPr txBox="1">
            <a:spLocks/>
          </p:cNvSpPr>
          <p:nvPr/>
        </p:nvSpPr>
        <p:spPr>
          <a:xfrm>
            <a:off x="5042281" y="-2245353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inside</a:t>
            </a:r>
            <a:endParaRPr kumimoji="1" lang="en-US" altLang="ja-JP" sz="1200" b="1" u="sng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29" name="テキスト プレースホルダー 2">
            <a:extLst>
              <a:ext uri="{FF2B5EF4-FFF2-40B4-BE49-F238E27FC236}">
                <a16:creationId xmlns:a16="http://schemas.microsoft.com/office/drawing/2014/main" id="{ECA45DB2-CA02-EAC4-C946-A69DCBD97EA8}"/>
              </a:ext>
            </a:extLst>
          </p:cNvPr>
          <p:cNvSpPr txBox="1">
            <a:spLocks/>
          </p:cNvSpPr>
          <p:nvPr/>
        </p:nvSpPr>
        <p:spPr>
          <a:xfrm>
            <a:off x="5013631" y="-715409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ambient</a:t>
            </a:r>
            <a:endParaRPr kumimoji="1" lang="en-US" altLang="ja-JP" sz="1200" b="1" u="sng" baseline="-25000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778DE36A-79CC-5031-2A61-EF52B0B5EB7F}"/>
              </a:ext>
            </a:extLst>
          </p:cNvPr>
          <p:cNvSpPr/>
          <p:nvPr/>
        </p:nvSpPr>
        <p:spPr>
          <a:xfrm>
            <a:off x="3567646" y="-1443266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200" name="Straight Connector 1199">
            <a:extLst>
              <a:ext uri="{FF2B5EF4-FFF2-40B4-BE49-F238E27FC236}">
                <a16:creationId xmlns:a16="http://schemas.microsoft.com/office/drawing/2014/main" id="{57774EAD-AE95-E5E7-6B90-BAB5D99AEF91}"/>
              </a:ext>
            </a:extLst>
          </p:cNvPr>
          <p:cNvCxnSpPr/>
          <p:nvPr/>
        </p:nvCxnSpPr>
        <p:spPr>
          <a:xfrm flipV="1">
            <a:off x="4879435" y="-2355780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Straight Connector 1200">
            <a:extLst>
              <a:ext uri="{FF2B5EF4-FFF2-40B4-BE49-F238E27FC236}">
                <a16:creationId xmlns:a16="http://schemas.microsoft.com/office/drawing/2014/main" id="{31E1EE9C-A7F9-A1CD-126F-8CFE3E58DB7C}"/>
              </a:ext>
            </a:extLst>
          </p:cNvPr>
          <p:cNvCxnSpPr>
            <a:cxnSpLocks/>
          </p:cNvCxnSpPr>
          <p:nvPr/>
        </p:nvCxnSpPr>
        <p:spPr>
          <a:xfrm flipH="1" flipV="1">
            <a:off x="4904835" y="-818332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02" name="Group 1201">
            <a:extLst>
              <a:ext uri="{FF2B5EF4-FFF2-40B4-BE49-F238E27FC236}">
                <a16:creationId xmlns:a16="http://schemas.microsoft.com/office/drawing/2014/main" id="{A8E843F0-A0BB-930D-D266-2755A7D19B78}"/>
              </a:ext>
            </a:extLst>
          </p:cNvPr>
          <p:cNvGrpSpPr/>
          <p:nvPr/>
        </p:nvGrpSpPr>
        <p:grpSpPr>
          <a:xfrm>
            <a:off x="14672850" y="-3400271"/>
            <a:ext cx="6484358" cy="1639337"/>
            <a:chOff x="641093" y="5494602"/>
            <a:chExt cx="6484358" cy="1639337"/>
          </a:xfrm>
        </p:grpSpPr>
        <p:grpSp>
          <p:nvGrpSpPr>
            <p:cNvPr id="1203" name="Group 1202">
              <a:extLst>
                <a:ext uri="{FF2B5EF4-FFF2-40B4-BE49-F238E27FC236}">
                  <a16:creationId xmlns:a16="http://schemas.microsoft.com/office/drawing/2014/main" id="{F0DE6B36-4125-5862-7C67-3C1EC5A6AB1E}"/>
                </a:ext>
              </a:extLst>
            </p:cNvPr>
            <p:cNvGrpSpPr/>
            <p:nvPr/>
          </p:nvGrpSpPr>
          <p:grpSpPr>
            <a:xfrm>
              <a:off x="641093" y="5540038"/>
              <a:ext cx="2447948" cy="1233452"/>
              <a:chOff x="3747245" y="5034265"/>
              <a:chExt cx="3097925" cy="1560957"/>
            </a:xfrm>
          </p:grpSpPr>
          <p:sp>
            <p:nvSpPr>
              <p:cNvPr id="1230" name="Rectangle 1229">
                <a:extLst>
                  <a:ext uri="{FF2B5EF4-FFF2-40B4-BE49-F238E27FC236}">
                    <a16:creationId xmlns:a16="http://schemas.microsoft.com/office/drawing/2014/main" id="{240BF285-48A0-BF83-99C7-984D4D8EBDB1}"/>
                  </a:ext>
                </a:extLst>
              </p:cNvPr>
              <p:cNvSpPr/>
              <p:nvPr/>
            </p:nvSpPr>
            <p:spPr>
              <a:xfrm>
                <a:off x="3747246" y="5034265"/>
                <a:ext cx="3097924" cy="1560957"/>
              </a:xfrm>
              <a:prstGeom prst="rect">
                <a:avLst/>
              </a:prstGeom>
              <a:solidFill>
                <a:srgbClr val="72706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1231" name="Rectangle 1230">
                <a:extLst>
                  <a:ext uri="{FF2B5EF4-FFF2-40B4-BE49-F238E27FC236}">
                    <a16:creationId xmlns:a16="http://schemas.microsoft.com/office/drawing/2014/main" id="{46932614-D614-C8DF-3399-3CC96F876EA1}"/>
                  </a:ext>
                </a:extLst>
              </p:cNvPr>
              <p:cNvSpPr/>
              <p:nvPr/>
            </p:nvSpPr>
            <p:spPr>
              <a:xfrm>
                <a:off x="3747245" y="5791884"/>
                <a:ext cx="3097924" cy="4571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1232" name="Group 1231">
                <a:extLst>
                  <a:ext uri="{FF2B5EF4-FFF2-40B4-BE49-F238E27FC236}">
                    <a16:creationId xmlns:a16="http://schemas.microsoft.com/office/drawing/2014/main" id="{9595BD0A-5960-44E8-C483-44ACE3C21653}"/>
                  </a:ext>
                </a:extLst>
              </p:cNvPr>
              <p:cNvGrpSpPr/>
              <p:nvPr/>
            </p:nvGrpSpPr>
            <p:grpSpPr>
              <a:xfrm flipH="1">
                <a:off x="3969715" y="5239449"/>
                <a:ext cx="1151411" cy="1142317"/>
                <a:chOff x="6978166" y="2617955"/>
                <a:chExt cx="1320364" cy="1319180"/>
              </a:xfrm>
            </p:grpSpPr>
            <p:sp>
              <p:nvSpPr>
                <p:cNvPr id="1265" name="Rectangle 1264">
                  <a:extLst>
                    <a:ext uri="{FF2B5EF4-FFF2-40B4-BE49-F238E27FC236}">
                      <a16:creationId xmlns:a16="http://schemas.microsoft.com/office/drawing/2014/main" id="{B2F0C82E-903E-4639-FC16-441C13704454}"/>
                    </a:ext>
                  </a:extLst>
                </p:cNvPr>
                <p:cNvSpPr/>
                <p:nvPr/>
              </p:nvSpPr>
              <p:spPr>
                <a:xfrm>
                  <a:off x="6978167" y="2617956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6" name="Rectangle 1265">
                  <a:extLst>
                    <a:ext uri="{FF2B5EF4-FFF2-40B4-BE49-F238E27FC236}">
                      <a16:creationId xmlns:a16="http://schemas.microsoft.com/office/drawing/2014/main" id="{BDFD8634-B0EC-B214-025A-8056F192FB52}"/>
                    </a:ext>
                  </a:extLst>
                </p:cNvPr>
                <p:cNvSpPr/>
                <p:nvPr/>
              </p:nvSpPr>
              <p:spPr>
                <a:xfrm rot="5400000">
                  <a:off x="7616087" y="1980034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7" name="Rectangle 1266">
                  <a:extLst>
                    <a:ext uri="{FF2B5EF4-FFF2-40B4-BE49-F238E27FC236}">
                      <a16:creationId xmlns:a16="http://schemas.microsoft.com/office/drawing/2014/main" id="{E5972E45-6D91-64B2-B52E-6D3567BBA446}"/>
                    </a:ext>
                  </a:extLst>
                </p:cNvPr>
                <p:cNvSpPr/>
                <p:nvPr/>
              </p:nvSpPr>
              <p:spPr>
                <a:xfrm rot="5400000">
                  <a:off x="7617920" y="3256522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68" name="Group 1267">
                  <a:extLst>
                    <a:ext uri="{FF2B5EF4-FFF2-40B4-BE49-F238E27FC236}">
                      <a16:creationId xmlns:a16="http://schemas.microsoft.com/office/drawing/2014/main" id="{0175EBA4-A9DE-A15E-3374-685D13353D71}"/>
                    </a:ext>
                  </a:extLst>
                </p:cNvPr>
                <p:cNvGrpSpPr/>
                <p:nvPr/>
              </p:nvGrpSpPr>
              <p:grpSpPr>
                <a:xfrm rot="16200000">
                  <a:off x="6621649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94" name="Rectangle 1293">
                    <a:extLst>
                      <a:ext uri="{FF2B5EF4-FFF2-40B4-BE49-F238E27FC236}">
                        <a16:creationId xmlns:a16="http://schemas.microsoft.com/office/drawing/2014/main" id="{6B263A22-1D23-7222-7FDD-C32CB5F6B67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95" name="フローチャート: 和接合 16">
                    <a:extLst>
                      <a:ext uri="{FF2B5EF4-FFF2-40B4-BE49-F238E27FC236}">
                        <a16:creationId xmlns:a16="http://schemas.microsoft.com/office/drawing/2014/main" id="{8144E4D0-1EC4-8160-BD47-2769E9A9499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69" name="Rectangle 1268">
                  <a:extLst>
                    <a:ext uri="{FF2B5EF4-FFF2-40B4-BE49-F238E27FC236}">
                      <a16:creationId xmlns:a16="http://schemas.microsoft.com/office/drawing/2014/main" id="{5B21306E-C4AE-992B-1761-9CD04AB99046}"/>
                    </a:ext>
                  </a:extLst>
                </p:cNvPr>
                <p:cNvSpPr/>
                <p:nvPr/>
              </p:nvSpPr>
              <p:spPr>
                <a:xfrm>
                  <a:off x="7020829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70" name="Group 1269">
                  <a:extLst>
                    <a:ext uri="{FF2B5EF4-FFF2-40B4-BE49-F238E27FC236}">
                      <a16:creationId xmlns:a16="http://schemas.microsoft.com/office/drawing/2014/main" id="{D6D4520D-47F0-C554-7C74-0457CB0C2A9B}"/>
                    </a:ext>
                  </a:extLst>
                </p:cNvPr>
                <p:cNvGrpSpPr/>
                <p:nvPr/>
              </p:nvGrpSpPr>
              <p:grpSpPr>
                <a:xfrm rot="16200000">
                  <a:off x="7051430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92" name="楕円 300">
                    <a:extLst>
                      <a:ext uri="{FF2B5EF4-FFF2-40B4-BE49-F238E27FC236}">
                        <a16:creationId xmlns:a16="http://schemas.microsoft.com/office/drawing/2014/main" id="{EE52AEB9-C88E-B96D-F563-F8A7FCB154D2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93" name="楕円 301">
                    <a:extLst>
                      <a:ext uri="{FF2B5EF4-FFF2-40B4-BE49-F238E27FC236}">
                        <a16:creationId xmlns:a16="http://schemas.microsoft.com/office/drawing/2014/main" id="{DAF317E3-C5F7-2E6A-8A09-D30E7C000FC7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271" name="Group 1270">
                  <a:extLst>
                    <a:ext uri="{FF2B5EF4-FFF2-40B4-BE49-F238E27FC236}">
                      <a16:creationId xmlns:a16="http://schemas.microsoft.com/office/drawing/2014/main" id="{8A6DF8B2-5A1A-EB03-476E-D5CC95F25451}"/>
                    </a:ext>
                  </a:extLst>
                </p:cNvPr>
                <p:cNvGrpSpPr/>
                <p:nvPr/>
              </p:nvGrpSpPr>
              <p:grpSpPr>
                <a:xfrm rot="16200000">
                  <a:off x="6940051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90" name="Rectangle 1289">
                    <a:extLst>
                      <a:ext uri="{FF2B5EF4-FFF2-40B4-BE49-F238E27FC236}">
                        <a16:creationId xmlns:a16="http://schemas.microsoft.com/office/drawing/2014/main" id="{5B2578C4-1BCD-535D-8EBB-72C4BA5E852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91" name="フローチャート: 和接合 16">
                    <a:extLst>
                      <a:ext uri="{FF2B5EF4-FFF2-40B4-BE49-F238E27FC236}">
                        <a16:creationId xmlns:a16="http://schemas.microsoft.com/office/drawing/2014/main" id="{25498950-AA95-5A0A-2B7C-B7F643DF8AF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72" name="Rectangle 1271">
                  <a:extLst>
                    <a:ext uri="{FF2B5EF4-FFF2-40B4-BE49-F238E27FC236}">
                      <a16:creationId xmlns:a16="http://schemas.microsoft.com/office/drawing/2014/main" id="{EC2F741C-68ED-9C83-016A-A7E0E97D5D32}"/>
                    </a:ext>
                  </a:extLst>
                </p:cNvPr>
                <p:cNvSpPr/>
                <p:nvPr/>
              </p:nvSpPr>
              <p:spPr>
                <a:xfrm>
                  <a:off x="7339231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73" name="Group 1272">
                  <a:extLst>
                    <a:ext uri="{FF2B5EF4-FFF2-40B4-BE49-F238E27FC236}">
                      <a16:creationId xmlns:a16="http://schemas.microsoft.com/office/drawing/2014/main" id="{0D44A4AE-F335-6931-7B7F-25AC7C4B502E}"/>
                    </a:ext>
                  </a:extLst>
                </p:cNvPr>
                <p:cNvGrpSpPr/>
                <p:nvPr/>
              </p:nvGrpSpPr>
              <p:grpSpPr>
                <a:xfrm rot="16200000">
                  <a:off x="7369832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88" name="楕円 300">
                    <a:extLst>
                      <a:ext uri="{FF2B5EF4-FFF2-40B4-BE49-F238E27FC236}">
                        <a16:creationId xmlns:a16="http://schemas.microsoft.com/office/drawing/2014/main" id="{A3EEB086-EEA7-DEE6-AF6B-C414855BB1A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89" name="楕円 301">
                    <a:extLst>
                      <a:ext uri="{FF2B5EF4-FFF2-40B4-BE49-F238E27FC236}">
                        <a16:creationId xmlns:a16="http://schemas.microsoft.com/office/drawing/2014/main" id="{BFCA1C77-B90A-E3BA-63E3-CABEB5318BD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274" name="Group 1273">
                  <a:extLst>
                    <a:ext uri="{FF2B5EF4-FFF2-40B4-BE49-F238E27FC236}">
                      <a16:creationId xmlns:a16="http://schemas.microsoft.com/office/drawing/2014/main" id="{BB490A95-EB9F-D904-9CA1-6C2567AC4507}"/>
                    </a:ext>
                  </a:extLst>
                </p:cNvPr>
                <p:cNvGrpSpPr/>
                <p:nvPr/>
              </p:nvGrpSpPr>
              <p:grpSpPr>
                <a:xfrm rot="16200000">
                  <a:off x="7258453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86" name="Rectangle 1285">
                    <a:extLst>
                      <a:ext uri="{FF2B5EF4-FFF2-40B4-BE49-F238E27FC236}">
                        <a16:creationId xmlns:a16="http://schemas.microsoft.com/office/drawing/2014/main" id="{7C937EDF-8F05-690E-356A-E13F35A4E58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87" name="フローチャート: 和接合 16">
                    <a:extLst>
                      <a:ext uri="{FF2B5EF4-FFF2-40B4-BE49-F238E27FC236}">
                        <a16:creationId xmlns:a16="http://schemas.microsoft.com/office/drawing/2014/main" id="{0129DD9E-5D56-F0B8-F5AD-9E08B81006A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75" name="Rectangle 1274">
                  <a:extLst>
                    <a:ext uri="{FF2B5EF4-FFF2-40B4-BE49-F238E27FC236}">
                      <a16:creationId xmlns:a16="http://schemas.microsoft.com/office/drawing/2014/main" id="{A8332B5A-12BB-32D7-4F3E-DC2072093DB3}"/>
                    </a:ext>
                  </a:extLst>
                </p:cNvPr>
                <p:cNvSpPr/>
                <p:nvPr/>
              </p:nvSpPr>
              <p:spPr>
                <a:xfrm>
                  <a:off x="7657633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76" name="Group 1275">
                  <a:extLst>
                    <a:ext uri="{FF2B5EF4-FFF2-40B4-BE49-F238E27FC236}">
                      <a16:creationId xmlns:a16="http://schemas.microsoft.com/office/drawing/2014/main" id="{45E0E00F-7B3C-7217-8BC2-21C8F8E3D2CA}"/>
                    </a:ext>
                  </a:extLst>
                </p:cNvPr>
                <p:cNvGrpSpPr/>
                <p:nvPr/>
              </p:nvGrpSpPr>
              <p:grpSpPr>
                <a:xfrm rot="16200000">
                  <a:off x="7688234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84" name="楕円 300">
                    <a:extLst>
                      <a:ext uri="{FF2B5EF4-FFF2-40B4-BE49-F238E27FC236}">
                        <a16:creationId xmlns:a16="http://schemas.microsoft.com/office/drawing/2014/main" id="{7C1FF0A0-2C94-37AC-4EFC-068A0FC6776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85" name="楕円 301">
                    <a:extLst>
                      <a:ext uri="{FF2B5EF4-FFF2-40B4-BE49-F238E27FC236}">
                        <a16:creationId xmlns:a16="http://schemas.microsoft.com/office/drawing/2014/main" id="{0C0189BE-66F3-692B-1C14-0581714249F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277" name="Group 1276">
                  <a:extLst>
                    <a:ext uri="{FF2B5EF4-FFF2-40B4-BE49-F238E27FC236}">
                      <a16:creationId xmlns:a16="http://schemas.microsoft.com/office/drawing/2014/main" id="{0D021964-40A7-1A20-316A-DC397680FC8B}"/>
                    </a:ext>
                  </a:extLst>
                </p:cNvPr>
                <p:cNvGrpSpPr/>
                <p:nvPr/>
              </p:nvGrpSpPr>
              <p:grpSpPr>
                <a:xfrm rot="16200000">
                  <a:off x="7576857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82" name="Rectangle 1281">
                    <a:extLst>
                      <a:ext uri="{FF2B5EF4-FFF2-40B4-BE49-F238E27FC236}">
                        <a16:creationId xmlns:a16="http://schemas.microsoft.com/office/drawing/2014/main" id="{5695259D-71BD-0EB1-5CE9-A349863A185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83" name="フローチャート: 和接合 16">
                    <a:extLst>
                      <a:ext uri="{FF2B5EF4-FFF2-40B4-BE49-F238E27FC236}">
                        <a16:creationId xmlns:a16="http://schemas.microsoft.com/office/drawing/2014/main" id="{6C4B1DD4-B93C-A7FC-E572-CFBF4178247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78" name="Rectangle 1277">
                  <a:extLst>
                    <a:ext uri="{FF2B5EF4-FFF2-40B4-BE49-F238E27FC236}">
                      <a16:creationId xmlns:a16="http://schemas.microsoft.com/office/drawing/2014/main" id="{DFD96BBC-FB7B-066C-85DA-91962C2D86E0}"/>
                    </a:ext>
                  </a:extLst>
                </p:cNvPr>
                <p:cNvSpPr/>
                <p:nvPr/>
              </p:nvSpPr>
              <p:spPr>
                <a:xfrm>
                  <a:off x="7976035" y="2660182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79" name="Group 1278">
                  <a:extLst>
                    <a:ext uri="{FF2B5EF4-FFF2-40B4-BE49-F238E27FC236}">
                      <a16:creationId xmlns:a16="http://schemas.microsoft.com/office/drawing/2014/main" id="{AD5BE71F-61FB-0F1D-0C93-A0C6F6F32A0F}"/>
                    </a:ext>
                  </a:extLst>
                </p:cNvPr>
                <p:cNvGrpSpPr/>
                <p:nvPr/>
              </p:nvGrpSpPr>
              <p:grpSpPr>
                <a:xfrm rot="16200000">
                  <a:off x="8006636" y="324849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80" name="楕円 300">
                    <a:extLst>
                      <a:ext uri="{FF2B5EF4-FFF2-40B4-BE49-F238E27FC236}">
                        <a16:creationId xmlns:a16="http://schemas.microsoft.com/office/drawing/2014/main" id="{6A958EB2-25DC-F722-E000-19B2A29D3AA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81" name="楕円 301">
                    <a:extLst>
                      <a:ext uri="{FF2B5EF4-FFF2-40B4-BE49-F238E27FC236}">
                        <a16:creationId xmlns:a16="http://schemas.microsoft.com/office/drawing/2014/main" id="{7914FBB2-78E1-74B2-9770-75E67633E52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233" name="Group 1232">
                <a:extLst>
                  <a:ext uri="{FF2B5EF4-FFF2-40B4-BE49-F238E27FC236}">
                    <a16:creationId xmlns:a16="http://schemas.microsoft.com/office/drawing/2014/main" id="{6FBAD285-F79D-A126-7BFA-573842428B7C}"/>
                  </a:ext>
                </a:extLst>
              </p:cNvPr>
              <p:cNvGrpSpPr/>
              <p:nvPr/>
            </p:nvGrpSpPr>
            <p:grpSpPr>
              <a:xfrm>
                <a:off x="5480428" y="5239449"/>
                <a:ext cx="1142274" cy="1150592"/>
                <a:chOff x="6978166" y="2617955"/>
                <a:chExt cx="1320364" cy="1319180"/>
              </a:xfrm>
            </p:grpSpPr>
            <p:sp>
              <p:nvSpPr>
                <p:cNvPr id="1234" name="Rectangle 1233">
                  <a:extLst>
                    <a:ext uri="{FF2B5EF4-FFF2-40B4-BE49-F238E27FC236}">
                      <a16:creationId xmlns:a16="http://schemas.microsoft.com/office/drawing/2014/main" id="{42912B4A-960B-6CE5-823C-EFAFD3373E60}"/>
                    </a:ext>
                  </a:extLst>
                </p:cNvPr>
                <p:cNvSpPr/>
                <p:nvPr/>
              </p:nvSpPr>
              <p:spPr>
                <a:xfrm>
                  <a:off x="6978167" y="2617956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5" name="Rectangle 1234">
                  <a:extLst>
                    <a:ext uri="{FF2B5EF4-FFF2-40B4-BE49-F238E27FC236}">
                      <a16:creationId xmlns:a16="http://schemas.microsoft.com/office/drawing/2014/main" id="{77EA2482-9925-F0DD-7E59-2CDB9C12E84D}"/>
                    </a:ext>
                  </a:extLst>
                </p:cNvPr>
                <p:cNvSpPr/>
                <p:nvPr/>
              </p:nvSpPr>
              <p:spPr>
                <a:xfrm rot="5400000">
                  <a:off x="7616087" y="1980034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36" name="Rectangle 1235">
                  <a:extLst>
                    <a:ext uri="{FF2B5EF4-FFF2-40B4-BE49-F238E27FC236}">
                      <a16:creationId xmlns:a16="http://schemas.microsoft.com/office/drawing/2014/main" id="{C40AB987-1820-64C0-297F-FA3E8C96105C}"/>
                    </a:ext>
                  </a:extLst>
                </p:cNvPr>
                <p:cNvSpPr/>
                <p:nvPr/>
              </p:nvSpPr>
              <p:spPr>
                <a:xfrm rot="5400000">
                  <a:off x="7617920" y="3256522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37" name="Group 1236">
                  <a:extLst>
                    <a:ext uri="{FF2B5EF4-FFF2-40B4-BE49-F238E27FC236}">
                      <a16:creationId xmlns:a16="http://schemas.microsoft.com/office/drawing/2014/main" id="{9A40F80C-1282-50DA-4283-E4F9110B74C5}"/>
                    </a:ext>
                  </a:extLst>
                </p:cNvPr>
                <p:cNvGrpSpPr/>
                <p:nvPr/>
              </p:nvGrpSpPr>
              <p:grpSpPr>
                <a:xfrm rot="16200000">
                  <a:off x="6621649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63" name="Rectangle 1262">
                    <a:extLst>
                      <a:ext uri="{FF2B5EF4-FFF2-40B4-BE49-F238E27FC236}">
                        <a16:creationId xmlns:a16="http://schemas.microsoft.com/office/drawing/2014/main" id="{612120B6-22EE-A5A6-2704-37ACE20D0DB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64" name="フローチャート: 和接合 16">
                    <a:extLst>
                      <a:ext uri="{FF2B5EF4-FFF2-40B4-BE49-F238E27FC236}">
                        <a16:creationId xmlns:a16="http://schemas.microsoft.com/office/drawing/2014/main" id="{EE8129F7-2506-EB42-B1AE-723C09B2F4C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38" name="Rectangle 1237">
                  <a:extLst>
                    <a:ext uri="{FF2B5EF4-FFF2-40B4-BE49-F238E27FC236}">
                      <a16:creationId xmlns:a16="http://schemas.microsoft.com/office/drawing/2014/main" id="{78ED10C0-76FD-9D5E-A2C5-4AB977C1D76F}"/>
                    </a:ext>
                  </a:extLst>
                </p:cNvPr>
                <p:cNvSpPr/>
                <p:nvPr/>
              </p:nvSpPr>
              <p:spPr>
                <a:xfrm>
                  <a:off x="7020829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39" name="Group 1238">
                  <a:extLst>
                    <a:ext uri="{FF2B5EF4-FFF2-40B4-BE49-F238E27FC236}">
                      <a16:creationId xmlns:a16="http://schemas.microsoft.com/office/drawing/2014/main" id="{7D33FD96-23A3-8CA5-AA50-AD174FB41356}"/>
                    </a:ext>
                  </a:extLst>
                </p:cNvPr>
                <p:cNvGrpSpPr/>
                <p:nvPr/>
              </p:nvGrpSpPr>
              <p:grpSpPr>
                <a:xfrm rot="16200000">
                  <a:off x="7051430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61" name="楕円 300">
                    <a:extLst>
                      <a:ext uri="{FF2B5EF4-FFF2-40B4-BE49-F238E27FC236}">
                        <a16:creationId xmlns:a16="http://schemas.microsoft.com/office/drawing/2014/main" id="{493ED166-7BD5-E63C-38FD-5EB8088F9682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62" name="楕円 301">
                    <a:extLst>
                      <a:ext uri="{FF2B5EF4-FFF2-40B4-BE49-F238E27FC236}">
                        <a16:creationId xmlns:a16="http://schemas.microsoft.com/office/drawing/2014/main" id="{61DED01B-C678-6E14-3F9D-729CAA8CE94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240" name="Group 1239">
                  <a:extLst>
                    <a:ext uri="{FF2B5EF4-FFF2-40B4-BE49-F238E27FC236}">
                      <a16:creationId xmlns:a16="http://schemas.microsoft.com/office/drawing/2014/main" id="{1A87FD62-ECDE-5916-3770-1C27FCEA294B}"/>
                    </a:ext>
                  </a:extLst>
                </p:cNvPr>
                <p:cNvGrpSpPr/>
                <p:nvPr/>
              </p:nvGrpSpPr>
              <p:grpSpPr>
                <a:xfrm rot="16200000">
                  <a:off x="6940051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59" name="Rectangle 1258">
                    <a:extLst>
                      <a:ext uri="{FF2B5EF4-FFF2-40B4-BE49-F238E27FC236}">
                        <a16:creationId xmlns:a16="http://schemas.microsoft.com/office/drawing/2014/main" id="{B11F9A01-1EBE-56DB-57E6-6B8CDE3244B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60" name="フローチャート: 和接合 16">
                    <a:extLst>
                      <a:ext uri="{FF2B5EF4-FFF2-40B4-BE49-F238E27FC236}">
                        <a16:creationId xmlns:a16="http://schemas.microsoft.com/office/drawing/2014/main" id="{471D84C9-F40B-DE16-F90B-C144E88E354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41" name="Rectangle 1240">
                  <a:extLst>
                    <a:ext uri="{FF2B5EF4-FFF2-40B4-BE49-F238E27FC236}">
                      <a16:creationId xmlns:a16="http://schemas.microsoft.com/office/drawing/2014/main" id="{EC4F999B-E0A8-F35E-EDA1-C07E9B1388AF}"/>
                    </a:ext>
                  </a:extLst>
                </p:cNvPr>
                <p:cNvSpPr/>
                <p:nvPr/>
              </p:nvSpPr>
              <p:spPr>
                <a:xfrm>
                  <a:off x="7339231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42" name="Group 1241">
                  <a:extLst>
                    <a:ext uri="{FF2B5EF4-FFF2-40B4-BE49-F238E27FC236}">
                      <a16:creationId xmlns:a16="http://schemas.microsoft.com/office/drawing/2014/main" id="{0DDF5FEC-B588-FB92-CC9C-4507D81D92E0}"/>
                    </a:ext>
                  </a:extLst>
                </p:cNvPr>
                <p:cNvGrpSpPr/>
                <p:nvPr/>
              </p:nvGrpSpPr>
              <p:grpSpPr>
                <a:xfrm rot="16200000">
                  <a:off x="7369832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57" name="楕円 300">
                    <a:extLst>
                      <a:ext uri="{FF2B5EF4-FFF2-40B4-BE49-F238E27FC236}">
                        <a16:creationId xmlns:a16="http://schemas.microsoft.com/office/drawing/2014/main" id="{68ACF6FC-6977-5D73-E5FD-C6D9D9BCEB5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58" name="楕円 301">
                    <a:extLst>
                      <a:ext uri="{FF2B5EF4-FFF2-40B4-BE49-F238E27FC236}">
                        <a16:creationId xmlns:a16="http://schemas.microsoft.com/office/drawing/2014/main" id="{977E0CFF-B118-4AA8-AB0D-7805569F80C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243" name="Group 1242">
                  <a:extLst>
                    <a:ext uri="{FF2B5EF4-FFF2-40B4-BE49-F238E27FC236}">
                      <a16:creationId xmlns:a16="http://schemas.microsoft.com/office/drawing/2014/main" id="{5EF803DE-6167-6E69-2913-E3DC5B8EE015}"/>
                    </a:ext>
                  </a:extLst>
                </p:cNvPr>
                <p:cNvGrpSpPr/>
                <p:nvPr/>
              </p:nvGrpSpPr>
              <p:grpSpPr>
                <a:xfrm rot="16200000">
                  <a:off x="7258453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55" name="Rectangle 1254">
                    <a:extLst>
                      <a:ext uri="{FF2B5EF4-FFF2-40B4-BE49-F238E27FC236}">
                        <a16:creationId xmlns:a16="http://schemas.microsoft.com/office/drawing/2014/main" id="{DF577318-FBAC-8544-1BA3-F0A4624AA3B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56" name="フローチャート: 和接合 16">
                    <a:extLst>
                      <a:ext uri="{FF2B5EF4-FFF2-40B4-BE49-F238E27FC236}">
                        <a16:creationId xmlns:a16="http://schemas.microsoft.com/office/drawing/2014/main" id="{AB37658E-92F3-05F7-F1CB-2ED53BA6881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44" name="Rectangle 1243">
                  <a:extLst>
                    <a:ext uri="{FF2B5EF4-FFF2-40B4-BE49-F238E27FC236}">
                      <a16:creationId xmlns:a16="http://schemas.microsoft.com/office/drawing/2014/main" id="{1A065D7F-461C-35A7-864C-B1E24B5CAC67}"/>
                    </a:ext>
                  </a:extLst>
                </p:cNvPr>
                <p:cNvSpPr/>
                <p:nvPr/>
              </p:nvSpPr>
              <p:spPr>
                <a:xfrm>
                  <a:off x="7657633" y="266018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45" name="Group 1244">
                  <a:extLst>
                    <a:ext uri="{FF2B5EF4-FFF2-40B4-BE49-F238E27FC236}">
                      <a16:creationId xmlns:a16="http://schemas.microsoft.com/office/drawing/2014/main" id="{7516AE45-50F1-9263-1F5A-6455AA532B85}"/>
                    </a:ext>
                  </a:extLst>
                </p:cNvPr>
                <p:cNvGrpSpPr/>
                <p:nvPr/>
              </p:nvGrpSpPr>
              <p:grpSpPr>
                <a:xfrm rot="16200000">
                  <a:off x="7688234" y="3248500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53" name="楕円 300">
                    <a:extLst>
                      <a:ext uri="{FF2B5EF4-FFF2-40B4-BE49-F238E27FC236}">
                        <a16:creationId xmlns:a16="http://schemas.microsoft.com/office/drawing/2014/main" id="{714B6FD5-537F-88D3-BB4E-69DBB8213A0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54" name="楕円 301">
                    <a:extLst>
                      <a:ext uri="{FF2B5EF4-FFF2-40B4-BE49-F238E27FC236}">
                        <a16:creationId xmlns:a16="http://schemas.microsoft.com/office/drawing/2014/main" id="{BEEE567D-A378-3E8F-1083-19FDFBDBDFB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246" name="Group 1245">
                  <a:extLst>
                    <a:ext uri="{FF2B5EF4-FFF2-40B4-BE49-F238E27FC236}">
                      <a16:creationId xmlns:a16="http://schemas.microsoft.com/office/drawing/2014/main" id="{8A0EB220-92CB-775A-BBD1-15F94AD9FF6A}"/>
                    </a:ext>
                  </a:extLst>
                </p:cNvPr>
                <p:cNvGrpSpPr/>
                <p:nvPr/>
              </p:nvGrpSpPr>
              <p:grpSpPr>
                <a:xfrm rot="16200000">
                  <a:off x="7576857" y="3218561"/>
                  <a:ext cx="1235561" cy="118800"/>
                  <a:chOff x="4961387" y="2975112"/>
                  <a:chExt cx="1235561" cy="118800"/>
                </a:xfrm>
                <a:solidFill>
                  <a:srgbClr val="FFC000"/>
                </a:solidFill>
              </p:grpSpPr>
              <p:sp>
                <p:nvSpPr>
                  <p:cNvPr id="1251" name="Rectangle 1250">
                    <a:extLst>
                      <a:ext uri="{FF2B5EF4-FFF2-40B4-BE49-F238E27FC236}">
                        <a16:creationId xmlns:a16="http://schemas.microsoft.com/office/drawing/2014/main" id="{3F6C02F6-CA0D-0C7C-BCD1-DDDF9F70023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519768" y="2416731"/>
                    <a:ext cx="118800" cy="1235561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JP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52" name="フローチャート: 和接合 16">
                    <a:extLst>
                      <a:ext uri="{FF2B5EF4-FFF2-40B4-BE49-F238E27FC236}">
                        <a16:creationId xmlns:a16="http://schemas.microsoft.com/office/drawing/2014/main" id="{3E513FDB-E1CB-381A-11F9-52F4611AB6D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48568" y="3003911"/>
                    <a:ext cx="61200" cy="61200"/>
                  </a:xfrm>
                  <a:prstGeom prst="flowChartSummingJunction">
                    <a:avLst/>
                  </a:prstGeom>
                  <a:grp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247" name="Rectangle 1246">
                  <a:extLst>
                    <a:ext uri="{FF2B5EF4-FFF2-40B4-BE49-F238E27FC236}">
                      <a16:creationId xmlns:a16="http://schemas.microsoft.com/office/drawing/2014/main" id="{6B7D14FD-10B7-72A1-F86B-A4A3D9B449DB}"/>
                    </a:ext>
                  </a:extLst>
                </p:cNvPr>
                <p:cNvSpPr/>
                <p:nvPr/>
              </p:nvSpPr>
              <p:spPr>
                <a:xfrm>
                  <a:off x="7976035" y="2660182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>
                    <a:latin typeface="Malgun Gothic" panose="020B0503020000020004" pitchFamily="34" charset="-127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248" name="Group 1247">
                  <a:extLst>
                    <a:ext uri="{FF2B5EF4-FFF2-40B4-BE49-F238E27FC236}">
                      <a16:creationId xmlns:a16="http://schemas.microsoft.com/office/drawing/2014/main" id="{40BC776F-820B-4A6F-5492-89E68661024E}"/>
                    </a:ext>
                  </a:extLst>
                </p:cNvPr>
                <p:cNvGrpSpPr/>
                <p:nvPr/>
              </p:nvGrpSpPr>
              <p:grpSpPr>
                <a:xfrm rot="16200000">
                  <a:off x="8006636" y="324849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249" name="楕円 300">
                    <a:extLst>
                      <a:ext uri="{FF2B5EF4-FFF2-40B4-BE49-F238E27FC236}">
                        <a16:creationId xmlns:a16="http://schemas.microsoft.com/office/drawing/2014/main" id="{5CE3C5CD-7AB1-589A-6AFE-25BF0041C6E3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50" name="楕円 301">
                    <a:extLst>
                      <a:ext uri="{FF2B5EF4-FFF2-40B4-BE49-F238E27FC236}">
                        <a16:creationId xmlns:a16="http://schemas.microsoft.com/office/drawing/2014/main" id="{CF416F9A-06A5-73F9-FC54-B78AFA9E3BB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>
                      <a:latin typeface="Malgun Gothic" panose="020B0503020000020004" pitchFamily="34" charset="-127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grpSp>
          <p:nvGrpSpPr>
            <p:cNvPr id="1204" name="Group 1203">
              <a:extLst>
                <a:ext uri="{FF2B5EF4-FFF2-40B4-BE49-F238E27FC236}">
                  <a16:creationId xmlns:a16="http://schemas.microsoft.com/office/drawing/2014/main" id="{4B8D8557-FAC9-3633-E15F-41EF096F861B}"/>
                </a:ext>
              </a:extLst>
            </p:cNvPr>
            <p:cNvGrpSpPr/>
            <p:nvPr/>
          </p:nvGrpSpPr>
          <p:grpSpPr>
            <a:xfrm>
              <a:off x="4307195" y="5756027"/>
              <a:ext cx="2818256" cy="1008713"/>
              <a:chOff x="4257840" y="4866885"/>
              <a:chExt cx="2818256" cy="1008713"/>
            </a:xfrm>
          </p:grpSpPr>
          <p:sp>
            <p:nvSpPr>
              <p:cNvPr id="1210" name="Rectangle 1209">
                <a:extLst>
                  <a:ext uri="{FF2B5EF4-FFF2-40B4-BE49-F238E27FC236}">
                    <a16:creationId xmlns:a16="http://schemas.microsoft.com/office/drawing/2014/main" id="{4DAF53C3-C2D2-20E6-1243-FBEE52E57DBC}"/>
                  </a:ext>
                </a:extLst>
              </p:cNvPr>
              <p:cNvSpPr/>
              <p:nvPr/>
            </p:nvSpPr>
            <p:spPr>
              <a:xfrm>
                <a:off x="4257842" y="5535856"/>
                <a:ext cx="2818254" cy="339742"/>
              </a:xfrm>
              <a:prstGeom prst="rect">
                <a:avLst/>
              </a:prstGeom>
              <a:solidFill>
                <a:srgbClr val="72706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solidFill>
                    <a:schemeClr val="tx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1" name="Rectangle 1210">
                <a:extLst>
                  <a:ext uri="{FF2B5EF4-FFF2-40B4-BE49-F238E27FC236}">
                    <a16:creationId xmlns:a16="http://schemas.microsoft.com/office/drawing/2014/main" id="{BF2A2701-0A24-2357-621E-5B64A287F936}"/>
                  </a:ext>
                </a:extLst>
              </p:cNvPr>
              <p:cNvSpPr/>
              <p:nvPr/>
            </p:nvSpPr>
            <p:spPr>
              <a:xfrm rot="10800000">
                <a:off x="5253937" y="4869500"/>
                <a:ext cx="328015" cy="564488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2" name="Rectangle 1211">
                <a:extLst>
                  <a:ext uri="{FF2B5EF4-FFF2-40B4-BE49-F238E27FC236}">
                    <a16:creationId xmlns:a16="http://schemas.microsoft.com/office/drawing/2014/main" id="{753AAD5B-997B-4EDA-7638-111513AF171A}"/>
                  </a:ext>
                </a:extLst>
              </p:cNvPr>
              <p:cNvSpPr/>
              <p:nvPr/>
            </p:nvSpPr>
            <p:spPr>
              <a:xfrm rot="10800000">
                <a:off x="4755889" y="4866885"/>
                <a:ext cx="328015" cy="56448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3" name="Rectangle 1212">
                <a:extLst>
                  <a:ext uri="{FF2B5EF4-FFF2-40B4-BE49-F238E27FC236}">
                    <a16:creationId xmlns:a16="http://schemas.microsoft.com/office/drawing/2014/main" id="{0FA72AAE-7E46-393F-AB3A-C552ABC0E95B}"/>
                  </a:ext>
                </a:extLst>
              </p:cNvPr>
              <p:cNvSpPr/>
              <p:nvPr/>
            </p:nvSpPr>
            <p:spPr>
              <a:xfrm rot="10800000">
                <a:off x="4257842" y="4868689"/>
                <a:ext cx="328014" cy="565298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4" name="Rectangle 1213">
                <a:extLst>
                  <a:ext uri="{FF2B5EF4-FFF2-40B4-BE49-F238E27FC236}">
                    <a16:creationId xmlns:a16="http://schemas.microsoft.com/office/drawing/2014/main" id="{4654CB6D-B6D9-7C22-6A4B-5A454AC2968B}"/>
                  </a:ext>
                </a:extLst>
              </p:cNvPr>
              <p:cNvSpPr/>
              <p:nvPr/>
            </p:nvSpPr>
            <p:spPr>
              <a:xfrm rot="5400000">
                <a:off x="5614600" y="4075445"/>
                <a:ext cx="104736" cy="281825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5" name="Rectangle 1214">
                <a:extLst>
                  <a:ext uri="{FF2B5EF4-FFF2-40B4-BE49-F238E27FC236}">
                    <a16:creationId xmlns:a16="http://schemas.microsoft.com/office/drawing/2014/main" id="{6484A372-2C50-1562-E678-BB2923EAF0C4}"/>
                  </a:ext>
                </a:extLst>
              </p:cNvPr>
              <p:cNvSpPr/>
              <p:nvPr/>
            </p:nvSpPr>
            <p:spPr>
              <a:xfrm rot="10800000">
                <a:off x="6748080" y="4869500"/>
                <a:ext cx="328015" cy="56448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6" name="Rectangle 1215">
                <a:extLst>
                  <a:ext uri="{FF2B5EF4-FFF2-40B4-BE49-F238E27FC236}">
                    <a16:creationId xmlns:a16="http://schemas.microsoft.com/office/drawing/2014/main" id="{AB10A3B1-3530-30F1-E2CE-AF65702A1CA4}"/>
                  </a:ext>
                </a:extLst>
              </p:cNvPr>
              <p:cNvSpPr/>
              <p:nvPr/>
            </p:nvSpPr>
            <p:spPr>
              <a:xfrm rot="10800000">
                <a:off x="6250033" y="4869501"/>
                <a:ext cx="328015" cy="564488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7" name="Rectangle 1216">
                <a:extLst>
                  <a:ext uri="{FF2B5EF4-FFF2-40B4-BE49-F238E27FC236}">
                    <a16:creationId xmlns:a16="http://schemas.microsoft.com/office/drawing/2014/main" id="{F2EB4A11-7537-12E5-D6F6-D0443C815DE7}"/>
                  </a:ext>
                </a:extLst>
              </p:cNvPr>
              <p:cNvSpPr/>
              <p:nvPr/>
            </p:nvSpPr>
            <p:spPr>
              <a:xfrm rot="10800000">
                <a:off x="5740403" y="4867861"/>
                <a:ext cx="328014" cy="56529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18" name="Straight Connector 1217">
                <a:extLst>
                  <a:ext uri="{FF2B5EF4-FFF2-40B4-BE49-F238E27FC236}">
                    <a16:creationId xmlns:a16="http://schemas.microsoft.com/office/drawing/2014/main" id="{5C133337-2A61-8681-A21E-0D2F075EDA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5683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9" name="Straight Connector 1218">
                <a:extLst>
                  <a:ext uri="{FF2B5EF4-FFF2-40B4-BE49-F238E27FC236}">
                    <a16:creationId xmlns:a16="http://schemas.microsoft.com/office/drawing/2014/main" id="{81803C76-C42F-032E-6C8E-FA797A9ABF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29897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0" name="Straight Connector 1219">
                <a:extLst>
                  <a:ext uri="{FF2B5EF4-FFF2-40B4-BE49-F238E27FC236}">
                    <a16:creationId xmlns:a16="http://schemas.microsoft.com/office/drawing/2014/main" id="{505343D7-F8DF-45C2-C520-1F94C861E6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4112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1" name="Straight Connector 1220">
                <a:extLst>
                  <a:ext uri="{FF2B5EF4-FFF2-40B4-BE49-F238E27FC236}">
                    <a16:creationId xmlns:a16="http://schemas.microsoft.com/office/drawing/2014/main" id="{2B9395D9-D387-BA8A-6896-CDEB006ADC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8326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2" name="Straight Connector 1221">
                <a:extLst>
                  <a:ext uri="{FF2B5EF4-FFF2-40B4-BE49-F238E27FC236}">
                    <a16:creationId xmlns:a16="http://schemas.microsoft.com/office/drawing/2014/main" id="{14B1B5FE-2901-8857-ABC5-035AE93773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2541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3" name="Straight Connector 1222">
                <a:extLst>
                  <a:ext uri="{FF2B5EF4-FFF2-40B4-BE49-F238E27FC236}">
                    <a16:creationId xmlns:a16="http://schemas.microsoft.com/office/drawing/2014/main" id="{1BBEF960-10AC-B6B4-BDF7-F26EC1FF8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6754" y="5134209"/>
                <a:ext cx="0" cy="685425"/>
              </a:xfrm>
              <a:prstGeom prst="line">
                <a:avLst/>
              </a:prstGeom>
              <a:ln w="76200"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24" name="Picture 1223">
                <a:extLst>
                  <a:ext uri="{FF2B5EF4-FFF2-40B4-BE49-F238E27FC236}">
                    <a16:creationId xmlns:a16="http://schemas.microsoft.com/office/drawing/2014/main" id="{10085B27-95E9-C9CB-8981-A19A6267E6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374250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1225" name="Picture 1224">
                <a:extLst>
                  <a:ext uri="{FF2B5EF4-FFF2-40B4-BE49-F238E27FC236}">
                    <a16:creationId xmlns:a16="http://schemas.microsoft.com/office/drawing/2014/main" id="{5C746246-69C3-3DCE-F6AF-763640FF2C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55541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1226" name="Picture 1225">
                <a:extLst>
                  <a:ext uri="{FF2B5EF4-FFF2-40B4-BE49-F238E27FC236}">
                    <a16:creationId xmlns:a16="http://schemas.microsoft.com/office/drawing/2014/main" id="{EF843BC1-FA56-FD8F-0087-1B666B5F9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376030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1227" name="Picture 1226">
                <a:extLst>
                  <a:ext uri="{FF2B5EF4-FFF2-40B4-BE49-F238E27FC236}">
                    <a16:creationId xmlns:a16="http://schemas.microsoft.com/office/drawing/2014/main" id="{C0741E5E-7C3A-3FAB-B096-9B819282A5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879093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1228" name="Picture 1227">
                <a:extLst>
                  <a:ext uri="{FF2B5EF4-FFF2-40B4-BE49-F238E27FC236}">
                    <a16:creationId xmlns:a16="http://schemas.microsoft.com/office/drawing/2014/main" id="{2F56963F-DE53-5E25-87D9-048C2B42DB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385430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  <p:pic>
            <p:nvPicPr>
              <p:cNvPr id="1229" name="Picture 1228">
                <a:extLst>
                  <a:ext uri="{FF2B5EF4-FFF2-40B4-BE49-F238E27FC236}">
                    <a16:creationId xmlns:a16="http://schemas.microsoft.com/office/drawing/2014/main" id="{36C95A26-F6D5-6150-4548-D2659B74FE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888493" y="5242960"/>
                <a:ext cx="95238" cy="414286"/>
              </a:xfrm>
              <a:prstGeom prst="rect">
                <a:avLst/>
              </a:prstGeom>
              <a:effectLst>
                <a:glow rad="63500">
                  <a:schemeClr val="bg1">
                    <a:alpha val="40000"/>
                  </a:schemeClr>
                </a:glow>
              </a:effectLst>
            </p:spPr>
          </p:pic>
        </p:grpSp>
        <p:cxnSp>
          <p:nvCxnSpPr>
            <p:cNvPr id="1205" name="Straight Arrow Connector 1204">
              <a:extLst>
                <a:ext uri="{FF2B5EF4-FFF2-40B4-BE49-F238E27FC236}">
                  <a16:creationId xmlns:a16="http://schemas.microsoft.com/office/drawing/2014/main" id="{EEB5CDCE-6355-D543-6AB9-301F45CA81D1}"/>
                </a:ext>
              </a:extLst>
            </p:cNvPr>
            <p:cNvCxnSpPr>
              <a:cxnSpLocks/>
            </p:cNvCxnSpPr>
            <p:nvPr/>
          </p:nvCxnSpPr>
          <p:spPr>
            <a:xfrm>
              <a:off x="3989246" y="5763190"/>
              <a:ext cx="0" cy="1001795"/>
            </a:xfrm>
            <a:prstGeom prst="straightConnector1">
              <a:avLst/>
            </a:prstGeom>
            <a:ln w="38100">
              <a:solidFill>
                <a:srgbClr val="1F4E7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6" name="テキスト プレースホルダー 2">
              <a:extLst>
                <a:ext uri="{FF2B5EF4-FFF2-40B4-BE49-F238E27FC236}">
                  <a16:creationId xmlns:a16="http://schemas.microsoft.com/office/drawing/2014/main" id="{07D3AD3D-F0A7-B8FE-857D-AB3C61A0BD03}"/>
                </a:ext>
              </a:extLst>
            </p:cNvPr>
            <p:cNvSpPr txBox="1">
              <a:spLocks/>
            </p:cNvSpPr>
            <p:nvPr/>
          </p:nvSpPr>
          <p:spPr>
            <a:xfrm rot="5400000">
              <a:off x="3040351" y="6122737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6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Low </a:t>
              </a:r>
              <a:r>
                <a:rPr kumimoji="1" lang="en-US" altLang="ja-JP" sz="1600" b="1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1600" b="1" baseline="-250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TH</a:t>
              </a:r>
              <a:endParaRPr kumimoji="1" lang="en-US" altLang="ja-JP" sz="1600" b="1" u="sng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07" name="テキスト プレースホルダー 2">
              <a:extLst>
                <a:ext uri="{FF2B5EF4-FFF2-40B4-BE49-F238E27FC236}">
                  <a16:creationId xmlns:a16="http://schemas.microsoft.com/office/drawing/2014/main" id="{49F12B0E-FFB6-F947-6AB8-A28E4F4A60F6}"/>
                </a:ext>
              </a:extLst>
            </p:cNvPr>
            <p:cNvSpPr txBox="1">
              <a:spLocks/>
            </p:cNvSpPr>
            <p:nvPr/>
          </p:nvSpPr>
          <p:spPr>
            <a:xfrm>
              <a:off x="3285269" y="5494602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2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inside</a:t>
              </a:r>
              <a:endParaRPr kumimoji="1" lang="en-US" altLang="ja-JP" sz="1200" b="1" u="sng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08" name="テキスト プレースホルダー 2">
              <a:extLst>
                <a:ext uri="{FF2B5EF4-FFF2-40B4-BE49-F238E27FC236}">
                  <a16:creationId xmlns:a16="http://schemas.microsoft.com/office/drawing/2014/main" id="{685B7E8F-3F74-336F-EF8B-EE9AFFD9AD27}"/>
                </a:ext>
              </a:extLst>
            </p:cNvPr>
            <p:cNvSpPr txBox="1">
              <a:spLocks/>
            </p:cNvSpPr>
            <p:nvPr/>
          </p:nvSpPr>
          <p:spPr>
            <a:xfrm>
              <a:off x="3256619" y="6773489"/>
              <a:ext cx="1420039" cy="360450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kumimoji="1" lang="en-US" altLang="ja-JP" sz="1200">
                  <a:latin typeface="Malgun Gothic" panose="020B0503020000020004" pitchFamily="34" charset="-127"/>
                  <a:ea typeface="Malgun Gothic" panose="020B0503020000020004" pitchFamily="34" charset="-127"/>
                  <a:cs typeface="Times New Roman" panose="02020603050405020304" pitchFamily="18" charset="0"/>
                </a:rPr>
                <a:t>ambient</a:t>
              </a:r>
              <a:endParaRPr kumimoji="1" lang="en-US" altLang="ja-JP" sz="1200" b="1" u="sng" baseline="-25000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09" name="Rectangle 1208">
              <a:extLst>
                <a:ext uri="{FF2B5EF4-FFF2-40B4-BE49-F238E27FC236}">
                  <a16:creationId xmlns:a16="http://schemas.microsoft.com/office/drawing/2014/main" id="{CAD8606B-ABF3-4C99-5FE8-D462D9C5522D}"/>
                </a:ext>
              </a:extLst>
            </p:cNvPr>
            <p:cNvSpPr/>
            <p:nvPr/>
          </p:nvSpPr>
          <p:spPr>
            <a:xfrm>
              <a:off x="1877036" y="6177705"/>
              <a:ext cx="1141661" cy="535307"/>
            </a:xfrm>
            <a:prstGeom prst="rect">
              <a:avLst/>
            </a:prstGeom>
            <a:noFill/>
            <a:effectLst>
              <a:glow rad="1397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296" name="テキスト プレースホルダー 2">
            <a:extLst>
              <a:ext uri="{FF2B5EF4-FFF2-40B4-BE49-F238E27FC236}">
                <a16:creationId xmlns:a16="http://schemas.microsoft.com/office/drawing/2014/main" id="{11700BBC-32AF-6D59-8D89-06CE495DD2C3}"/>
              </a:ext>
            </a:extLst>
          </p:cNvPr>
          <p:cNvSpPr txBox="1">
            <a:spLocks/>
          </p:cNvSpPr>
          <p:nvPr/>
        </p:nvSpPr>
        <p:spPr>
          <a:xfrm>
            <a:off x="17024310" y="-2815949"/>
            <a:ext cx="208840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3200" baseline="-2500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298" name="Straight Connector 1297">
            <a:extLst>
              <a:ext uri="{FF2B5EF4-FFF2-40B4-BE49-F238E27FC236}">
                <a16:creationId xmlns:a16="http://schemas.microsoft.com/office/drawing/2014/main" id="{0BDB045B-E532-59C9-4740-B18C14D2F4F2}"/>
              </a:ext>
            </a:extLst>
          </p:cNvPr>
          <p:cNvCxnSpPr/>
          <p:nvPr/>
        </p:nvCxnSpPr>
        <p:spPr>
          <a:xfrm flipV="1">
            <a:off x="17205342" y="-3532975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9" name="Straight Connector 1298">
            <a:extLst>
              <a:ext uri="{FF2B5EF4-FFF2-40B4-BE49-F238E27FC236}">
                <a16:creationId xmlns:a16="http://schemas.microsoft.com/office/drawing/2014/main" id="{0C8CD55F-53B6-0502-F892-7B15DADC9A89}"/>
              </a:ext>
            </a:extLst>
          </p:cNvPr>
          <p:cNvCxnSpPr>
            <a:cxnSpLocks/>
          </p:cNvCxnSpPr>
          <p:nvPr/>
        </p:nvCxnSpPr>
        <p:spPr>
          <a:xfrm flipH="1" flipV="1">
            <a:off x="17230742" y="-1995527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3731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18CA7-794A-57DE-2BAF-C31FC733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5B15500-3240-E69C-C41E-9387FED9FA36}"/>
              </a:ext>
            </a:extLst>
          </p:cNvPr>
          <p:cNvGrpSpPr/>
          <p:nvPr/>
        </p:nvGrpSpPr>
        <p:grpSpPr>
          <a:xfrm>
            <a:off x="244475" y="276086"/>
            <a:ext cx="10849338" cy="6659045"/>
            <a:chOff x="244475" y="276086"/>
            <a:chExt cx="10849338" cy="66590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FAC9346-0083-373D-5B4C-AA1B73E42C1F}"/>
                </a:ext>
              </a:extLst>
            </p:cNvPr>
            <p:cNvSpPr/>
            <p:nvPr/>
          </p:nvSpPr>
          <p:spPr>
            <a:xfrm rot="5400000">
              <a:off x="780749" y="1880714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7E26415-7CCC-F9EF-CC11-E52119ED7BEB}"/>
                </a:ext>
              </a:extLst>
            </p:cNvPr>
            <p:cNvSpPr/>
            <p:nvPr/>
          </p:nvSpPr>
          <p:spPr>
            <a:xfrm rot="5400000">
              <a:off x="1318739" y="1880714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E0A676D-1DF5-E0DA-27E3-E03C4DDF4103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1100485" y="2356861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E7ACAD3-8A2B-9323-8BBC-33E11C97A603}"/>
                </a:ext>
              </a:extLst>
            </p:cNvPr>
            <p:cNvCxnSpPr/>
            <p:nvPr/>
          </p:nvCxnSpPr>
          <p:spPr>
            <a:xfrm>
              <a:off x="1633015" y="2356861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88B93F7-89B4-95EA-3061-F26DEA10B203}"/>
                </a:ext>
              </a:extLst>
            </p:cNvPr>
            <p:cNvCxnSpPr>
              <a:cxnSpLocks/>
            </p:cNvCxnSpPr>
            <p:nvPr/>
          </p:nvCxnSpPr>
          <p:spPr>
            <a:xfrm>
              <a:off x="1100485" y="2685481"/>
              <a:ext cx="53253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39FB39C-5801-CB3A-C782-D82EF5AF5B75}"/>
                </a:ext>
              </a:extLst>
            </p:cNvPr>
            <p:cNvCxnSpPr>
              <a:cxnSpLocks/>
            </p:cNvCxnSpPr>
            <p:nvPr/>
          </p:nvCxnSpPr>
          <p:spPr>
            <a:xfrm>
              <a:off x="1366750" y="2685481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4AC5F2E-485C-1919-6D92-C999D020C5E9}"/>
                </a:ext>
              </a:extLst>
            </p:cNvPr>
            <p:cNvCxnSpPr>
              <a:cxnSpLocks/>
            </p:cNvCxnSpPr>
            <p:nvPr/>
          </p:nvCxnSpPr>
          <p:spPr>
            <a:xfrm>
              <a:off x="1131587" y="3014101"/>
              <a:ext cx="4733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779">
              <a:extLst>
                <a:ext uri="{FF2B5EF4-FFF2-40B4-BE49-F238E27FC236}">
                  <a16:creationId xmlns:a16="http://schemas.microsoft.com/office/drawing/2014/main" id="{F2E05F3D-3886-6F38-947D-0AFF5133850A}"/>
                </a:ext>
              </a:extLst>
            </p:cNvPr>
            <p:cNvCxnSpPr>
              <a:cxnSpLocks/>
            </p:cNvCxnSpPr>
            <p:nvPr/>
          </p:nvCxnSpPr>
          <p:spPr>
            <a:xfrm>
              <a:off x="1206266" y="3150493"/>
              <a:ext cx="3209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780">
              <a:extLst>
                <a:ext uri="{FF2B5EF4-FFF2-40B4-BE49-F238E27FC236}">
                  <a16:creationId xmlns:a16="http://schemas.microsoft.com/office/drawing/2014/main" id="{0DC7F5F9-BFA4-9FDA-7A25-FD3C2AB9B9F8}"/>
                </a:ext>
              </a:extLst>
            </p:cNvPr>
            <p:cNvCxnSpPr>
              <a:cxnSpLocks/>
            </p:cNvCxnSpPr>
            <p:nvPr/>
          </p:nvCxnSpPr>
          <p:spPr>
            <a:xfrm>
              <a:off x="1256896" y="3479113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781">
              <a:extLst>
                <a:ext uri="{FF2B5EF4-FFF2-40B4-BE49-F238E27FC236}">
                  <a16:creationId xmlns:a16="http://schemas.microsoft.com/office/drawing/2014/main" id="{15B379CE-0AD1-8553-E4B7-FA9A57F36AF4}"/>
                </a:ext>
              </a:extLst>
            </p:cNvPr>
            <p:cNvCxnSpPr/>
            <p:nvPr/>
          </p:nvCxnSpPr>
          <p:spPr>
            <a:xfrm>
              <a:off x="1366750" y="315049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782">
              <a:extLst>
                <a:ext uri="{FF2B5EF4-FFF2-40B4-BE49-F238E27FC236}">
                  <a16:creationId xmlns:a16="http://schemas.microsoft.com/office/drawing/2014/main" id="{54ED023B-3ADE-BBAB-F371-E1A22E949C30}"/>
                </a:ext>
              </a:extLst>
            </p:cNvPr>
            <p:cNvCxnSpPr>
              <a:cxnSpLocks/>
            </p:cNvCxnSpPr>
            <p:nvPr/>
          </p:nvCxnSpPr>
          <p:spPr>
            <a:xfrm>
              <a:off x="1314617" y="3533290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783">
              <a:extLst>
                <a:ext uri="{FF2B5EF4-FFF2-40B4-BE49-F238E27FC236}">
                  <a16:creationId xmlns:a16="http://schemas.microsoft.com/office/drawing/2014/main" id="{3518686B-F375-CF19-641D-3B353D912EA0}"/>
                </a:ext>
              </a:extLst>
            </p:cNvPr>
            <p:cNvCxnSpPr>
              <a:cxnSpLocks/>
            </p:cNvCxnSpPr>
            <p:nvPr/>
          </p:nvCxnSpPr>
          <p:spPr>
            <a:xfrm>
              <a:off x="1339128" y="3589848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784">
              <a:extLst>
                <a:ext uri="{FF2B5EF4-FFF2-40B4-BE49-F238E27FC236}">
                  <a16:creationId xmlns:a16="http://schemas.microsoft.com/office/drawing/2014/main" id="{7538EE5D-43DD-4D74-C1CF-64E2E0B5E0E2}"/>
                </a:ext>
              </a:extLst>
            </p:cNvPr>
            <p:cNvCxnSpPr/>
            <p:nvPr/>
          </p:nvCxnSpPr>
          <p:spPr>
            <a:xfrm>
              <a:off x="1100485" y="138876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03E0D6E0-B4A5-0900-32E9-E7A119885D43}"/>
                </a:ext>
              </a:extLst>
            </p:cNvPr>
            <p:cNvCxnSpPr/>
            <p:nvPr/>
          </p:nvCxnSpPr>
          <p:spPr>
            <a:xfrm>
              <a:off x="1633015" y="138876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787">
              <a:extLst>
                <a:ext uri="{FF2B5EF4-FFF2-40B4-BE49-F238E27FC236}">
                  <a16:creationId xmlns:a16="http://schemas.microsoft.com/office/drawing/2014/main" id="{1D2B305B-1B18-15C8-BDB1-AD0474D757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485" y="1400407"/>
              <a:ext cx="53253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788">
              <a:extLst>
                <a:ext uri="{FF2B5EF4-FFF2-40B4-BE49-F238E27FC236}">
                  <a16:creationId xmlns:a16="http://schemas.microsoft.com/office/drawing/2014/main" id="{93EB49B5-DA41-8F4D-E9EB-4C0CBFF1AFCC}"/>
                </a:ext>
              </a:extLst>
            </p:cNvPr>
            <p:cNvCxnSpPr>
              <a:cxnSpLocks/>
            </p:cNvCxnSpPr>
            <p:nvPr/>
          </p:nvCxnSpPr>
          <p:spPr>
            <a:xfrm>
              <a:off x="1366750" y="106014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BBF85896-3DA7-F694-ED07-382B216D108E}"/>
                </a:ext>
              </a:extLst>
            </p:cNvPr>
            <p:cNvSpPr/>
            <p:nvPr/>
          </p:nvSpPr>
          <p:spPr>
            <a:xfrm rot="10800000">
              <a:off x="1633015" y="919999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794" name="Straight Connector 793">
              <a:extLst>
                <a:ext uri="{FF2B5EF4-FFF2-40B4-BE49-F238E27FC236}">
                  <a16:creationId xmlns:a16="http://schemas.microsoft.com/office/drawing/2014/main" id="{FDC59CCB-9F8C-7F04-6888-C9BAC0F4F540}"/>
                </a:ext>
              </a:extLst>
            </p:cNvPr>
            <p:cNvCxnSpPr>
              <a:cxnSpLocks/>
            </p:cNvCxnSpPr>
            <p:nvPr/>
          </p:nvCxnSpPr>
          <p:spPr>
            <a:xfrm>
              <a:off x="1366750" y="107687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794">
              <a:extLst>
                <a:ext uri="{FF2B5EF4-FFF2-40B4-BE49-F238E27FC236}">
                  <a16:creationId xmlns:a16="http://schemas.microsoft.com/office/drawing/2014/main" id="{9A5F943D-6649-9EFF-2A1E-223A481EDBEE}"/>
                </a:ext>
              </a:extLst>
            </p:cNvPr>
            <p:cNvCxnSpPr>
              <a:cxnSpLocks/>
            </p:cNvCxnSpPr>
            <p:nvPr/>
          </p:nvCxnSpPr>
          <p:spPr>
            <a:xfrm>
              <a:off x="2272487" y="107702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6" name="Oval 795">
              <a:extLst>
                <a:ext uri="{FF2B5EF4-FFF2-40B4-BE49-F238E27FC236}">
                  <a16:creationId xmlns:a16="http://schemas.microsoft.com/office/drawing/2014/main" id="{30BFD7AE-FF9B-1C16-8376-16EA2DB96A55}"/>
                </a:ext>
              </a:extLst>
            </p:cNvPr>
            <p:cNvSpPr/>
            <p:nvPr/>
          </p:nvSpPr>
          <p:spPr>
            <a:xfrm>
              <a:off x="2515475" y="1030321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797" name="Straight Connector 796">
              <a:extLst>
                <a:ext uri="{FF2B5EF4-FFF2-40B4-BE49-F238E27FC236}">
                  <a16:creationId xmlns:a16="http://schemas.microsoft.com/office/drawing/2014/main" id="{20562F9A-B1DF-CA03-0A84-128DB1CFECA6}"/>
                </a:ext>
              </a:extLst>
            </p:cNvPr>
            <p:cNvCxnSpPr>
              <a:cxnSpLocks/>
            </p:cNvCxnSpPr>
            <p:nvPr/>
          </p:nvCxnSpPr>
          <p:spPr>
            <a:xfrm>
              <a:off x="2585299" y="1078187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08F0130B-A28E-0DF6-CADB-A4E09D613872}"/>
                </a:ext>
              </a:extLst>
            </p:cNvPr>
            <p:cNvSpPr/>
            <p:nvPr/>
          </p:nvSpPr>
          <p:spPr>
            <a:xfrm rot="10800000">
              <a:off x="2851564" y="903737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03" name="Straight Connector 802">
              <a:extLst>
                <a:ext uri="{FF2B5EF4-FFF2-40B4-BE49-F238E27FC236}">
                  <a16:creationId xmlns:a16="http://schemas.microsoft.com/office/drawing/2014/main" id="{DA0C5833-C3D3-FE65-9454-F57DE5D28830}"/>
                </a:ext>
              </a:extLst>
            </p:cNvPr>
            <p:cNvCxnSpPr>
              <a:cxnSpLocks/>
            </p:cNvCxnSpPr>
            <p:nvPr/>
          </p:nvCxnSpPr>
          <p:spPr>
            <a:xfrm>
              <a:off x="3491036" y="1067760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6" name="Rectangle 805">
              <a:extLst>
                <a:ext uri="{FF2B5EF4-FFF2-40B4-BE49-F238E27FC236}">
                  <a16:creationId xmlns:a16="http://schemas.microsoft.com/office/drawing/2014/main" id="{795EB907-3315-646C-390B-DA4DEDDA14C3}"/>
                </a:ext>
              </a:extLst>
            </p:cNvPr>
            <p:cNvSpPr/>
            <p:nvPr/>
          </p:nvSpPr>
          <p:spPr>
            <a:xfrm rot="10800000">
              <a:off x="3750376" y="911349"/>
              <a:ext cx="639472" cy="312821"/>
            </a:xfrm>
            <a:prstGeom prst="rect">
              <a:avLst/>
            </a:prstGeom>
            <a:solidFill>
              <a:srgbClr val="C00000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07" name="Straight Connector 806">
              <a:extLst>
                <a:ext uri="{FF2B5EF4-FFF2-40B4-BE49-F238E27FC236}">
                  <a16:creationId xmlns:a16="http://schemas.microsoft.com/office/drawing/2014/main" id="{C55665A7-151B-FDD1-033F-D1C0F47266D7}"/>
                </a:ext>
              </a:extLst>
            </p:cNvPr>
            <p:cNvCxnSpPr>
              <a:cxnSpLocks/>
            </p:cNvCxnSpPr>
            <p:nvPr/>
          </p:nvCxnSpPr>
          <p:spPr>
            <a:xfrm>
              <a:off x="4385911" y="106776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8" name="Rectangle 807">
              <a:extLst>
                <a:ext uri="{FF2B5EF4-FFF2-40B4-BE49-F238E27FC236}">
                  <a16:creationId xmlns:a16="http://schemas.microsoft.com/office/drawing/2014/main" id="{6D2E328E-A561-61E1-E534-52F030414C39}"/>
                </a:ext>
              </a:extLst>
            </p:cNvPr>
            <p:cNvSpPr/>
            <p:nvPr/>
          </p:nvSpPr>
          <p:spPr>
            <a:xfrm rot="10800000">
              <a:off x="4645251" y="911350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09" name="Straight Connector 808">
              <a:extLst>
                <a:ext uri="{FF2B5EF4-FFF2-40B4-BE49-F238E27FC236}">
                  <a16:creationId xmlns:a16="http://schemas.microsoft.com/office/drawing/2014/main" id="{6927137A-D995-0625-1F48-0191A71C71F6}"/>
                </a:ext>
              </a:extLst>
            </p:cNvPr>
            <p:cNvCxnSpPr>
              <a:cxnSpLocks/>
            </p:cNvCxnSpPr>
            <p:nvPr/>
          </p:nvCxnSpPr>
          <p:spPr>
            <a:xfrm>
              <a:off x="5277798" y="107687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0" name="Oval 809">
              <a:extLst>
                <a:ext uri="{FF2B5EF4-FFF2-40B4-BE49-F238E27FC236}">
                  <a16:creationId xmlns:a16="http://schemas.microsoft.com/office/drawing/2014/main" id="{E3D8772C-4618-3C50-8CBB-41972B9B8C99}"/>
                </a:ext>
              </a:extLst>
            </p:cNvPr>
            <p:cNvSpPr/>
            <p:nvPr/>
          </p:nvSpPr>
          <p:spPr>
            <a:xfrm>
              <a:off x="5520786" y="1030168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B7248FED-7F1A-0F71-B96C-D441A09EE7D1}"/>
                </a:ext>
              </a:extLst>
            </p:cNvPr>
            <p:cNvCxnSpPr>
              <a:cxnSpLocks/>
            </p:cNvCxnSpPr>
            <p:nvPr/>
          </p:nvCxnSpPr>
          <p:spPr>
            <a:xfrm>
              <a:off x="5590610" y="107803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4" name="Rectangle 813">
              <a:extLst>
                <a:ext uri="{FF2B5EF4-FFF2-40B4-BE49-F238E27FC236}">
                  <a16:creationId xmlns:a16="http://schemas.microsoft.com/office/drawing/2014/main" id="{D7318A8B-448B-002A-3BA1-915804AAF72A}"/>
                </a:ext>
              </a:extLst>
            </p:cNvPr>
            <p:cNvSpPr/>
            <p:nvPr/>
          </p:nvSpPr>
          <p:spPr>
            <a:xfrm rot="10800000">
              <a:off x="5856875" y="906434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15" name="Straight Connector 814">
              <a:extLst>
                <a:ext uri="{FF2B5EF4-FFF2-40B4-BE49-F238E27FC236}">
                  <a16:creationId xmlns:a16="http://schemas.microsoft.com/office/drawing/2014/main" id="{FEDBE616-FCA7-AAE0-C9A4-68F950E214C8}"/>
                </a:ext>
              </a:extLst>
            </p:cNvPr>
            <p:cNvCxnSpPr>
              <a:cxnSpLocks/>
            </p:cNvCxnSpPr>
            <p:nvPr/>
          </p:nvCxnSpPr>
          <p:spPr>
            <a:xfrm>
              <a:off x="6496347" y="107640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6" name="Rectangle 815">
              <a:extLst>
                <a:ext uri="{FF2B5EF4-FFF2-40B4-BE49-F238E27FC236}">
                  <a16:creationId xmlns:a16="http://schemas.microsoft.com/office/drawing/2014/main" id="{42AC522A-D231-C5AA-4482-DEF17A85ACC2}"/>
                </a:ext>
              </a:extLst>
            </p:cNvPr>
            <p:cNvSpPr/>
            <p:nvPr/>
          </p:nvSpPr>
          <p:spPr>
            <a:xfrm rot="10800000">
              <a:off x="6755687" y="921554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17" name="Straight Connector 816">
              <a:extLst>
                <a:ext uri="{FF2B5EF4-FFF2-40B4-BE49-F238E27FC236}">
                  <a16:creationId xmlns:a16="http://schemas.microsoft.com/office/drawing/2014/main" id="{8C01815D-0ACC-DC25-5E8F-DAEC322DC13C}"/>
                </a:ext>
              </a:extLst>
            </p:cNvPr>
            <p:cNvCxnSpPr>
              <a:cxnSpLocks/>
            </p:cNvCxnSpPr>
            <p:nvPr/>
          </p:nvCxnSpPr>
          <p:spPr>
            <a:xfrm>
              <a:off x="7395159" y="107267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8" name="テキスト プレースホルダー 2">
              <a:extLst>
                <a:ext uri="{FF2B5EF4-FFF2-40B4-BE49-F238E27FC236}">
                  <a16:creationId xmlns:a16="http://schemas.microsoft.com/office/drawing/2014/main" id="{DFA8B2E8-F743-B027-BF4F-79B84C84A47D}"/>
                </a:ext>
              </a:extLst>
            </p:cNvPr>
            <p:cNvSpPr txBox="1">
              <a:spLocks/>
            </p:cNvSpPr>
            <p:nvPr/>
          </p:nvSpPr>
          <p:spPr>
            <a:xfrm>
              <a:off x="1741681" y="2861560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T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amb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820" name="テキスト プレースホルダー 2">
              <a:extLst>
                <a:ext uri="{FF2B5EF4-FFF2-40B4-BE49-F238E27FC236}">
                  <a16:creationId xmlns:a16="http://schemas.microsoft.com/office/drawing/2014/main" id="{A3C80B92-BDF8-3091-48D2-8507E3AFFAD9}"/>
                </a:ext>
              </a:extLst>
            </p:cNvPr>
            <p:cNvSpPr txBox="1">
              <a:spLocks/>
            </p:cNvSpPr>
            <p:nvPr/>
          </p:nvSpPr>
          <p:spPr>
            <a:xfrm>
              <a:off x="1695064" y="2285616"/>
              <a:ext cx="152042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conv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821" name="テキスト プレースホルダー 2">
              <a:extLst>
                <a:ext uri="{FF2B5EF4-FFF2-40B4-BE49-F238E27FC236}">
                  <a16:creationId xmlns:a16="http://schemas.microsoft.com/office/drawing/2014/main" id="{BE180775-39A8-8E7D-A163-9706EDC4D2A9}"/>
                </a:ext>
              </a:extLst>
            </p:cNvPr>
            <p:cNvSpPr txBox="1">
              <a:spLocks/>
            </p:cNvSpPr>
            <p:nvPr/>
          </p:nvSpPr>
          <p:spPr>
            <a:xfrm>
              <a:off x="244475" y="2267615"/>
              <a:ext cx="1152517" cy="522864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rad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822" name="テキスト プレースホルダー 2">
              <a:extLst>
                <a:ext uri="{FF2B5EF4-FFF2-40B4-BE49-F238E27FC236}">
                  <a16:creationId xmlns:a16="http://schemas.microsoft.com/office/drawing/2014/main" id="{0ECC26E3-DD2E-051A-1AA8-0D81CE2AA9AB}"/>
                </a:ext>
              </a:extLst>
            </p:cNvPr>
            <p:cNvSpPr txBox="1">
              <a:spLocks/>
            </p:cNvSpPr>
            <p:nvPr/>
          </p:nvSpPr>
          <p:spPr>
            <a:xfrm>
              <a:off x="1331100" y="276086"/>
              <a:ext cx="119776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core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823" name="テキスト プレースホルダー 2">
              <a:extLst>
                <a:ext uri="{FF2B5EF4-FFF2-40B4-BE49-F238E27FC236}">
                  <a16:creationId xmlns:a16="http://schemas.microsoft.com/office/drawing/2014/main" id="{2D7B4677-49B5-58DE-D59F-33CF0225F647}"/>
                </a:ext>
              </a:extLst>
            </p:cNvPr>
            <p:cNvSpPr txBox="1">
              <a:spLocks/>
            </p:cNvSpPr>
            <p:nvPr/>
          </p:nvSpPr>
          <p:spPr>
            <a:xfrm>
              <a:off x="2468019" y="276086"/>
              <a:ext cx="116362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core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825" name="テキスト プレースホルダー 2">
              <a:extLst>
                <a:ext uri="{FF2B5EF4-FFF2-40B4-BE49-F238E27FC236}">
                  <a16:creationId xmlns:a16="http://schemas.microsoft.com/office/drawing/2014/main" id="{3F407D4E-E2E9-EF48-73EE-D739C3E8CC25}"/>
                </a:ext>
              </a:extLst>
            </p:cNvPr>
            <p:cNvSpPr txBox="1">
              <a:spLocks/>
            </p:cNvSpPr>
            <p:nvPr/>
          </p:nvSpPr>
          <p:spPr>
            <a:xfrm>
              <a:off x="3570792" y="276086"/>
              <a:ext cx="108946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TIM</a:t>
              </a:r>
            </a:p>
          </p:txBody>
        </p:sp>
        <p:sp>
          <p:nvSpPr>
            <p:cNvPr id="827" name="テキスト プレースホルダー 2">
              <a:extLst>
                <a:ext uri="{FF2B5EF4-FFF2-40B4-BE49-F238E27FC236}">
                  <a16:creationId xmlns:a16="http://schemas.microsoft.com/office/drawing/2014/main" id="{3DB5C4D9-3469-ABED-DFF8-EEE4A86E3B91}"/>
                </a:ext>
              </a:extLst>
            </p:cNvPr>
            <p:cNvSpPr txBox="1">
              <a:spLocks/>
            </p:cNvSpPr>
            <p:nvPr/>
          </p:nvSpPr>
          <p:spPr>
            <a:xfrm>
              <a:off x="4599405" y="276086"/>
              <a:ext cx="108946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Np1</a:t>
              </a:r>
            </a:p>
          </p:txBody>
        </p:sp>
        <p:sp>
          <p:nvSpPr>
            <p:cNvPr id="829" name="テキスト プレースホルダー 2">
              <a:extLst>
                <a:ext uri="{FF2B5EF4-FFF2-40B4-BE49-F238E27FC236}">
                  <a16:creationId xmlns:a16="http://schemas.microsoft.com/office/drawing/2014/main" id="{46C80F67-68A5-DC36-709A-E31EDE194A58}"/>
                </a:ext>
              </a:extLst>
            </p:cNvPr>
            <p:cNvSpPr txBox="1">
              <a:spLocks/>
            </p:cNvSpPr>
            <p:nvPr/>
          </p:nvSpPr>
          <p:spPr>
            <a:xfrm>
              <a:off x="5675153" y="276086"/>
              <a:ext cx="108946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Np1</a:t>
              </a:r>
            </a:p>
          </p:txBody>
        </p:sp>
        <p:sp>
          <p:nvSpPr>
            <p:cNvPr id="830" name="Oval 829">
              <a:extLst>
                <a:ext uri="{FF2B5EF4-FFF2-40B4-BE49-F238E27FC236}">
                  <a16:creationId xmlns:a16="http://schemas.microsoft.com/office/drawing/2014/main" id="{99DF42A5-B3AA-DD51-4BCB-CA1158CFB8E6}"/>
                </a:ext>
              </a:extLst>
            </p:cNvPr>
            <p:cNvSpPr/>
            <p:nvPr/>
          </p:nvSpPr>
          <p:spPr>
            <a:xfrm>
              <a:off x="2272487" y="1553649"/>
              <a:ext cx="579076" cy="579076"/>
            </a:xfrm>
            <a:prstGeom prst="ellips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34" name="Straight Arrow Connector 833">
              <a:extLst>
                <a:ext uri="{FF2B5EF4-FFF2-40B4-BE49-F238E27FC236}">
                  <a16:creationId xmlns:a16="http://schemas.microsoft.com/office/drawing/2014/main" id="{B664EB69-B2DE-8D98-B00C-79B4165CAB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6700" y="1637989"/>
              <a:ext cx="5325" cy="410396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835">
              <a:extLst>
                <a:ext uri="{FF2B5EF4-FFF2-40B4-BE49-F238E27FC236}">
                  <a16:creationId xmlns:a16="http://schemas.microsoft.com/office/drawing/2014/main" id="{A0B16523-7E8C-82CD-4475-F4F25E075E63}"/>
                </a:ext>
              </a:extLst>
            </p:cNvPr>
            <p:cNvCxnSpPr>
              <a:cxnSpLocks/>
            </p:cNvCxnSpPr>
            <p:nvPr/>
          </p:nvCxnSpPr>
          <p:spPr>
            <a:xfrm>
              <a:off x="2565592" y="1123267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836">
              <a:extLst>
                <a:ext uri="{FF2B5EF4-FFF2-40B4-BE49-F238E27FC236}">
                  <a16:creationId xmlns:a16="http://schemas.microsoft.com/office/drawing/2014/main" id="{16DCF29A-FF66-0747-5BB4-989A91EB1285}"/>
                </a:ext>
              </a:extLst>
            </p:cNvPr>
            <p:cNvCxnSpPr>
              <a:cxnSpLocks/>
            </p:cNvCxnSpPr>
            <p:nvPr/>
          </p:nvCxnSpPr>
          <p:spPr>
            <a:xfrm>
              <a:off x="2457105" y="2469719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837">
              <a:extLst>
                <a:ext uri="{FF2B5EF4-FFF2-40B4-BE49-F238E27FC236}">
                  <a16:creationId xmlns:a16="http://schemas.microsoft.com/office/drawing/2014/main" id="{44790BF9-F970-3417-0DFD-DBC2503E8247}"/>
                </a:ext>
              </a:extLst>
            </p:cNvPr>
            <p:cNvCxnSpPr/>
            <p:nvPr/>
          </p:nvCxnSpPr>
          <p:spPr>
            <a:xfrm>
              <a:off x="2566959" y="2141099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839">
              <a:extLst>
                <a:ext uri="{FF2B5EF4-FFF2-40B4-BE49-F238E27FC236}">
                  <a16:creationId xmlns:a16="http://schemas.microsoft.com/office/drawing/2014/main" id="{67D576E6-5A57-4511-B599-316F8712F052}"/>
                </a:ext>
              </a:extLst>
            </p:cNvPr>
            <p:cNvCxnSpPr>
              <a:cxnSpLocks/>
            </p:cNvCxnSpPr>
            <p:nvPr/>
          </p:nvCxnSpPr>
          <p:spPr>
            <a:xfrm>
              <a:off x="2511596" y="2520112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840">
              <a:extLst>
                <a:ext uri="{FF2B5EF4-FFF2-40B4-BE49-F238E27FC236}">
                  <a16:creationId xmlns:a16="http://schemas.microsoft.com/office/drawing/2014/main" id="{29ABEC5A-4A2F-4FFC-56ED-37B050801DB3}"/>
                </a:ext>
              </a:extLst>
            </p:cNvPr>
            <p:cNvCxnSpPr>
              <a:cxnSpLocks/>
            </p:cNvCxnSpPr>
            <p:nvPr/>
          </p:nvCxnSpPr>
          <p:spPr>
            <a:xfrm>
              <a:off x="2538488" y="2569526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2" name="Oval 841">
              <a:extLst>
                <a:ext uri="{FF2B5EF4-FFF2-40B4-BE49-F238E27FC236}">
                  <a16:creationId xmlns:a16="http://schemas.microsoft.com/office/drawing/2014/main" id="{F0F2F3C4-7F6C-AA6E-3563-9E21E57C6126}"/>
                </a:ext>
              </a:extLst>
            </p:cNvPr>
            <p:cNvSpPr/>
            <p:nvPr/>
          </p:nvSpPr>
          <p:spPr>
            <a:xfrm>
              <a:off x="5277798" y="1553078"/>
              <a:ext cx="579076" cy="579076"/>
            </a:xfrm>
            <a:prstGeom prst="ellipse">
              <a:avLst/>
            </a:prstGeom>
            <a:noFill/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43" name="Straight Arrow Connector 842">
              <a:extLst>
                <a:ext uri="{FF2B5EF4-FFF2-40B4-BE49-F238E27FC236}">
                  <a16:creationId xmlns:a16="http://schemas.microsoft.com/office/drawing/2014/main" id="{F586D5A9-7CAE-8AE0-968F-EE02B65092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62011" y="1637418"/>
              <a:ext cx="5325" cy="410396"/>
            </a:xfrm>
            <a:prstGeom prst="straightConnector1">
              <a:avLst/>
            </a:prstGeom>
            <a:ln w="38100">
              <a:solidFill>
                <a:srgbClr val="C559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843">
              <a:extLst>
                <a:ext uri="{FF2B5EF4-FFF2-40B4-BE49-F238E27FC236}">
                  <a16:creationId xmlns:a16="http://schemas.microsoft.com/office/drawing/2014/main" id="{88B95E79-B1BA-9407-FADA-50A13987BB3E}"/>
                </a:ext>
              </a:extLst>
            </p:cNvPr>
            <p:cNvCxnSpPr>
              <a:cxnSpLocks/>
            </p:cNvCxnSpPr>
            <p:nvPr/>
          </p:nvCxnSpPr>
          <p:spPr>
            <a:xfrm>
              <a:off x="5570903" y="1122696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844">
              <a:extLst>
                <a:ext uri="{FF2B5EF4-FFF2-40B4-BE49-F238E27FC236}">
                  <a16:creationId xmlns:a16="http://schemas.microsoft.com/office/drawing/2014/main" id="{47A3A257-B4BC-E123-E125-0356AA77FF4A}"/>
                </a:ext>
              </a:extLst>
            </p:cNvPr>
            <p:cNvCxnSpPr>
              <a:cxnSpLocks/>
            </p:cNvCxnSpPr>
            <p:nvPr/>
          </p:nvCxnSpPr>
          <p:spPr>
            <a:xfrm>
              <a:off x="5452157" y="2469148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845">
              <a:extLst>
                <a:ext uri="{FF2B5EF4-FFF2-40B4-BE49-F238E27FC236}">
                  <a16:creationId xmlns:a16="http://schemas.microsoft.com/office/drawing/2014/main" id="{6C072369-69EB-E1DC-4104-5B0F03936E15}"/>
                </a:ext>
              </a:extLst>
            </p:cNvPr>
            <p:cNvCxnSpPr/>
            <p:nvPr/>
          </p:nvCxnSpPr>
          <p:spPr>
            <a:xfrm>
              <a:off x="5562011" y="214052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846">
              <a:extLst>
                <a:ext uri="{FF2B5EF4-FFF2-40B4-BE49-F238E27FC236}">
                  <a16:creationId xmlns:a16="http://schemas.microsoft.com/office/drawing/2014/main" id="{C97B8CD8-6D9E-C548-1BA2-A37BD37D7C92}"/>
                </a:ext>
              </a:extLst>
            </p:cNvPr>
            <p:cNvCxnSpPr>
              <a:cxnSpLocks/>
            </p:cNvCxnSpPr>
            <p:nvPr/>
          </p:nvCxnSpPr>
          <p:spPr>
            <a:xfrm>
              <a:off x="5509878" y="2523323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847">
              <a:extLst>
                <a:ext uri="{FF2B5EF4-FFF2-40B4-BE49-F238E27FC236}">
                  <a16:creationId xmlns:a16="http://schemas.microsoft.com/office/drawing/2014/main" id="{5055558C-2489-F586-B3E4-8E4C9900AF25}"/>
                </a:ext>
              </a:extLst>
            </p:cNvPr>
            <p:cNvCxnSpPr>
              <a:cxnSpLocks/>
            </p:cNvCxnSpPr>
            <p:nvPr/>
          </p:nvCxnSpPr>
          <p:spPr>
            <a:xfrm>
              <a:off x="5534389" y="2575117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9" name="テキスト プレースホルダー 2">
              <a:extLst>
                <a:ext uri="{FF2B5EF4-FFF2-40B4-BE49-F238E27FC236}">
                  <a16:creationId xmlns:a16="http://schemas.microsoft.com/office/drawing/2014/main" id="{F403DDD9-796C-2EF5-11B2-2DE44793E1A1}"/>
                </a:ext>
              </a:extLst>
            </p:cNvPr>
            <p:cNvSpPr txBox="1">
              <a:spLocks/>
            </p:cNvSpPr>
            <p:nvPr/>
          </p:nvSpPr>
          <p:spPr>
            <a:xfrm>
              <a:off x="6722620" y="276086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ins</a:t>
              </a:r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95F20FEC-4E76-C451-A6AF-1A25DB63578D}"/>
                </a:ext>
              </a:extLst>
            </p:cNvPr>
            <p:cNvSpPr/>
            <p:nvPr/>
          </p:nvSpPr>
          <p:spPr>
            <a:xfrm rot="10800000">
              <a:off x="7685013" y="920828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51" name="Straight Connector 850">
              <a:extLst>
                <a:ext uri="{FF2B5EF4-FFF2-40B4-BE49-F238E27FC236}">
                  <a16:creationId xmlns:a16="http://schemas.microsoft.com/office/drawing/2014/main" id="{4D1F7D11-AD3F-12C0-0E63-1748744E90EB}"/>
                </a:ext>
              </a:extLst>
            </p:cNvPr>
            <p:cNvCxnSpPr>
              <a:cxnSpLocks/>
            </p:cNvCxnSpPr>
            <p:nvPr/>
          </p:nvCxnSpPr>
          <p:spPr>
            <a:xfrm>
              <a:off x="8317560" y="108634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2" name="Oval 851">
              <a:extLst>
                <a:ext uri="{FF2B5EF4-FFF2-40B4-BE49-F238E27FC236}">
                  <a16:creationId xmlns:a16="http://schemas.microsoft.com/office/drawing/2014/main" id="{2985BF33-F08B-9FDF-43D1-723D10877481}"/>
                </a:ext>
              </a:extLst>
            </p:cNvPr>
            <p:cNvSpPr/>
            <p:nvPr/>
          </p:nvSpPr>
          <p:spPr>
            <a:xfrm>
              <a:off x="8560548" y="1039646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53" name="Straight Connector 852">
              <a:extLst>
                <a:ext uri="{FF2B5EF4-FFF2-40B4-BE49-F238E27FC236}">
                  <a16:creationId xmlns:a16="http://schemas.microsoft.com/office/drawing/2014/main" id="{24717EBB-7DD8-E4AE-D2C0-D7CBADF7CE34}"/>
                </a:ext>
              </a:extLst>
            </p:cNvPr>
            <p:cNvCxnSpPr>
              <a:cxnSpLocks/>
            </p:cNvCxnSpPr>
            <p:nvPr/>
          </p:nvCxnSpPr>
          <p:spPr>
            <a:xfrm>
              <a:off x="8630372" y="1087512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4648B6AD-292B-53FC-5C7B-A4AAA6242B59}"/>
                </a:ext>
              </a:extLst>
            </p:cNvPr>
            <p:cNvSpPr/>
            <p:nvPr/>
          </p:nvSpPr>
          <p:spPr>
            <a:xfrm rot="10800000">
              <a:off x="8896637" y="915912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55" name="Straight Connector 854">
              <a:extLst>
                <a:ext uri="{FF2B5EF4-FFF2-40B4-BE49-F238E27FC236}">
                  <a16:creationId xmlns:a16="http://schemas.microsoft.com/office/drawing/2014/main" id="{C2378762-F90E-0B56-E967-E8092A3684DE}"/>
                </a:ext>
              </a:extLst>
            </p:cNvPr>
            <p:cNvCxnSpPr>
              <a:cxnSpLocks/>
            </p:cNvCxnSpPr>
            <p:nvPr/>
          </p:nvCxnSpPr>
          <p:spPr>
            <a:xfrm>
              <a:off x="9536109" y="1085887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9E1ACC65-7684-4E55-37B9-57C97098A85D}"/>
                </a:ext>
              </a:extLst>
            </p:cNvPr>
            <p:cNvSpPr/>
            <p:nvPr/>
          </p:nvSpPr>
          <p:spPr>
            <a:xfrm rot="10800000">
              <a:off x="9795449" y="931032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57" name="Straight Connector 856">
              <a:extLst>
                <a:ext uri="{FF2B5EF4-FFF2-40B4-BE49-F238E27FC236}">
                  <a16:creationId xmlns:a16="http://schemas.microsoft.com/office/drawing/2014/main" id="{5B3F79A4-9C6C-58D8-1B0B-BE53037F1A82}"/>
                </a:ext>
              </a:extLst>
            </p:cNvPr>
            <p:cNvCxnSpPr>
              <a:cxnSpLocks/>
            </p:cNvCxnSpPr>
            <p:nvPr/>
          </p:nvCxnSpPr>
          <p:spPr>
            <a:xfrm>
              <a:off x="10434921" y="108215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8" name="テキスト プレースホルダー 2">
              <a:extLst>
                <a:ext uri="{FF2B5EF4-FFF2-40B4-BE49-F238E27FC236}">
                  <a16:creationId xmlns:a16="http://schemas.microsoft.com/office/drawing/2014/main" id="{E8573D22-448F-DDAD-4BA3-C18A21AAA15D}"/>
                </a:ext>
              </a:extLst>
            </p:cNvPr>
            <p:cNvSpPr txBox="1">
              <a:spLocks/>
            </p:cNvSpPr>
            <p:nvPr/>
          </p:nvSpPr>
          <p:spPr>
            <a:xfrm>
              <a:off x="7585458" y="276086"/>
              <a:ext cx="108946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Ns1</a:t>
              </a:r>
            </a:p>
          </p:txBody>
        </p:sp>
        <p:sp>
          <p:nvSpPr>
            <p:cNvPr id="859" name="テキスト プレースホルダー 2">
              <a:extLst>
                <a:ext uri="{FF2B5EF4-FFF2-40B4-BE49-F238E27FC236}">
                  <a16:creationId xmlns:a16="http://schemas.microsoft.com/office/drawing/2014/main" id="{9694CAD5-13C5-C0E1-F70F-782871AFC83A}"/>
                </a:ext>
              </a:extLst>
            </p:cNvPr>
            <p:cNvSpPr txBox="1">
              <a:spLocks/>
            </p:cNvSpPr>
            <p:nvPr/>
          </p:nvSpPr>
          <p:spPr>
            <a:xfrm>
              <a:off x="8698914" y="276086"/>
              <a:ext cx="108946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Ns1</a:t>
              </a:r>
            </a:p>
          </p:txBody>
        </p:sp>
        <p:sp>
          <p:nvSpPr>
            <p:cNvPr id="860" name="Oval 859">
              <a:extLst>
                <a:ext uri="{FF2B5EF4-FFF2-40B4-BE49-F238E27FC236}">
                  <a16:creationId xmlns:a16="http://schemas.microsoft.com/office/drawing/2014/main" id="{34C4A22C-3416-B336-65C6-5A74CB18D8F0}"/>
                </a:ext>
              </a:extLst>
            </p:cNvPr>
            <p:cNvSpPr/>
            <p:nvPr/>
          </p:nvSpPr>
          <p:spPr>
            <a:xfrm>
              <a:off x="8317560" y="1562556"/>
              <a:ext cx="579076" cy="579076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61" name="Straight Arrow Connector 860">
              <a:extLst>
                <a:ext uri="{FF2B5EF4-FFF2-40B4-BE49-F238E27FC236}">
                  <a16:creationId xmlns:a16="http://schemas.microsoft.com/office/drawing/2014/main" id="{A1C59D97-5121-6087-2F6A-6DBF606CA6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01773" y="1646896"/>
              <a:ext cx="5325" cy="41039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861">
              <a:extLst>
                <a:ext uri="{FF2B5EF4-FFF2-40B4-BE49-F238E27FC236}">
                  <a16:creationId xmlns:a16="http://schemas.microsoft.com/office/drawing/2014/main" id="{C8DED086-0113-B07F-5EE0-C50DE8CF4F24}"/>
                </a:ext>
              </a:extLst>
            </p:cNvPr>
            <p:cNvCxnSpPr>
              <a:cxnSpLocks/>
            </p:cNvCxnSpPr>
            <p:nvPr/>
          </p:nvCxnSpPr>
          <p:spPr>
            <a:xfrm>
              <a:off x="8610665" y="1132174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Straight Connector 862">
              <a:extLst>
                <a:ext uri="{FF2B5EF4-FFF2-40B4-BE49-F238E27FC236}">
                  <a16:creationId xmlns:a16="http://schemas.microsoft.com/office/drawing/2014/main" id="{24FA0830-14C2-ACF8-55F2-506E673C28D9}"/>
                </a:ext>
              </a:extLst>
            </p:cNvPr>
            <p:cNvCxnSpPr/>
            <p:nvPr/>
          </p:nvCxnSpPr>
          <p:spPr>
            <a:xfrm>
              <a:off x="8601773" y="2150006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4" name="テキスト プレースホルダー 2">
              <a:extLst>
                <a:ext uri="{FF2B5EF4-FFF2-40B4-BE49-F238E27FC236}">
                  <a16:creationId xmlns:a16="http://schemas.microsoft.com/office/drawing/2014/main" id="{15DA01F3-15B4-E8D2-0C3C-DD66661F1D23}"/>
                </a:ext>
              </a:extLst>
            </p:cNvPr>
            <p:cNvSpPr txBox="1">
              <a:spLocks/>
            </p:cNvSpPr>
            <p:nvPr/>
          </p:nvSpPr>
          <p:spPr>
            <a:xfrm>
              <a:off x="9727525" y="276086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ins</a:t>
              </a:r>
            </a:p>
          </p:txBody>
        </p:sp>
        <p:sp>
          <p:nvSpPr>
            <p:cNvPr id="936" name="テキスト プレースホルダー 2">
              <a:extLst>
                <a:ext uri="{FF2B5EF4-FFF2-40B4-BE49-F238E27FC236}">
                  <a16:creationId xmlns:a16="http://schemas.microsoft.com/office/drawing/2014/main" id="{6971FED2-355D-D038-9588-C4580544E8D6}"/>
                </a:ext>
              </a:extLst>
            </p:cNvPr>
            <p:cNvSpPr txBox="1">
              <a:spLocks/>
            </p:cNvSpPr>
            <p:nvPr/>
          </p:nvSpPr>
          <p:spPr>
            <a:xfrm>
              <a:off x="4178302" y="1521437"/>
              <a:ext cx="1074572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P</a:t>
              </a:r>
              <a:r>
                <a:rPr kumimoji="1" lang="en-US" altLang="ja-JP" sz="3600" baseline="-250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Np1</a:t>
              </a:r>
            </a:p>
          </p:txBody>
        </p:sp>
        <p:sp>
          <p:nvSpPr>
            <p:cNvPr id="937" name="テキスト プレースホルダー 2">
              <a:extLst>
                <a:ext uri="{FF2B5EF4-FFF2-40B4-BE49-F238E27FC236}">
                  <a16:creationId xmlns:a16="http://schemas.microsoft.com/office/drawing/2014/main" id="{DD18E7E6-6662-3F4A-8B5B-C2E8DB20A4EF}"/>
                </a:ext>
              </a:extLst>
            </p:cNvPr>
            <p:cNvSpPr txBox="1">
              <a:spLocks/>
            </p:cNvSpPr>
            <p:nvPr/>
          </p:nvSpPr>
          <p:spPr>
            <a:xfrm>
              <a:off x="7213602" y="1521437"/>
              <a:ext cx="1109684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P</a:t>
              </a:r>
              <a:r>
                <a:rPr kumimoji="1" lang="en-US" altLang="ja-JP" sz="3600" baseline="-250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Ns1</a:t>
              </a:r>
            </a:p>
          </p:txBody>
        </p:sp>
        <p:sp>
          <p:nvSpPr>
            <p:cNvPr id="940" name="テキスト プレースホルダー 2">
              <a:extLst>
                <a:ext uri="{FF2B5EF4-FFF2-40B4-BE49-F238E27FC236}">
                  <a16:creationId xmlns:a16="http://schemas.microsoft.com/office/drawing/2014/main" id="{5AE4654F-5746-9372-F426-D079527D82D0}"/>
                </a:ext>
              </a:extLst>
            </p:cNvPr>
            <p:cNvSpPr txBox="1">
              <a:spLocks/>
            </p:cNvSpPr>
            <p:nvPr/>
          </p:nvSpPr>
          <p:spPr>
            <a:xfrm>
              <a:off x="2871554" y="1586405"/>
              <a:ext cx="122259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P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Core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942" name="テキスト プレースホルダー 2">
              <a:extLst>
                <a:ext uri="{FF2B5EF4-FFF2-40B4-BE49-F238E27FC236}">
                  <a16:creationId xmlns:a16="http://schemas.microsoft.com/office/drawing/2014/main" id="{81B9CE12-A220-F38D-42F6-007857969E4F}"/>
                </a:ext>
              </a:extLst>
            </p:cNvPr>
            <p:cNvSpPr txBox="1">
              <a:spLocks/>
            </p:cNvSpPr>
            <p:nvPr/>
          </p:nvSpPr>
          <p:spPr>
            <a:xfrm>
              <a:off x="3747580" y="766813"/>
              <a:ext cx="2088400" cy="177905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endParaRPr kumimoji="1" lang="en-US" altLang="ja-JP" sz="1050" baseline="-25000">
                <a:solidFill>
                  <a:schemeClr val="bg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943" name="テキスト プレースホルダー 2">
              <a:extLst>
                <a:ext uri="{FF2B5EF4-FFF2-40B4-BE49-F238E27FC236}">
                  <a16:creationId xmlns:a16="http://schemas.microsoft.com/office/drawing/2014/main" id="{3215A05F-FCEE-7CA8-CFBF-FF81EE233E07}"/>
                </a:ext>
              </a:extLst>
            </p:cNvPr>
            <p:cNvSpPr txBox="1">
              <a:spLocks/>
            </p:cNvSpPr>
            <p:nvPr/>
          </p:nvSpPr>
          <p:spPr>
            <a:xfrm>
              <a:off x="3899980" y="2979489"/>
              <a:ext cx="2088400" cy="177905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endParaRPr kumimoji="1" lang="en-US" altLang="ja-JP" sz="1050" baseline="-25000">
                <a:solidFill>
                  <a:schemeClr val="bg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944" name="Straight Connector 943">
              <a:extLst>
                <a:ext uri="{FF2B5EF4-FFF2-40B4-BE49-F238E27FC236}">
                  <a16:creationId xmlns:a16="http://schemas.microsoft.com/office/drawing/2014/main" id="{A286049D-40E1-983F-0F03-DC346484023A}"/>
                </a:ext>
              </a:extLst>
            </p:cNvPr>
            <p:cNvCxnSpPr>
              <a:cxnSpLocks/>
            </p:cNvCxnSpPr>
            <p:nvPr/>
          </p:nvCxnSpPr>
          <p:spPr>
            <a:xfrm>
              <a:off x="8492069" y="2480979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4D69C09D-5A57-AA56-94B2-31FD68037EE1}"/>
                </a:ext>
              </a:extLst>
            </p:cNvPr>
            <p:cNvCxnSpPr>
              <a:cxnSpLocks/>
            </p:cNvCxnSpPr>
            <p:nvPr/>
          </p:nvCxnSpPr>
          <p:spPr>
            <a:xfrm>
              <a:off x="8549790" y="2535154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60AAF9D7-125E-17F9-897E-2791BBEF0D11}"/>
                </a:ext>
              </a:extLst>
            </p:cNvPr>
            <p:cNvCxnSpPr>
              <a:cxnSpLocks/>
            </p:cNvCxnSpPr>
            <p:nvPr/>
          </p:nvCxnSpPr>
          <p:spPr>
            <a:xfrm>
              <a:off x="8574301" y="2586948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8F324766-5544-FB96-6809-1113BC64EBFF}"/>
                </a:ext>
              </a:extLst>
            </p:cNvPr>
            <p:cNvSpPr/>
            <p:nvPr/>
          </p:nvSpPr>
          <p:spPr>
            <a:xfrm rot="5400000">
              <a:off x="839743" y="5261716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F994024D-1D08-2CAC-E39C-24EE2B68D861}"/>
                </a:ext>
              </a:extLst>
            </p:cNvPr>
            <p:cNvSpPr/>
            <p:nvPr/>
          </p:nvSpPr>
          <p:spPr>
            <a:xfrm rot="5400000">
              <a:off x="1377733" y="5261716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67" name="Straight Connector 866">
              <a:extLst>
                <a:ext uri="{FF2B5EF4-FFF2-40B4-BE49-F238E27FC236}">
                  <a16:creationId xmlns:a16="http://schemas.microsoft.com/office/drawing/2014/main" id="{67010D0C-918D-BE81-783E-B460EE7C86E8}"/>
                </a:ext>
              </a:extLst>
            </p:cNvPr>
            <p:cNvCxnSpPr>
              <a:cxnSpLocks/>
              <a:stCxn id="865" idx="3"/>
            </p:cNvCxnSpPr>
            <p:nvPr/>
          </p:nvCxnSpPr>
          <p:spPr>
            <a:xfrm>
              <a:off x="1159479" y="573786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Straight Connector 867">
              <a:extLst>
                <a:ext uri="{FF2B5EF4-FFF2-40B4-BE49-F238E27FC236}">
                  <a16:creationId xmlns:a16="http://schemas.microsoft.com/office/drawing/2014/main" id="{151EE480-E131-59E2-24A3-1245FE7221CD}"/>
                </a:ext>
              </a:extLst>
            </p:cNvPr>
            <p:cNvCxnSpPr/>
            <p:nvPr/>
          </p:nvCxnSpPr>
          <p:spPr>
            <a:xfrm>
              <a:off x="1692009" y="573786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868">
              <a:extLst>
                <a:ext uri="{FF2B5EF4-FFF2-40B4-BE49-F238E27FC236}">
                  <a16:creationId xmlns:a16="http://schemas.microsoft.com/office/drawing/2014/main" id="{6EC977A4-5E3F-AD99-4A64-B86F6FCA7263}"/>
                </a:ext>
              </a:extLst>
            </p:cNvPr>
            <p:cNvCxnSpPr>
              <a:cxnSpLocks/>
            </p:cNvCxnSpPr>
            <p:nvPr/>
          </p:nvCxnSpPr>
          <p:spPr>
            <a:xfrm>
              <a:off x="1159479" y="6066483"/>
              <a:ext cx="532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869">
              <a:extLst>
                <a:ext uri="{FF2B5EF4-FFF2-40B4-BE49-F238E27FC236}">
                  <a16:creationId xmlns:a16="http://schemas.microsoft.com/office/drawing/2014/main" id="{82C52FE1-9FFD-228C-1C66-66A1C20EE75D}"/>
                </a:ext>
              </a:extLst>
            </p:cNvPr>
            <p:cNvCxnSpPr>
              <a:cxnSpLocks/>
            </p:cNvCxnSpPr>
            <p:nvPr/>
          </p:nvCxnSpPr>
          <p:spPr>
            <a:xfrm>
              <a:off x="1425744" y="606648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870">
              <a:extLst>
                <a:ext uri="{FF2B5EF4-FFF2-40B4-BE49-F238E27FC236}">
                  <a16:creationId xmlns:a16="http://schemas.microsoft.com/office/drawing/2014/main" id="{43CAF5C4-0C8B-C2C7-E519-1A4859EC91F6}"/>
                </a:ext>
              </a:extLst>
            </p:cNvPr>
            <p:cNvCxnSpPr>
              <a:cxnSpLocks/>
            </p:cNvCxnSpPr>
            <p:nvPr/>
          </p:nvCxnSpPr>
          <p:spPr>
            <a:xfrm>
              <a:off x="1190581" y="6395103"/>
              <a:ext cx="4733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Straight Connector 871">
              <a:extLst>
                <a:ext uri="{FF2B5EF4-FFF2-40B4-BE49-F238E27FC236}">
                  <a16:creationId xmlns:a16="http://schemas.microsoft.com/office/drawing/2014/main" id="{C11A46E5-2CFC-3ADA-D656-6333BAAE10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5260" y="6531495"/>
              <a:ext cx="3209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872">
              <a:extLst>
                <a:ext uri="{FF2B5EF4-FFF2-40B4-BE49-F238E27FC236}">
                  <a16:creationId xmlns:a16="http://schemas.microsoft.com/office/drawing/2014/main" id="{259B876B-DD7A-FFF6-9071-6D0DF93FDB60}"/>
                </a:ext>
              </a:extLst>
            </p:cNvPr>
            <p:cNvCxnSpPr>
              <a:cxnSpLocks/>
            </p:cNvCxnSpPr>
            <p:nvPr/>
          </p:nvCxnSpPr>
          <p:spPr>
            <a:xfrm>
              <a:off x="1315890" y="6860115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873">
              <a:extLst>
                <a:ext uri="{FF2B5EF4-FFF2-40B4-BE49-F238E27FC236}">
                  <a16:creationId xmlns:a16="http://schemas.microsoft.com/office/drawing/2014/main" id="{DAA75B12-7659-463A-1552-B27AE10EFC5C}"/>
                </a:ext>
              </a:extLst>
            </p:cNvPr>
            <p:cNvCxnSpPr/>
            <p:nvPr/>
          </p:nvCxnSpPr>
          <p:spPr>
            <a:xfrm>
              <a:off x="1425744" y="6531495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874">
              <a:extLst>
                <a:ext uri="{FF2B5EF4-FFF2-40B4-BE49-F238E27FC236}">
                  <a16:creationId xmlns:a16="http://schemas.microsoft.com/office/drawing/2014/main" id="{A4742E83-A5FC-8F19-6E25-76CF23C4B420}"/>
                </a:ext>
              </a:extLst>
            </p:cNvPr>
            <p:cNvCxnSpPr>
              <a:cxnSpLocks/>
            </p:cNvCxnSpPr>
            <p:nvPr/>
          </p:nvCxnSpPr>
          <p:spPr>
            <a:xfrm>
              <a:off x="1373611" y="6897623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875">
              <a:extLst>
                <a:ext uri="{FF2B5EF4-FFF2-40B4-BE49-F238E27FC236}">
                  <a16:creationId xmlns:a16="http://schemas.microsoft.com/office/drawing/2014/main" id="{D09A2305-2E02-07C6-D252-A7D29BBFB829}"/>
                </a:ext>
              </a:extLst>
            </p:cNvPr>
            <p:cNvCxnSpPr>
              <a:cxnSpLocks/>
            </p:cNvCxnSpPr>
            <p:nvPr/>
          </p:nvCxnSpPr>
          <p:spPr>
            <a:xfrm>
              <a:off x="1398122" y="6935131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876">
              <a:extLst>
                <a:ext uri="{FF2B5EF4-FFF2-40B4-BE49-F238E27FC236}">
                  <a16:creationId xmlns:a16="http://schemas.microsoft.com/office/drawing/2014/main" id="{54DCF11B-C896-08D1-B3A8-761AE34246A4}"/>
                </a:ext>
              </a:extLst>
            </p:cNvPr>
            <p:cNvCxnSpPr/>
            <p:nvPr/>
          </p:nvCxnSpPr>
          <p:spPr>
            <a:xfrm>
              <a:off x="1159479" y="476977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877">
              <a:extLst>
                <a:ext uri="{FF2B5EF4-FFF2-40B4-BE49-F238E27FC236}">
                  <a16:creationId xmlns:a16="http://schemas.microsoft.com/office/drawing/2014/main" id="{50C5F5E2-5ED2-6DDA-EB1D-0EFC3A122D4E}"/>
                </a:ext>
              </a:extLst>
            </p:cNvPr>
            <p:cNvCxnSpPr/>
            <p:nvPr/>
          </p:nvCxnSpPr>
          <p:spPr>
            <a:xfrm>
              <a:off x="1692009" y="476977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878">
              <a:extLst>
                <a:ext uri="{FF2B5EF4-FFF2-40B4-BE49-F238E27FC236}">
                  <a16:creationId xmlns:a16="http://schemas.microsoft.com/office/drawing/2014/main" id="{21120133-3E16-A612-0076-BA4A8B90C641}"/>
                </a:ext>
              </a:extLst>
            </p:cNvPr>
            <p:cNvCxnSpPr>
              <a:cxnSpLocks/>
            </p:cNvCxnSpPr>
            <p:nvPr/>
          </p:nvCxnSpPr>
          <p:spPr>
            <a:xfrm>
              <a:off x="1159479" y="4781409"/>
              <a:ext cx="53253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879">
              <a:extLst>
                <a:ext uri="{FF2B5EF4-FFF2-40B4-BE49-F238E27FC236}">
                  <a16:creationId xmlns:a16="http://schemas.microsoft.com/office/drawing/2014/main" id="{12056716-AF03-FC06-F008-2276CD81BA29}"/>
                </a:ext>
              </a:extLst>
            </p:cNvPr>
            <p:cNvCxnSpPr>
              <a:cxnSpLocks/>
            </p:cNvCxnSpPr>
            <p:nvPr/>
          </p:nvCxnSpPr>
          <p:spPr>
            <a:xfrm>
              <a:off x="1425744" y="444115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1" name="Rectangle 880">
              <a:extLst>
                <a:ext uri="{FF2B5EF4-FFF2-40B4-BE49-F238E27FC236}">
                  <a16:creationId xmlns:a16="http://schemas.microsoft.com/office/drawing/2014/main" id="{FE516E2D-4857-CD3B-692F-6AEE528C143C}"/>
                </a:ext>
              </a:extLst>
            </p:cNvPr>
            <p:cNvSpPr/>
            <p:nvPr/>
          </p:nvSpPr>
          <p:spPr>
            <a:xfrm rot="10800000">
              <a:off x="1692009" y="4301001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82" name="Straight Connector 881">
              <a:extLst>
                <a:ext uri="{FF2B5EF4-FFF2-40B4-BE49-F238E27FC236}">
                  <a16:creationId xmlns:a16="http://schemas.microsoft.com/office/drawing/2014/main" id="{0A0FC88A-7A2A-DC7D-3A67-F34C6BF50DF0}"/>
                </a:ext>
              </a:extLst>
            </p:cNvPr>
            <p:cNvCxnSpPr>
              <a:cxnSpLocks/>
            </p:cNvCxnSpPr>
            <p:nvPr/>
          </p:nvCxnSpPr>
          <p:spPr>
            <a:xfrm>
              <a:off x="1425744" y="4457873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882">
              <a:extLst>
                <a:ext uri="{FF2B5EF4-FFF2-40B4-BE49-F238E27FC236}">
                  <a16:creationId xmlns:a16="http://schemas.microsoft.com/office/drawing/2014/main" id="{29BB6AF3-5450-ACC0-3D10-01C756B270FF}"/>
                </a:ext>
              </a:extLst>
            </p:cNvPr>
            <p:cNvCxnSpPr>
              <a:cxnSpLocks/>
            </p:cNvCxnSpPr>
            <p:nvPr/>
          </p:nvCxnSpPr>
          <p:spPr>
            <a:xfrm>
              <a:off x="2331481" y="445802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4" name="Oval 883">
              <a:extLst>
                <a:ext uri="{FF2B5EF4-FFF2-40B4-BE49-F238E27FC236}">
                  <a16:creationId xmlns:a16="http://schemas.microsoft.com/office/drawing/2014/main" id="{8D92ECA2-9D87-CCEA-3A28-BD00FF946639}"/>
                </a:ext>
              </a:extLst>
            </p:cNvPr>
            <p:cNvSpPr/>
            <p:nvPr/>
          </p:nvSpPr>
          <p:spPr>
            <a:xfrm>
              <a:off x="2574469" y="4411323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85" name="Straight Connector 884">
              <a:extLst>
                <a:ext uri="{FF2B5EF4-FFF2-40B4-BE49-F238E27FC236}">
                  <a16:creationId xmlns:a16="http://schemas.microsoft.com/office/drawing/2014/main" id="{AB9B4BE1-B3D0-EE5B-31D0-E6B263D03DB2}"/>
                </a:ext>
              </a:extLst>
            </p:cNvPr>
            <p:cNvCxnSpPr>
              <a:cxnSpLocks/>
            </p:cNvCxnSpPr>
            <p:nvPr/>
          </p:nvCxnSpPr>
          <p:spPr>
            <a:xfrm>
              <a:off x="2644293" y="445918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6" name="Rectangle 885">
              <a:extLst>
                <a:ext uri="{FF2B5EF4-FFF2-40B4-BE49-F238E27FC236}">
                  <a16:creationId xmlns:a16="http://schemas.microsoft.com/office/drawing/2014/main" id="{48F133B1-163D-66D7-1FF3-2B093649B0D5}"/>
                </a:ext>
              </a:extLst>
            </p:cNvPr>
            <p:cNvSpPr/>
            <p:nvPr/>
          </p:nvSpPr>
          <p:spPr>
            <a:xfrm rot="10800000">
              <a:off x="2910558" y="4284739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87" name="Straight Connector 886">
              <a:extLst>
                <a:ext uri="{FF2B5EF4-FFF2-40B4-BE49-F238E27FC236}">
                  <a16:creationId xmlns:a16="http://schemas.microsoft.com/office/drawing/2014/main" id="{C4FFEE0C-E33B-77CE-A459-D740AB728110}"/>
                </a:ext>
              </a:extLst>
            </p:cNvPr>
            <p:cNvCxnSpPr>
              <a:cxnSpLocks/>
            </p:cNvCxnSpPr>
            <p:nvPr/>
          </p:nvCxnSpPr>
          <p:spPr>
            <a:xfrm>
              <a:off x="3550030" y="4448762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8" name="Rectangle 887">
              <a:extLst>
                <a:ext uri="{FF2B5EF4-FFF2-40B4-BE49-F238E27FC236}">
                  <a16:creationId xmlns:a16="http://schemas.microsoft.com/office/drawing/2014/main" id="{0CFDDD75-DB80-4F70-57A5-9223B9C9C661}"/>
                </a:ext>
              </a:extLst>
            </p:cNvPr>
            <p:cNvSpPr/>
            <p:nvPr/>
          </p:nvSpPr>
          <p:spPr>
            <a:xfrm rot="10800000">
              <a:off x="3809370" y="4292351"/>
              <a:ext cx="639472" cy="312821"/>
            </a:xfrm>
            <a:prstGeom prst="rect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77D11D0B-92F3-84F0-AF98-A60A65125D1E}"/>
                </a:ext>
              </a:extLst>
            </p:cNvPr>
            <p:cNvCxnSpPr>
              <a:cxnSpLocks/>
            </p:cNvCxnSpPr>
            <p:nvPr/>
          </p:nvCxnSpPr>
          <p:spPr>
            <a:xfrm>
              <a:off x="4444905" y="4448763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0" name="Rectangle 889">
              <a:extLst>
                <a:ext uri="{FF2B5EF4-FFF2-40B4-BE49-F238E27FC236}">
                  <a16:creationId xmlns:a16="http://schemas.microsoft.com/office/drawing/2014/main" id="{76531BD0-FB99-241E-21C6-92BE0E74AA99}"/>
                </a:ext>
              </a:extLst>
            </p:cNvPr>
            <p:cNvSpPr/>
            <p:nvPr/>
          </p:nvSpPr>
          <p:spPr>
            <a:xfrm rot="10800000">
              <a:off x="4704245" y="4292352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63C7641D-E952-FFF0-929A-5592892B7D7E}"/>
                </a:ext>
              </a:extLst>
            </p:cNvPr>
            <p:cNvCxnSpPr>
              <a:cxnSpLocks/>
            </p:cNvCxnSpPr>
            <p:nvPr/>
          </p:nvCxnSpPr>
          <p:spPr>
            <a:xfrm>
              <a:off x="5336792" y="4457873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2" name="Oval 891">
              <a:extLst>
                <a:ext uri="{FF2B5EF4-FFF2-40B4-BE49-F238E27FC236}">
                  <a16:creationId xmlns:a16="http://schemas.microsoft.com/office/drawing/2014/main" id="{E5701A95-D2BB-48C1-B1C3-85F153D2834D}"/>
                </a:ext>
              </a:extLst>
            </p:cNvPr>
            <p:cNvSpPr/>
            <p:nvPr/>
          </p:nvSpPr>
          <p:spPr>
            <a:xfrm>
              <a:off x="5579780" y="4411170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93" name="Straight Connector 892">
              <a:extLst>
                <a:ext uri="{FF2B5EF4-FFF2-40B4-BE49-F238E27FC236}">
                  <a16:creationId xmlns:a16="http://schemas.microsoft.com/office/drawing/2014/main" id="{824ED42E-5605-CD6B-FBE2-BC1FC5B10D69}"/>
                </a:ext>
              </a:extLst>
            </p:cNvPr>
            <p:cNvCxnSpPr>
              <a:cxnSpLocks/>
            </p:cNvCxnSpPr>
            <p:nvPr/>
          </p:nvCxnSpPr>
          <p:spPr>
            <a:xfrm>
              <a:off x="5649604" y="445903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4" name="Rectangle 893">
              <a:extLst>
                <a:ext uri="{FF2B5EF4-FFF2-40B4-BE49-F238E27FC236}">
                  <a16:creationId xmlns:a16="http://schemas.microsoft.com/office/drawing/2014/main" id="{804D08C4-1232-2FEB-C72B-A409392220DD}"/>
                </a:ext>
              </a:extLst>
            </p:cNvPr>
            <p:cNvSpPr/>
            <p:nvPr/>
          </p:nvSpPr>
          <p:spPr>
            <a:xfrm rot="10800000">
              <a:off x="5915869" y="4287436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2454FCC6-FE3B-2C7D-B3BB-F5F8150D120C}"/>
                </a:ext>
              </a:extLst>
            </p:cNvPr>
            <p:cNvCxnSpPr>
              <a:cxnSpLocks/>
            </p:cNvCxnSpPr>
            <p:nvPr/>
          </p:nvCxnSpPr>
          <p:spPr>
            <a:xfrm>
              <a:off x="6555341" y="445741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6" name="Rectangle 895">
              <a:extLst>
                <a:ext uri="{FF2B5EF4-FFF2-40B4-BE49-F238E27FC236}">
                  <a16:creationId xmlns:a16="http://schemas.microsoft.com/office/drawing/2014/main" id="{5E1FBE0F-AFC3-2CA4-88B4-A3596E349CC3}"/>
                </a:ext>
              </a:extLst>
            </p:cNvPr>
            <p:cNvSpPr/>
            <p:nvPr/>
          </p:nvSpPr>
          <p:spPr>
            <a:xfrm rot="10800000">
              <a:off x="6814681" y="4302556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FAB8D51A-B53D-8F76-8EBB-7AD17F73F255}"/>
                </a:ext>
              </a:extLst>
            </p:cNvPr>
            <p:cNvCxnSpPr>
              <a:cxnSpLocks/>
            </p:cNvCxnSpPr>
            <p:nvPr/>
          </p:nvCxnSpPr>
          <p:spPr>
            <a:xfrm>
              <a:off x="7454153" y="4453678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8" name="テキスト プレースホルダー 2">
              <a:extLst>
                <a:ext uri="{FF2B5EF4-FFF2-40B4-BE49-F238E27FC236}">
                  <a16:creationId xmlns:a16="http://schemas.microsoft.com/office/drawing/2014/main" id="{2A519E5C-BAD7-1195-3B78-C06EA9475122}"/>
                </a:ext>
              </a:extLst>
            </p:cNvPr>
            <p:cNvSpPr txBox="1">
              <a:spLocks/>
            </p:cNvSpPr>
            <p:nvPr/>
          </p:nvSpPr>
          <p:spPr>
            <a:xfrm>
              <a:off x="1800675" y="6242562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T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amb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899" name="テキスト プレースホルダー 2">
              <a:extLst>
                <a:ext uri="{FF2B5EF4-FFF2-40B4-BE49-F238E27FC236}">
                  <a16:creationId xmlns:a16="http://schemas.microsoft.com/office/drawing/2014/main" id="{4F9700C0-9704-458C-1853-C2176B12D8F2}"/>
                </a:ext>
              </a:extLst>
            </p:cNvPr>
            <p:cNvSpPr txBox="1">
              <a:spLocks/>
            </p:cNvSpPr>
            <p:nvPr/>
          </p:nvSpPr>
          <p:spPr>
            <a:xfrm>
              <a:off x="1695064" y="5696349"/>
              <a:ext cx="1320429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conv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900" name="テキスト プレースホルダー 2">
              <a:extLst>
                <a:ext uri="{FF2B5EF4-FFF2-40B4-BE49-F238E27FC236}">
                  <a16:creationId xmlns:a16="http://schemas.microsoft.com/office/drawing/2014/main" id="{9C3A0A3A-6778-9666-5843-400E9FEC2454}"/>
                </a:ext>
              </a:extLst>
            </p:cNvPr>
            <p:cNvSpPr txBox="1">
              <a:spLocks/>
            </p:cNvSpPr>
            <p:nvPr/>
          </p:nvSpPr>
          <p:spPr>
            <a:xfrm>
              <a:off x="244475" y="5737862"/>
              <a:ext cx="1152517" cy="522864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rad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901" name="テキスト プレースホルダー 2">
              <a:extLst>
                <a:ext uri="{FF2B5EF4-FFF2-40B4-BE49-F238E27FC236}">
                  <a16:creationId xmlns:a16="http://schemas.microsoft.com/office/drawing/2014/main" id="{E5E1667D-0903-78AE-F383-613C25EF158C}"/>
                </a:ext>
              </a:extLst>
            </p:cNvPr>
            <p:cNvSpPr txBox="1">
              <a:spLocks/>
            </p:cNvSpPr>
            <p:nvPr/>
          </p:nvSpPr>
          <p:spPr>
            <a:xfrm>
              <a:off x="1281846" y="3659969"/>
              <a:ext cx="1319014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core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902" name="テキスト プレースホルダー 2">
              <a:extLst>
                <a:ext uri="{FF2B5EF4-FFF2-40B4-BE49-F238E27FC236}">
                  <a16:creationId xmlns:a16="http://schemas.microsoft.com/office/drawing/2014/main" id="{4163A96E-92FB-DB64-D947-94415A038105}"/>
                </a:ext>
              </a:extLst>
            </p:cNvPr>
            <p:cNvSpPr txBox="1">
              <a:spLocks/>
            </p:cNvSpPr>
            <p:nvPr/>
          </p:nvSpPr>
          <p:spPr>
            <a:xfrm>
              <a:off x="2440479" y="3659969"/>
              <a:ext cx="1294524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core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903" name="テキスト プレースホルダー 2">
              <a:extLst>
                <a:ext uri="{FF2B5EF4-FFF2-40B4-BE49-F238E27FC236}">
                  <a16:creationId xmlns:a16="http://schemas.microsoft.com/office/drawing/2014/main" id="{F5831FA4-D406-3A4B-6C90-C8AE3F443C67}"/>
                </a:ext>
              </a:extLst>
            </p:cNvPr>
            <p:cNvSpPr txBox="1">
              <a:spLocks/>
            </p:cNvSpPr>
            <p:nvPr/>
          </p:nvSpPr>
          <p:spPr>
            <a:xfrm>
              <a:off x="3574622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TIM</a:t>
              </a:r>
            </a:p>
          </p:txBody>
        </p:sp>
        <p:sp>
          <p:nvSpPr>
            <p:cNvPr id="904" name="テキスト プレースホルダー 2">
              <a:extLst>
                <a:ext uri="{FF2B5EF4-FFF2-40B4-BE49-F238E27FC236}">
                  <a16:creationId xmlns:a16="http://schemas.microsoft.com/office/drawing/2014/main" id="{F7BC0BCB-441B-34AB-8012-EF59AD02DBFF}"/>
                </a:ext>
              </a:extLst>
            </p:cNvPr>
            <p:cNvSpPr txBox="1">
              <a:spLocks/>
            </p:cNvSpPr>
            <p:nvPr/>
          </p:nvSpPr>
          <p:spPr>
            <a:xfrm>
              <a:off x="4566758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Nsn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905" name="テキスト プレースホルダー 2">
              <a:extLst>
                <a:ext uri="{FF2B5EF4-FFF2-40B4-BE49-F238E27FC236}">
                  <a16:creationId xmlns:a16="http://schemas.microsoft.com/office/drawing/2014/main" id="{E08622A7-15D8-C680-0C45-BF165791EA47}"/>
                </a:ext>
              </a:extLst>
            </p:cNvPr>
            <p:cNvSpPr txBox="1">
              <a:spLocks/>
            </p:cNvSpPr>
            <p:nvPr/>
          </p:nvSpPr>
          <p:spPr>
            <a:xfrm>
              <a:off x="5558894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Nsn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906" name="Oval 905">
              <a:extLst>
                <a:ext uri="{FF2B5EF4-FFF2-40B4-BE49-F238E27FC236}">
                  <a16:creationId xmlns:a16="http://schemas.microsoft.com/office/drawing/2014/main" id="{6B8118A5-9474-9195-FC2C-CF28AFA702E4}"/>
                </a:ext>
              </a:extLst>
            </p:cNvPr>
            <p:cNvSpPr/>
            <p:nvPr/>
          </p:nvSpPr>
          <p:spPr>
            <a:xfrm>
              <a:off x="2331481" y="4934651"/>
              <a:ext cx="579076" cy="579076"/>
            </a:xfrm>
            <a:prstGeom prst="ellips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907" name="Straight Arrow Connector 906">
              <a:extLst>
                <a:ext uri="{FF2B5EF4-FFF2-40B4-BE49-F238E27FC236}">
                  <a16:creationId xmlns:a16="http://schemas.microsoft.com/office/drawing/2014/main" id="{AF8A828E-910F-A6DA-4B67-1AB5B6B8BE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15694" y="5018991"/>
              <a:ext cx="5325" cy="410396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9EC8686D-DDBA-4BF2-86F7-2FEEAA93E560}"/>
                </a:ext>
              </a:extLst>
            </p:cNvPr>
            <p:cNvCxnSpPr>
              <a:cxnSpLocks/>
            </p:cNvCxnSpPr>
            <p:nvPr/>
          </p:nvCxnSpPr>
          <p:spPr>
            <a:xfrm>
              <a:off x="2624586" y="4504269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DD66B32D-63C6-4629-7EBB-777B31324E87}"/>
                </a:ext>
              </a:extLst>
            </p:cNvPr>
            <p:cNvCxnSpPr>
              <a:cxnSpLocks/>
            </p:cNvCxnSpPr>
            <p:nvPr/>
          </p:nvCxnSpPr>
          <p:spPr>
            <a:xfrm>
              <a:off x="2516099" y="5850721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>
              <a:extLst>
                <a:ext uri="{FF2B5EF4-FFF2-40B4-BE49-F238E27FC236}">
                  <a16:creationId xmlns:a16="http://schemas.microsoft.com/office/drawing/2014/main" id="{E88D8F40-1261-BAFF-28BD-CD5A820E5162}"/>
                </a:ext>
              </a:extLst>
            </p:cNvPr>
            <p:cNvCxnSpPr/>
            <p:nvPr/>
          </p:nvCxnSpPr>
          <p:spPr>
            <a:xfrm>
              <a:off x="2625953" y="5522101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Straight Connector 910">
              <a:extLst>
                <a:ext uri="{FF2B5EF4-FFF2-40B4-BE49-F238E27FC236}">
                  <a16:creationId xmlns:a16="http://schemas.microsoft.com/office/drawing/2014/main" id="{7D02EABF-F78D-97E1-141E-ADF35C90EDA4}"/>
                </a:ext>
              </a:extLst>
            </p:cNvPr>
            <p:cNvCxnSpPr>
              <a:cxnSpLocks/>
            </p:cNvCxnSpPr>
            <p:nvPr/>
          </p:nvCxnSpPr>
          <p:spPr>
            <a:xfrm>
              <a:off x="2573820" y="5888229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2FEA4180-1CEA-CC9D-7294-1F7F32F06B5A}"/>
                </a:ext>
              </a:extLst>
            </p:cNvPr>
            <p:cNvCxnSpPr>
              <a:cxnSpLocks/>
            </p:cNvCxnSpPr>
            <p:nvPr/>
          </p:nvCxnSpPr>
          <p:spPr>
            <a:xfrm>
              <a:off x="2598331" y="5925737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3" name="Oval 912">
              <a:extLst>
                <a:ext uri="{FF2B5EF4-FFF2-40B4-BE49-F238E27FC236}">
                  <a16:creationId xmlns:a16="http://schemas.microsoft.com/office/drawing/2014/main" id="{ADCD1E6D-7963-A062-1879-7558387AB2E3}"/>
                </a:ext>
              </a:extLst>
            </p:cNvPr>
            <p:cNvSpPr/>
            <p:nvPr/>
          </p:nvSpPr>
          <p:spPr>
            <a:xfrm>
              <a:off x="5336792" y="4934080"/>
              <a:ext cx="579076" cy="579076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914" name="Straight Arrow Connector 913">
              <a:extLst>
                <a:ext uri="{FF2B5EF4-FFF2-40B4-BE49-F238E27FC236}">
                  <a16:creationId xmlns:a16="http://schemas.microsoft.com/office/drawing/2014/main" id="{2B3357EE-FF25-27A4-AC1E-98C591FAC3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1005" y="5018420"/>
              <a:ext cx="5325" cy="41039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4021255A-38E0-7F81-EFCD-96CC8461A295}"/>
                </a:ext>
              </a:extLst>
            </p:cNvPr>
            <p:cNvCxnSpPr>
              <a:cxnSpLocks/>
            </p:cNvCxnSpPr>
            <p:nvPr/>
          </p:nvCxnSpPr>
          <p:spPr>
            <a:xfrm>
              <a:off x="5629897" y="4503698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915">
              <a:extLst>
                <a:ext uri="{FF2B5EF4-FFF2-40B4-BE49-F238E27FC236}">
                  <a16:creationId xmlns:a16="http://schemas.microsoft.com/office/drawing/2014/main" id="{43B76532-E094-3452-04CE-DD1656F5A032}"/>
                </a:ext>
              </a:extLst>
            </p:cNvPr>
            <p:cNvCxnSpPr/>
            <p:nvPr/>
          </p:nvCxnSpPr>
          <p:spPr>
            <a:xfrm>
              <a:off x="5621005" y="552153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7" name="テキスト プレースホルダー 2">
              <a:extLst>
                <a:ext uri="{FF2B5EF4-FFF2-40B4-BE49-F238E27FC236}">
                  <a16:creationId xmlns:a16="http://schemas.microsoft.com/office/drawing/2014/main" id="{549ED6E1-9536-8431-C890-C11248E857FF}"/>
                </a:ext>
              </a:extLst>
            </p:cNvPr>
            <p:cNvSpPr txBox="1">
              <a:spLocks/>
            </p:cNvSpPr>
            <p:nvPr/>
          </p:nvSpPr>
          <p:spPr>
            <a:xfrm>
              <a:off x="6573890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ins</a:t>
              </a:r>
            </a:p>
          </p:txBody>
        </p:sp>
        <p:sp>
          <p:nvSpPr>
            <p:cNvPr id="918" name="Rectangle 917">
              <a:extLst>
                <a:ext uri="{FF2B5EF4-FFF2-40B4-BE49-F238E27FC236}">
                  <a16:creationId xmlns:a16="http://schemas.microsoft.com/office/drawing/2014/main" id="{F91B5AC1-F723-7A9B-0BA2-4BC2882DAB75}"/>
                </a:ext>
              </a:extLst>
            </p:cNvPr>
            <p:cNvSpPr/>
            <p:nvPr/>
          </p:nvSpPr>
          <p:spPr>
            <a:xfrm rot="10800000">
              <a:off x="7744007" y="4301830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193D77B1-7998-D971-0460-344FAC53B77D}"/>
                </a:ext>
              </a:extLst>
            </p:cNvPr>
            <p:cNvCxnSpPr>
              <a:cxnSpLocks/>
            </p:cNvCxnSpPr>
            <p:nvPr/>
          </p:nvCxnSpPr>
          <p:spPr>
            <a:xfrm>
              <a:off x="8376554" y="446735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0" name="Oval 919">
              <a:extLst>
                <a:ext uri="{FF2B5EF4-FFF2-40B4-BE49-F238E27FC236}">
                  <a16:creationId xmlns:a16="http://schemas.microsoft.com/office/drawing/2014/main" id="{5DE8960F-6D23-9401-7121-A8F54C9BB94B}"/>
                </a:ext>
              </a:extLst>
            </p:cNvPr>
            <p:cNvSpPr/>
            <p:nvPr/>
          </p:nvSpPr>
          <p:spPr>
            <a:xfrm>
              <a:off x="8619542" y="4420648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7AEDA720-83AA-68D0-B5FD-8DE65C520AE3}"/>
                </a:ext>
              </a:extLst>
            </p:cNvPr>
            <p:cNvCxnSpPr>
              <a:cxnSpLocks/>
            </p:cNvCxnSpPr>
            <p:nvPr/>
          </p:nvCxnSpPr>
          <p:spPr>
            <a:xfrm>
              <a:off x="8689366" y="446851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2" name="Rectangle 921">
              <a:extLst>
                <a:ext uri="{FF2B5EF4-FFF2-40B4-BE49-F238E27FC236}">
                  <a16:creationId xmlns:a16="http://schemas.microsoft.com/office/drawing/2014/main" id="{A86A76E5-76AC-9BCE-9EC7-F28432582036}"/>
                </a:ext>
              </a:extLst>
            </p:cNvPr>
            <p:cNvSpPr/>
            <p:nvPr/>
          </p:nvSpPr>
          <p:spPr>
            <a:xfrm rot="10800000">
              <a:off x="8955631" y="4296914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923" name="Straight Connector 922">
              <a:extLst>
                <a:ext uri="{FF2B5EF4-FFF2-40B4-BE49-F238E27FC236}">
                  <a16:creationId xmlns:a16="http://schemas.microsoft.com/office/drawing/2014/main" id="{712016BF-5CC8-1436-37F2-5D3DDC8894DA}"/>
                </a:ext>
              </a:extLst>
            </p:cNvPr>
            <p:cNvCxnSpPr>
              <a:cxnSpLocks/>
            </p:cNvCxnSpPr>
            <p:nvPr/>
          </p:nvCxnSpPr>
          <p:spPr>
            <a:xfrm>
              <a:off x="9595103" y="446688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4" name="Rectangle 923">
              <a:extLst>
                <a:ext uri="{FF2B5EF4-FFF2-40B4-BE49-F238E27FC236}">
                  <a16:creationId xmlns:a16="http://schemas.microsoft.com/office/drawing/2014/main" id="{2A9F4F7B-DEC0-2FEB-62BA-88ECA9D88ACA}"/>
                </a:ext>
              </a:extLst>
            </p:cNvPr>
            <p:cNvSpPr/>
            <p:nvPr/>
          </p:nvSpPr>
          <p:spPr>
            <a:xfrm rot="10800000">
              <a:off x="9854443" y="4312034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0815FCEB-8A09-90EF-27C4-3EA970F59DDC}"/>
                </a:ext>
              </a:extLst>
            </p:cNvPr>
            <p:cNvCxnSpPr>
              <a:cxnSpLocks/>
            </p:cNvCxnSpPr>
            <p:nvPr/>
          </p:nvCxnSpPr>
          <p:spPr>
            <a:xfrm>
              <a:off x="10493915" y="446315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6" name="テキスト プレースホルダー 2">
              <a:extLst>
                <a:ext uri="{FF2B5EF4-FFF2-40B4-BE49-F238E27FC236}">
                  <a16:creationId xmlns:a16="http://schemas.microsoft.com/office/drawing/2014/main" id="{C117453F-68F2-5665-9321-3D54C5FC0163}"/>
                </a:ext>
              </a:extLst>
            </p:cNvPr>
            <p:cNvSpPr txBox="1">
              <a:spLocks/>
            </p:cNvSpPr>
            <p:nvPr/>
          </p:nvSpPr>
          <p:spPr>
            <a:xfrm>
              <a:off x="7543166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Npn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927" name="テキスト プレースホルダー 2">
              <a:extLst>
                <a:ext uri="{FF2B5EF4-FFF2-40B4-BE49-F238E27FC236}">
                  <a16:creationId xmlns:a16="http://schemas.microsoft.com/office/drawing/2014/main" id="{D2961C6C-80B4-A6FD-6DC3-62626FB83D8F}"/>
                </a:ext>
              </a:extLst>
            </p:cNvPr>
            <p:cNvSpPr txBox="1">
              <a:spLocks/>
            </p:cNvSpPr>
            <p:nvPr/>
          </p:nvSpPr>
          <p:spPr>
            <a:xfrm>
              <a:off x="8794382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Npn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928" name="Oval 927">
              <a:extLst>
                <a:ext uri="{FF2B5EF4-FFF2-40B4-BE49-F238E27FC236}">
                  <a16:creationId xmlns:a16="http://schemas.microsoft.com/office/drawing/2014/main" id="{CDCCB7B4-DCD3-AE45-464E-011498EA51EC}"/>
                </a:ext>
              </a:extLst>
            </p:cNvPr>
            <p:cNvSpPr/>
            <p:nvPr/>
          </p:nvSpPr>
          <p:spPr>
            <a:xfrm>
              <a:off x="8376554" y="4943558"/>
              <a:ext cx="579076" cy="579076"/>
            </a:xfrm>
            <a:prstGeom prst="ellipse">
              <a:avLst/>
            </a:prstGeom>
            <a:noFill/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929" name="Straight Arrow Connector 928">
              <a:extLst>
                <a:ext uri="{FF2B5EF4-FFF2-40B4-BE49-F238E27FC236}">
                  <a16:creationId xmlns:a16="http://schemas.microsoft.com/office/drawing/2014/main" id="{7E174233-5ECB-DDAF-C478-6296C1C7BB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0767" y="5027898"/>
              <a:ext cx="5325" cy="410396"/>
            </a:xfrm>
            <a:prstGeom prst="straightConnector1">
              <a:avLst/>
            </a:prstGeom>
            <a:ln w="38100">
              <a:solidFill>
                <a:srgbClr val="C559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A5CE6B14-CCCF-5B37-05AA-FE73C938B4DB}"/>
                </a:ext>
              </a:extLst>
            </p:cNvPr>
            <p:cNvCxnSpPr>
              <a:cxnSpLocks/>
            </p:cNvCxnSpPr>
            <p:nvPr/>
          </p:nvCxnSpPr>
          <p:spPr>
            <a:xfrm>
              <a:off x="8669659" y="4513176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F8A2C8F5-A479-E348-49E2-1D8A683C12B6}"/>
                </a:ext>
              </a:extLst>
            </p:cNvPr>
            <p:cNvCxnSpPr/>
            <p:nvPr/>
          </p:nvCxnSpPr>
          <p:spPr>
            <a:xfrm>
              <a:off x="8660767" y="553100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2" name="テキスト プレースホルダー 2">
              <a:extLst>
                <a:ext uri="{FF2B5EF4-FFF2-40B4-BE49-F238E27FC236}">
                  <a16:creationId xmlns:a16="http://schemas.microsoft.com/office/drawing/2014/main" id="{4DD6FDA7-7AB2-A210-C176-48966CE808E4}"/>
                </a:ext>
              </a:extLst>
            </p:cNvPr>
            <p:cNvSpPr txBox="1">
              <a:spLocks/>
            </p:cNvSpPr>
            <p:nvPr/>
          </p:nvSpPr>
          <p:spPr>
            <a:xfrm>
              <a:off x="9786518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R</a:t>
              </a:r>
              <a:r>
                <a:rPr kumimoji="1" lang="en-US" altLang="ja-JP" sz="3600" baseline="-250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ins</a:t>
              </a:r>
            </a:p>
          </p:txBody>
        </p:sp>
        <p:grpSp>
          <p:nvGrpSpPr>
            <p:cNvPr id="957" name="Group 956">
              <a:extLst>
                <a:ext uri="{FF2B5EF4-FFF2-40B4-BE49-F238E27FC236}">
                  <a16:creationId xmlns:a16="http://schemas.microsoft.com/office/drawing/2014/main" id="{2C78C45C-B79A-6C5B-F3D9-F14DDA69A6E6}"/>
                </a:ext>
              </a:extLst>
            </p:cNvPr>
            <p:cNvGrpSpPr/>
            <p:nvPr/>
          </p:nvGrpSpPr>
          <p:grpSpPr>
            <a:xfrm rot="16200000">
              <a:off x="10605490" y="2428886"/>
              <a:ext cx="794196" cy="182451"/>
              <a:chOff x="10939357" y="4494561"/>
              <a:chExt cx="794196" cy="182451"/>
            </a:xfrm>
          </p:grpSpPr>
          <p:sp>
            <p:nvSpPr>
              <p:cNvPr id="933" name="Oval 932">
                <a:extLst>
                  <a:ext uri="{FF2B5EF4-FFF2-40B4-BE49-F238E27FC236}">
                    <a16:creationId xmlns:a16="http://schemas.microsoft.com/office/drawing/2014/main" id="{DA158E65-42DC-69A5-E38A-17C631D825A7}"/>
                  </a:ext>
                </a:extLst>
              </p:cNvPr>
              <p:cNvSpPr/>
              <p:nvPr/>
            </p:nvSpPr>
            <p:spPr>
              <a:xfrm flipH="1">
                <a:off x="11553249" y="4496708"/>
                <a:ext cx="180304" cy="18030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4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934" name="Oval 933">
                <a:extLst>
                  <a:ext uri="{FF2B5EF4-FFF2-40B4-BE49-F238E27FC236}">
                    <a16:creationId xmlns:a16="http://schemas.microsoft.com/office/drawing/2014/main" id="{69887D6B-967D-E0E1-C102-88A0747E6296}"/>
                  </a:ext>
                </a:extLst>
              </p:cNvPr>
              <p:cNvSpPr/>
              <p:nvPr/>
            </p:nvSpPr>
            <p:spPr>
              <a:xfrm flipH="1">
                <a:off x="11246303" y="4494561"/>
                <a:ext cx="180304" cy="18030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4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935" name="Oval 934">
                <a:extLst>
                  <a:ext uri="{FF2B5EF4-FFF2-40B4-BE49-F238E27FC236}">
                    <a16:creationId xmlns:a16="http://schemas.microsoft.com/office/drawing/2014/main" id="{9AF89BD5-83B6-E04B-C1BE-9FF915A69671}"/>
                  </a:ext>
                </a:extLst>
              </p:cNvPr>
              <p:cNvSpPr/>
              <p:nvPr/>
            </p:nvSpPr>
            <p:spPr>
              <a:xfrm flipH="1">
                <a:off x="10939357" y="4494561"/>
                <a:ext cx="180304" cy="18030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4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38" name="テキスト プレースホルダー 2">
              <a:extLst>
                <a:ext uri="{FF2B5EF4-FFF2-40B4-BE49-F238E27FC236}">
                  <a16:creationId xmlns:a16="http://schemas.microsoft.com/office/drawing/2014/main" id="{F96C4CC5-33F7-FD8B-B99F-2CB57630A634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7399599" y="490243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P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Npn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939" name="テキスト プレースホルダー 2">
              <a:extLst>
                <a:ext uri="{FF2B5EF4-FFF2-40B4-BE49-F238E27FC236}">
                  <a16:creationId xmlns:a16="http://schemas.microsoft.com/office/drawing/2014/main" id="{A2DF02CD-7A53-FD99-3838-B58B4D8FA72C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4329187" y="490243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P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Nsn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941" name="テキスト プレースホルダー 2">
              <a:extLst>
                <a:ext uri="{FF2B5EF4-FFF2-40B4-BE49-F238E27FC236}">
                  <a16:creationId xmlns:a16="http://schemas.microsoft.com/office/drawing/2014/main" id="{F73284D5-1E6A-8C38-4402-F97B15FF11A9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2871553" y="4952184"/>
              <a:ext cx="1525472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P</a:t>
              </a:r>
              <a:r>
                <a:rPr kumimoji="1" lang="en-US" altLang="ja-JP" sz="3600" baseline="-25000" err="1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rPr>
                <a:t>Core</a:t>
              </a:r>
              <a:endPara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grpSp>
          <p:nvGrpSpPr>
            <p:cNvPr id="947" name="Group 946">
              <a:extLst>
                <a:ext uri="{FF2B5EF4-FFF2-40B4-BE49-F238E27FC236}">
                  <a16:creationId xmlns:a16="http://schemas.microsoft.com/office/drawing/2014/main" id="{E920AC72-CB85-7252-362B-655076B02965}"/>
                </a:ext>
              </a:extLst>
            </p:cNvPr>
            <p:cNvGrpSpPr/>
            <p:nvPr/>
          </p:nvGrpSpPr>
          <p:grpSpPr>
            <a:xfrm flipH="1">
              <a:off x="8548183" y="5875209"/>
              <a:ext cx="225168" cy="99807"/>
              <a:chOff x="10384525" y="2768984"/>
              <a:chExt cx="225168" cy="99807"/>
            </a:xfrm>
          </p:grpSpPr>
          <p:cxnSp>
            <p:nvCxnSpPr>
              <p:cNvPr id="948" name="Straight Connector 947">
                <a:extLst>
                  <a:ext uri="{FF2B5EF4-FFF2-40B4-BE49-F238E27FC236}">
                    <a16:creationId xmlns:a16="http://schemas.microsoft.com/office/drawing/2014/main" id="{61071732-9AFD-1814-7051-5623985DA7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4525" y="2768984"/>
                <a:ext cx="22516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Straight Connector 948">
                <a:extLst>
                  <a:ext uri="{FF2B5EF4-FFF2-40B4-BE49-F238E27FC236}">
                    <a16:creationId xmlns:a16="http://schemas.microsoft.com/office/drawing/2014/main" id="{A62B9605-A316-6BD5-F639-2B436AF036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39016" y="2819377"/>
                <a:ext cx="11793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0" name="Straight Connector 949">
                <a:extLst>
                  <a:ext uri="{FF2B5EF4-FFF2-40B4-BE49-F238E27FC236}">
                    <a16:creationId xmlns:a16="http://schemas.microsoft.com/office/drawing/2014/main" id="{5AE6F284-5D8E-F526-EABE-E58B455DD2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65908" y="2868791"/>
                <a:ext cx="5896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1" name="Group 950">
              <a:extLst>
                <a:ext uri="{FF2B5EF4-FFF2-40B4-BE49-F238E27FC236}">
                  <a16:creationId xmlns:a16="http://schemas.microsoft.com/office/drawing/2014/main" id="{BA329D9F-A794-0354-5B04-E27CA303447A}"/>
                </a:ext>
              </a:extLst>
            </p:cNvPr>
            <p:cNvGrpSpPr/>
            <p:nvPr/>
          </p:nvGrpSpPr>
          <p:grpSpPr>
            <a:xfrm flipH="1">
              <a:off x="5504503" y="5860145"/>
              <a:ext cx="225168" cy="99807"/>
              <a:chOff x="10384525" y="2768984"/>
              <a:chExt cx="225168" cy="99807"/>
            </a:xfrm>
          </p:grpSpPr>
          <p:cxnSp>
            <p:nvCxnSpPr>
              <p:cNvPr id="952" name="Straight Connector 951">
                <a:extLst>
                  <a:ext uri="{FF2B5EF4-FFF2-40B4-BE49-F238E27FC236}">
                    <a16:creationId xmlns:a16="http://schemas.microsoft.com/office/drawing/2014/main" id="{DFEB3EA2-CE37-F102-E5BB-BC43E5017B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4525" y="2768984"/>
                <a:ext cx="22516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3" name="Straight Connector 952">
                <a:extLst>
                  <a:ext uri="{FF2B5EF4-FFF2-40B4-BE49-F238E27FC236}">
                    <a16:creationId xmlns:a16="http://schemas.microsoft.com/office/drawing/2014/main" id="{C49524D2-B91C-892E-3C4E-26AF7A4A52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39016" y="2819377"/>
                <a:ext cx="11793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4" name="Straight Connector 953">
                <a:extLst>
                  <a:ext uri="{FF2B5EF4-FFF2-40B4-BE49-F238E27FC236}">
                    <a16:creationId xmlns:a16="http://schemas.microsoft.com/office/drawing/2014/main" id="{871C875C-5177-835C-3AFB-1CD2FC9306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65908" y="2868791"/>
                <a:ext cx="5896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8" name="Arrow: Curved Left 957">
              <a:extLst>
                <a:ext uri="{FF2B5EF4-FFF2-40B4-BE49-F238E27FC236}">
                  <a16:creationId xmlns:a16="http://schemas.microsoft.com/office/drawing/2014/main" id="{1ACE64E9-6FBA-4416-87EF-B2605E453A00}"/>
                </a:ext>
              </a:extLst>
            </p:cNvPr>
            <p:cNvSpPr/>
            <p:nvPr/>
          </p:nvSpPr>
          <p:spPr>
            <a:xfrm>
              <a:off x="10006637" y="1860775"/>
              <a:ext cx="610182" cy="1672507"/>
            </a:xfrm>
            <a:prstGeom prst="curvedLeftArrow">
              <a:avLst>
                <a:gd name="adj1" fmla="val 25000"/>
                <a:gd name="adj2" fmla="val 57329"/>
                <a:gd name="adj3" fmla="val 3177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959" name="Rectangle 958">
            <a:extLst>
              <a:ext uri="{FF2B5EF4-FFF2-40B4-BE49-F238E27FC236}">
                <a16:creationId xmlns:a16="http://schemas.microsoft.com/office/drawing/2014/main" id="{AC0A3F9E-2A50-FA8E-63EA-27CB93BBFBD7}"/>
              </a:ext>
            </a:extLst>
          </p:cNvPr>
          <p:cNvSpPr/>
          <p:nvPr/>
        </p:nvSpPr>
        <p:spPr>
          <a:xfrm rot="5400000">
            <a:off x="14312970" y="4612879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2720C2FF-BAB8-44CF-AD08-8DA6EF849D7E}"/>
              </a:ext>
            </a:extLst>
          </p:cNvPr>
          <p:cNvSpPr/>
          <p:nvPr/>
        </p:nvSpPr>
        <p:spPr>
          <a:xfrm rot="5400000">
            <a:off x="14850960" y="4612879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961" name="Straight Connector 960">
            <a:extLst>
              <a:ext uri="{FF2B5EF4-FFF2-40B4-BE49-F238E27FC236}">
                <a16:creationId xmlns:a16="http://schemas.microsoft.com/office/drawing/2014/main" id="{2AD9E7F7-648D-03B1-6D39-C8FB693F05B6}"/>
              </a:ext>
            </a:extLst>
          </p:cNvPr>
          <p:cNvCxnSpPr>
            <a:cxnSpLocks/>
            <a:stCxn id="959" idx="3"/>
          </p:cNvCxnSpPr>
          <p:nvPr/>
        </p:nvCxnSpPr>
        <p:spPr>
          <a:xfrm>
            <a:off x="14632706" y="508902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E9B073D6-5AAC-CAFD-43BD-50D133C538F1}"/>
              </a:ext>
            </a:extLst>
          </p:cNvPr>
          <p:cNvCxnSpPr/>
          <p:nvPr/>
        </p:nvCxnSpPr>
        <p:spPr>
          <a:xfrm>
            <a:off x="15165236" y="508902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Straight Connector 962">
            <a:extLst>
              <a:ext uri="{FF2B5EF4-FFF2-40B4-BE49-F238E27FC236}">
                <a16:creationId xmlns:a16="http://schemas.microsoft.com/office/drawing/2014/main" id="{11745756-EA89-4904-8DF0-0D190D26574C}"/>
              </a:ext>
            </a:extLst>
          </p:cNvPr>
          <p:cNvCxnSpPr>
            <a:cxnSpLocks/>
          </p:cNvCxnSpPr>
          <p:nvPr/>
        </p:nvCxnSpPr>
        <p:spPr>
          <a:xfrm>
            <a:off x="14632706" y="5417646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Straight Connector 963">
            <a:extLst>
              <a:ext uri="{FF2B5EF4-FFF2-40B4-BE49-F238E27FC236}">
                <a16:creationId xmlns:a16="http://schemas.microsoft.com/office/drawing/2014/main" id="{90E37DC6-76DF-DA0F-AB3C-4A75B278C87B}"/>
              </a:ext>
            </a:extLst>
          </p:cNvPr>
          <p:cNvCxnSpPr>
            <a:cxnSpLocks/>
          </p:cNvCxnSpPr>
          <p:nvPr/>
        </p:nvCxnSpPr>
        <p:spPr>
          <a:xfrm>
            <a:off x="14898971" y="541764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Straight Connector 964">
            <a:extLst>
              <a:ext uri="{FF2B5EF4-FFF2-40B4-BE49-F238E27FC236}">
                <a16:creationId xmlns:a16="http://schemas.microsoft.com/office/drawing/2014/main" id="{D5DE2D6A-3EA7-7BC6-3A97-4C73336D51BC}"/>
              </a:ext>
            </a:extLst>
          </p:cNvPr>
          <p:cNvCxnSpPr>
            <a:cxnSpLocks/>
          </p:cNvCxnSpPr>
          <p:nvPr/>
        </p:nvCxnSpPr>
        <p:spPr>
          <a:xfrm>
            <a:off x="14663808" y="5746266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Straight Connector 965">
            <a:extLst>
              <a:ext uri="{FF2B5EF4-FFF2-40B4-BE49-F238E27FC236}">
                <a16:creationId xmlns:a16="http://schemas.microsoft.com/office/drawing/2014/main" id="{BB3B55C5-929D-06C0-BC85-35093C6B1C8E}"/>
              </a:ext>
            </a:extLst>
          </p:cNvPr>
          <p:cNvCxnSpPr>
            <a:cxnSpLocks/>
          </p:cNvCxnSpPr>
          <p:nvPr/>
        </p:nvCxnSpPr>
        <p:spPr>
          <a:xfrm>
            <a:off x="14738487" y="5882658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Connector 966">
            <a:extLst>
              <a:ext uri="{FF2B5EF4-FFF2-40B4-BE49-F238E27FC236}">
                <a16:creationId xmlns:a16="http://schemas.microsoft.com/office/drawing/2014/main" id="{3F4990E8-C7C5-9E2C-E94B-9A79788313A0}"/>
              </a:ext>
            </a:extLst>
          </p:cNvPr>
          <p:cNvCxnSpPr>
            <a:cxnSpLocks/>
          </p:cNvCxnSpPr>
          <p:nvPr/>
        </p:nvCxnSpPr>
        <p:spPr>
          <a:xfrm>
            <a:off x="14789117" y="6211278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Straight Connector 967">
            <a:extLst>
              <a:ext uri="{FF2B5EF4-FFF2-40B4-BE49-F238E27FC236}">
                <a16:creationId xmlns:a16="http://schemas.microsoft.com/office/drawing/2014/main" id="{C7C64164-A894-CAB6-25DC-66E4A3E429B3}"/>
              </a:ext>
            </a:extLst>
          </p:cNvPr>
          <p:cNvCxnSpPr/>
          <p:nvPr/>
        </p:nvCxnSpPr>
        <p:spPr>
          <a:xfrm>
            <a:off x="14898971" y="588265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9" name="Straight Connector 968">
            <a:extLst>
              <a:ext uri="{FF2B5EF4-FFF2-40B4-BE49-F238E27FC236}">
                <a16:creationId xmlns:a16="http://schemas.microsoft.com/office/drawing/2014/main" id="{086A0BB1-4BA5-FDCE-1716-C8EAAB5A3FCD}"/>
              </a:ext>
            </a:extLst>
          </p:cNvPr>
          <p:cNvCxnSpPr>
            <a:cxnSpLocks/>
          </p:cNvCxnSpPr>
          <p:nvPr/>
        </p:nvCxnSpPr>
        <p:spPr>
          <a:xfrm>
            <a:off x="14846838" y="624878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0" name="Straight Connector 969">
            <a:extLst>
              <a:ext uri="{FF2B5EF4-FFF2-40B4-BE49-F238E27FC236}">
                <a16:creationId xmlns:a16="http://schemas.microsoft.com/office/drawing/2014/main" id="{090E19A5-C833-55C1-EDC1-2DEF075E1E26}"/>
              </a:ext>
            </a:extLst>
          </p:cNvPr>
          <p:cNvCxnSpPr>
            <a:cxnSpLocks/>
          </p:cNvCxnSpPr>
          <p:nvPr/>
        </p:nvCxnSpPr>
        <p:spPr>
          <a:xfrm>
            <a:off x="14871349" y="6286294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1" name="Straight Connector 970">
            <a:extLst>
              <a:ext uri="{FF2B5EF4-FFF2-40B4-BE49-F238E27FC236}">
                <a16:creationId xmlns:a16="http://schemas.microsoft.com/office/drawing/2014/main" id="{7DF5B6A1-0676-B0D5-B61B-8DAAA6B31830}"/>
              </a:ext>
            </a:extLst>
          </p:cNvPr>
          <p:cNvCxnSpPr/>
          <p:nvPr/>
        </p:nvCxnSpPr>
        <p:spPr>
          <a:xfrm>
            <a:off x="14632706" y="41209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2" name="Straight Connector 971">
            <a:extLst>
              <a:ext uri="{FF2B5EF4-FFF2-40B4-BE49-F238E27FC236}">
                <a16:creationId xmlns:a16="http://schemas.microsoft.com/office/drawing/2014/main" id="{F34514D6-4CDB-76F8-A7C7-7B60E5E696FB}"/>
              </a:ext>
            </a:extLst>
          </p:cNvPr>
          <p:cNvCxnSpPr/>
          <p:nvPr/>
        </p:nvCxnSpPr>
        <p:spPr>
          <a:xfrm>
            <a:off x="15165236" y="41209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3" name="Straight Connector 972">
            <a:extLst>
              <a:ext uri="{FF2B5EF4-FFF2-40B4-BE49-F238E27FC236}">
                <a16:creationId xmlns:a16="http://schemas.microsoft.com/office/drawing/2014/main" id="{7AEB70F9-A241-E7A7-A066-21C55B49BDCC}"/>
              </a:ext>
            </a:extLst>
          </p:cNvPr>
          <p:cNvCxnSpPr>
            <a:cxnSpLocks/>
          </p:cNvCxnSpPr>
          <p:nvPr/>
        </p:nvCxnSpPr>
        <p:spPr>
          <a:xfrm>
            <a:off x="14632706" y="4132572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4" name="Straight Connector 973">
            <a:extLst>
              <a:ext uri="{FF2B5EF4-FFF2-40B4-BE49-F238E27FC236}">
                <a16:creationId xmlns:a16="http://schemas.microsoft.com/office/drawing/2014/main" id="{5B295390-2AC3-91CD-7806-70FFC8635E6B}"/>
              </a:ext>
            </a:extLst>
          </p:cNvPr>
          <p:cNvCxnSpPr>
            <a:cxnSpLocks/>
          </p:cNvCxnSpPr>
          <p:nvPr/>
        </p:nvCxnSpPr>
        <p:spPr>
          <a:xfrm>
            <a:off x="14898971" y="379231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5" name="Rectangle 974">
            <a:extLst>
              <a:ext uri="{FF2B5EF4-FFF2-40B4-BE49-F238E27FC236}">
                <a16:creationId xmlns:a16="http://schemas.microsoft.com/office/drawing/2014/main" id="{38C5A91A-09FC-B311-5133-31332952212F}"/>
              </a:ext>
            </a:extLst>
          </p:cNvPr>
          <p:cNvSpPr/>
          <p:nvPr/>
        </p:nvSpPr>
        <p:spPr>
          <a:xfrm rot="10800000">
            <a:off x="15165236" y="3652164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976" name="Straight Connector 975">
            <a:extLst>
              <a:ext uri="{FF2B5EF4-FFF2-40B4-BE49-F238E27FC236}">
                <a16:creationId xmlns:a16="http://schemas.microsoft.com/office/drawing/2014/main" id="{6254EC2C-F7FD-AD31-52AB-0F0C6E11277B}"/>
              </a:ext>
            </a:extLst>
          </p:cNvPr>
          <p:cNvCxnSpPr>
            <a:cxnSpLocks/>
          </p:cNvCxnSpPr>
          <p:nvPr/>
        </p:nvCxnSpPr>
        <p:spPr>
          <a:xfrm>
            <a:off x="14898971" y="380903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7" name="Straight Connector 976">
            <a:extLst>
              <a:ext uri="{FF2B5EF4-FFF2-40B4-BE49-F238E27FC236}">
                <a16:creationId xmlns:a16="http://schemas.microsoft.com/office/drawing/2014/main" id="{8F4D53E4-3E08-EA48-4568-E27616496A76}"/>
              </a:ext>
            </a:extLst>
          </p:cNvPr>
          <p:cNvCxnSpPr>
            <a:cxnSpLocks/>
          </p:cNvCxnSpPr>
          <p:nvPr/>
        </p:nvCxnSpPr>
        <p:spPr>
          <a:xfrm>
            <a:off x="15804708" y="380918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8" name="Oval 977">
            <a:extLst>
              <a:ext uri="{FF2B5EF4-FFF2-40B4-BE49-F238E27FC236}">
                <a16:creationId xmlns:a16="http://schemas.microsoft.com/office/drawing/2014/main" id="{13B8A6C2-74F3-C2FD-59A6-DEE0BD7E1D98}"/>
              </a:ext>
            </a:extLst>
          </p:cNvPr>
          <p:cNvSpPr/>
          <p:nvPr/>
        </p:nvSpPr>
        <p:spPr>
          <a:xfrm>
            <a:off x="16047696" y="376248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979" name="Straight Connector 978">
            <a:extLst>
              <a:ext uri="{FF2B5EF4-FFF2-40B4-BE49-F238E27FC236}">
                <a16:creationId xmlns:a16="http://schemas.microsoft.com/office/drawing/2014/main" id="{2D8C11F4-63A2-8CEC-BC97-542FA235B062}"/>
              </a:ext>
            </a:extLst>
          </p:cNvPr>
          <p:cNvCxnSpPr>
            <a:cxnSpLocks/>
          </p:cNvCxnSpPr>
          <p:nvPr/>
        </p:nvCxnSpPr>
        <p:spPr>
          <a:xfrm>
            <a:off x="16117520" y="381035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" name="Rectangle 979">
            <a:extLst>
              <a:ext uri="{FF2B5EF4-FFF2-40B4-BE49-F238E27FC236}">
                <a16:creationId xmlns:a16="http://schemas.microsoft.com/office/drawing/2014/main" id="{FA173833-C4D6-58DB-4768-36EF7A13B9A3}"/>
              </a:ext>
            </a:extLst>
          </p:cNvPr>
          <p:cNvSpPr/>
          <p:nvPr/>
        </p:nvSpPr>
        <p:spPr>
          <a:xfrm rot="10800000">
            <a:off x="16383785" y="3635902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981" name="Straight Connector 980">
            <a:extLst>
              <a:ext uri="{FF2B5EF4-FFF2-40B4-BE49-F238E27FC236}">
                <a16:creationId xmlns:a16="http://schemas.microsoft.com/office/drawing/2014/main" id="{1DB723E8-6ED0-B2E1-423E-3E5ED65AD6B8}"/>
              </a:ext>
            </a:extLst>
          </p:cNvPr>
          <p:cNvCxnSpPr>
            <a:cxnSpLocks/>
          </p:cNvCxnSpPr>
          <p:nvPr/>
        </p:nvCxnSpPr>
        <p:spPr>
          <a:xfrm>
            <a:off x="17023257" y="379992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2" name="Rectangle 981">
            <a:extLst>
              <a:ext uri="{FF2B5EF4-FFF2-40B4-BE49-F238E27FC236}">
                <a16:creationId xmlns:a16="http://schemas.microsoft.com/office/drawing/2014/main" id="{4E8E6415-4D6C-8DE1-1F46-CD8446410DAC}"/>
              </a:ext>
            </a:extLst>
          </p:cNvPr>
          <p:cNvSpPr/>
          <p:nvPr/>
        </p:nvSpPr>
        <p:spPr>
          <a:xfrm rot="10800000">
            <a:off x="17282597" y="3643514"/>
            <a:ext cx="639472" cy="312821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983" name="Straight Connector 982">
            <a:extLst>
              <a:ext uri="{FF2B5EF4-FFF2-40B4-BE49-F238E27FC236}">
                <a16:creationId xmlns:a16="http://schemas.microsoft.com/office/drawing/2014/main" id="{D83A5A33-786E-CD04-DE96-7AB7992D4848}"/>
              </a:ext>
            </a:extLst>
          </p:cNvPr>
          <p:cNvCxnSpPr>
            <a:cxnSpLocks/>
          </p:cNvCxnSpPr>
          <p:nvPr/>
        </p:nvCxnSpPr>
        <p:spPr>
          <a:xfrm>
            <a:off x="17918132" y="3799926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4" name="テキスト プレースホルダー 2">
            <a:extLst>
              <a:ext uri="{FF2B5EF4-FFF2-40B4-BE49-F238E27FC236}">
                <a16:creationId xmlns:a16="http://schemas.microsoft.com/office/drawing/2014/main" id="{696AFAF2-52ED-9994-A22C-FE14449E08BA}"/>
              </a:ext>
            </a:extLst>
          </p:cNvPr>
          <p:cNvSpPr txBox="1">
            <a:spLocks/>
          </p:cNvSpPr>
          <p:nvPr/>
        </p:nvSpPr>
        <p:spPr>
          <a:xfrm>
            <a:off x="15273902" y="5593725"/>
            <a:ext cx="1269225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amb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985" name="テキスト プレースホルダー 2">
            <a:extLst>
              <a:ext uri="{FF2B5EF4-FFF2-40B4-BE49-F238E27FC236}">
                <a16:creationId xmlns:a16="http://schemas.microsoft.com/office/drawing/2014/main" id="{0EE5D90E-89E2-37CE-3696-8E43F72B3563}"/>
              </a:ext>
            </a:extLst>
          </p:cNvPr>
          <p:cNvSpPr txBox="1">
            <a:spLocks/>
          </p:cNvSpPr>
          <p:nvPr/>
        </p:nvSpPr>
        <p:spPr>
          <a:xfrm>
            <a:off x="15165234" y="5017781"/>
            <a:ext cx="1269228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conv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986" name="テキスト プレースホルダー 2">
            <a:extLst>
              <a:ext uri="{FF2B5EF4-FFF2-40B4-BE49-F238E27FC236}">
                <a16:creationId xmlns:a16="http://schemas.microsoft.com/office/drawing/2014/main" id="{A835A553-4D48-E9DF-9FB4-C7FD0351CD95}"/>
              </a:ext>
            </a:extLst>
          </p:cNvPr>
          <p:cNvSpPr txBox="1">
            <a:spLocks/>
          </p:cNvSpPr>
          <p:nvPr/>
        </p:nvSpPr>
        <p:spPr>
          <a:xfrm>
            <a:off x="13690081" y="4999780"/>
            <a:ext cx="1022889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rad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987" name="テキスト プレースホルダー 2">
            <a:extLst>
              <a:ext uri="{FF2B5EF4-FFF2-40B4-BE49-F238E27FC236}">
                <a16:creationId xmlns:a16="http://schemas.microsoft.com/office/drawing/2014/main" id="{CC1FAEAC-C98F-AEB9-AA25-87BA8C7CF101}"/>
              </a:ext>
            </a:extLst>
          </p:cNvPr>
          <p:cNvSpPr txBox="1">
            <a:spLocks/>
          </p:cNvSpPr>
          <p:nvPr/>
        </p:nvSpPr>
        <p:spPr>
          <a:xfrm>
            <a:off x="15014153" y="3047997"/>
            <a:ext cx="1125408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988" name="テキスト プレースホルダー 2">
            <a:extLst>
              <a:ext uri="{FF2B5EF4-FFF2-40B4-BE49-F238E27FC236}">
                <a16:creationId xmlns:a16="http://schemas.microsoft.com/office/drawing/2014/main" id="{D4171308-2B2D-9AA1-3F92-DEA29D467E3B}"/>
              </a:ext>
            </a:extLst>
          </p:cNvPr>
          <p:cNvSpPr txBox="1">
            <a:spLocks/>
          </p:cNvSpPr>
          <p:nvPr/>
        </p:nvSpPr>
        <p:spPr>
          <a:xfrm>
            <a:off x="16267499" y="3052892"/>
            <a:ext cx="1125408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989" name="テキスト プレースホルダー 2">
            <a:extLst>
              <a:ext uri="{FF2B5EF4-FFF2-40B4-BE49-F238E27FC236}">
                <a16:creationId xmlns:a16="http://schemas.microsoft.com/office/drawing/2014/main" id="{0E808430-176F-7CDF-D39C-FDBF072AFCBA}"/>
              </a:ext>
            </a:extLst>
          </p:cNvPr>
          <p:cNvSpPr txBox="1">
            <a:spLocks/>
          </p:cNvSpPr>
          <p:nvPr/>
        </p:nvSpPr>
        <p:spPr>
          <a:xfrm>
            <a:off x="17175286" y="3052892"/>
            <a:ext cx="1125409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TIM</a:t>
            </a:r>
          </a:p>
        </p:txBody>
      </p:sp>
      <p:sp>
        <p:nvSpPr>
          <p:cNvPr id="990" name="Oval 989">
            <a:extLst>
              <a:ext uri="{FF2B5EF4-FFF2-40B4-BE49-F238E27FC236}">
                <a16:creationId xmlns:a16="http://schemas.microsoft.com/office/drawing/2014/main" id="{544EAE18-050B-6CE0-E4F4-0F02843617AB}"/>
              </a:ext>
            </a:extLst>
          </p:cNvPr>
          <p:cNvSpPr/>
          <p:nvPr/>
        </p:nvSpPr>
        <p:spPr>
          <a:xfrm>
            <a:off x="15804708" y="4285814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991" name="Straight Arrow Connector 990">
            <a:extLst>
              <a:ext uri="{FF2B5EF4-FFF2-40B4-BE49-F238E27FC236}">
                <a16:creationId xmlns:a16="http://schemas.microsoft.com/office/drawing/2014/main" id="{E7A93DE4-7B62-ED7D-770C-C6BF766ACE38}"/>
              </a:ext>
            </a:extLst>
          </p:cNvPr>
          <p:cNvCxnSpPr>
            <a:cxnSpLocks/>
          </p:cNvCxnSpPr>
          <p:nvPr/>
        </p:nvCxnSpPr>
        <p:spPr>
          <a:xfrm flipH="1" flipV="1">
            <a:off x="16088921" y="4370154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Straight Connector 991">
            <a:extLst>
              <a:ext uri="{FF2B5EF4-FFF2-40B4-BE49-F238E27FC236}">
                <a16:creationId xmlns:a16="http://schemas.microsoft.com/office/drawing/2014/main" id="{27F582B4-0FB4-063C-A978-2554C3B46CE3}"/>
              </a:ext>
            </a:extLst>
          </p:cNvPr>
          <p:cNvCxnSpPr>
            <a:cxnSpLocks/>
          </p:cNvCxnSpPr>
          <p:nvPr/>
        </p:nvCxnSpPr>
        <p:spPr>
          <a:xfrm>
            <a:off x="16097813" y="3855432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3" name="Straight Connector 992">
            <a:extLst>
              <a:ext uri="{FF2B5EF4-FFF2-40B4-BE49-F238E27FC236}">
                <a16:creationId xmlns:a16="http://schemas.microsoft.com/office/drawing/2014/main" id="{4DE479DE-95A3-8BF7-5352-FBF26FC81830}"/>
              </a:ext>
            </a:extLst>
          </p:cNvPr>
          <p:cNvCxnSpPr>
            <a:cxnSpLocks/>
          </p:cNvCxnSpPr>
          <p:nvPr/>
        </p:nvCxnSpPr>
        <p:spPr>
          <a:xfrm>
            <a:off x="15989326" y="520188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4EF1D8B9-AD3C-2D97-AF8E-2640DD4D05D0}"/>
              </a:ext>
            </a:extLst>
          </p:cNvPr>
          <p:cNvCxnSpPr/>
          <p:nvPr/>
        </p:nvCxnSpPr>
        <p:spPr>
          <a:xfrm>
            <a:off x="16099180" y="487326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5" name="Straight Connector 994">
            <a:extLst>
              <a:ext uri="{FF2B5EF4-FFF2-40B4-BE49-F238E27FC236}">
                <a16:creationId xmlns:a16="http://schemas.microsoft.com/office/drawing/2014/main" id="{2D028E86-739D-8C69-93F5-964F4964C947}"/>
              </a:ext>
            </a:extLst>
          </p:cNvPr>
          <p:cNvCxnSpPr>
            <a:cxnSpLocks/>
          </p:cNvCxnSpPr>
          <p:nvPr/>
        </p:nvCxnSpPr>
        <p:spPr>
          <a:xfrm>
            <a:off x="16047047" y="5239392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" name="Straight Connector 995">
            <a:extLst>
              <a:ext uri="{FF2B5EF4-FFF2-40B4-BE49-F238E27FC236}">
                <a16:creationId xmlns:a16="http://schemas.microsoft.com/office/drawing/2014/main" id="{FC35A262-19FC-3CB3-6102-CB0B888C6ABF}"/>
              </a:ext>
            </a:extLst>
          </p:cNvPr>
          <p:cNvCxnSpPr>
            <a:cxnSpLocks/>
          </p:cNvCxnSpPr>
          <p:nvPr/>
        </p:nvCxnSpPr>
        <p:spPr>
          <a:xfrm>
            <a:off x="16071558" y="527690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02C03671-0C44-898A-1D67-E05B5C8B7223}"/>
              </a:ext>
            </a:extLst>
          </p:cNvPr>
          <p:cNvCxnSpPr>
            <a:cxnSpLocks/>
          </p:cNvCxnSpPr>
          <p:nvPr/>
        </p:nvCxnSpPr>
        <p:spPr>
          <a:xfrm>
            <a:off x="18501694" y="1414228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8" name="Rectangle 997">
            <a:extLst>
              <a:ext uri="{FF2B5EF4-FFF2-40B4-BE49-F238E27FC236}">
                <a16:creationId xmlns:a16="http://schemas.microsoft.com/office/drawing/2014/main" id="{BAED24E8-B52B-F915-593F-EF8AE842D271}"/>
              </a:ext>
            </a:extLst>
          </p:cNvPr>
          <p:cNvSpPr/>
          <p:nvPr/>
        </p:nvSpPr>
        <p:spPr>
          <a:xfrm rot="10800000">
            <a:off x="19101158" y="5931492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999" name="Straight Connector 998">
            <a:extLst>
              <a:ext uri="{FF2B5EF4-FFF2-40B4-BE49-F238E27FC236}">
                <a16:creationId xmlns:a16="http://schemas.microsoft.com/office/drawing/2014/main" id="{659D5E14-487E-C678-50F4-D5A103680A23}"/>
              </a:ext>
            </a:extLst>
          </p:cNvPr>
          <p:cNvCxnSpPr>
            <a:cxnSpLocks/>
          </p:cNvCxnSpPr>
          <p:nvPr/>
        </p:nvCxnSpPr>
        <p:spPr>
          <a:xfrm>
            <a:off x="19733705" y="60970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Oval 999">
            <a:extLst>
              <a:ext uri="{FF2B5EF4-FFF2-40B4-BE49-F238E27FC236}">
                <a16:creationId xmlns:a16="http://schemas.microsoft.com/office/drawing/2014/main" id="{535EA83F-929D-0CCC-4044-90EA13DE728C}"/>
              </a:ext>
            </a:extLst>
          </p:cNvPr>
          <p:cNvSpPr/>
          <p:nvPr/>
        </p:nvSpPr>
        <p:spPr>
          <a:xfrm>
            <a:off x="19976693" y="605031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01" name="Straight Connector 1000">
            <a:extLst>
              <a:ext uri="{FF2B5EF4-FFF2-40B4-BE49-F238E27FC236}">
                <a16:creationId xmlns:a16="http://schemas.microsoft.com/office/drawing/2014/main" id="{980D6AD7-78DC-F1B7-519A-819EC74BCDB7}"/>
              </a:ext>
            </a:extLst>
          </p:cNvPr>
          <p:cNvCxnSpPr>
            <a:cxnSpLocks/>
          </p:cNvCxnSpPr>
          <p:nvPr/>
        </p:nvCxnSpPr>
        <p:spPr>
          <a:xfrm>
            <a:off x="20046517" y="609817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98A74724-9024-F3E2-4B7C-50454C5F56A0}"/>
              </a:ext>
            </a:extLst>
          </p:cNvPr>
          <p:cNvSpPr/>
          <p:nvPr/>
        </p:nvSpPr>
        <p:spPr>
          <a:xfrm rot="10800000">
            <a:off x="20312782" y="5926576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03" name="Straight Connector 1002">
            <a:extLst>
              <a:ext uri="{FF2B5EF4-FFF2-40B4-BE49-F238E27FC236}">
                <a16:creationId xmlns:a16="http://schemas.microsoft.com/office/drawing/2014/main" id="{960EA5CA-E21E-F541-A1A2-03BBFF4ECBEA}"/>
              </a:ext>
            </a:extLst>
          </p:cNvPr>
          <p:cNvCxnSpPr>
            <a:cxnSpLocks/>
          </p:cNvCxnSpPr>
          <p:nvPr/>
        </p:nvCxnSpPr>
        <p:spPr>
          <a:xfrm>
            <a:off x="20952254" y="609655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816D5B55-773A-3BE0-9E3D-837A908BDBC2}"/>
              </a:ext>
            </a:extLst>
          </p:cNvPr>
          <p:cNvSpPr/>
          <p:nvPr/>
        </p:nvSpPr>
        <p:spPr>
          <a:xfrm rot="5400000">
            <a:off x="19705017" y="5187228"/>
            <a:ext cx="639472" cy="312821"/>
          </a:xfrm>
          <a:prstGeom prst="rect">
            <a:avLst/>
          </a:prstGeom>
          <a:solidFill>
            <a:srgbClr val="00B0F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05" name="Straight Connector 1004">
            <a:extLst>
              <a:ext uri="{FF2B5EF4-FFF2-40B4-BE49-F238E27FC236}">
                <a16:creationId xmlns:a16="http://schemas.microsoft.com/office/drawing/2014/main" id="{86F2A1E0-332F-E866-492A-A98887B9D9DB}"/>
              </a:ext>
            </a:extLst>
          </p:cNvPr>
          <p:cNvCxnSpPr>
            <a:cxnSpLocks/>
          </p:cNvCxnSpPr>
          <p:nvPr/>
        </p:nvCxnSpPr>
        <p:spPr>
          <a:xfrm>
            <a:off x="18493584" y="4411354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6" name="テキスト プレースホルダー 2">
            <a:extLst>
              <a:ext uri="{FF2B5EF4-FFF2-40B4-BE49-F238E27FC236}">
                <a16:creationId xmlns:a16="http://schemas.microsoft.com/office/drawing/2014/main" id="{D0F54FF1-10E6-EB01-69A0-2187AED0C188}"/>
              </a:ext>
            </a:extLst>
          </p:cNvPr>
          <p:cNvSpPr txBox="1">
            <a:spLocks/>
          </p:cNvSpPr>
          <p:nvPr/>
        </p:nvSpPr>
        <p:spPr>
          <a:xfrm>
            <a:off x="18801585" y="6198740"/>
            <a:ext cx="1093529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Np1</a:t>
            </a:r>
          </a:p>
        </p:txBody>
      </p:sp>
      <p:sp>
        <p:nvSpPr>
          <p:cNvPr id="1007" name="テキスト プレースホルダー 2">
            <a:extLst>
              <a:ext uri="{FF2B5EF4-FFF2-40B4-BE49-F238E27FC236}">
                <a16:creationId xmlns:a16="http://schemas.microsoft.com/office/drawing/2014/main" id="{F134CE9A-88A4-4002-2656-95F49A4D5D5A}"/>
              </a:ext>
            </a:extLst>
          </p:cNvPr>
          <p:cNvSpPr txBox="1">
            <a:spLocks/>
          </p:cNvSpPr>
          <p:nvPr/>
        </p:nvSpPr>
        <p:spPr>
          <a:xfrm>
            <a:off x="20257692" y="6198740"/>
            <a:ext cx="1130818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Np1</a:t>
            </a:r>
          </a:p>
        </p:txBody>
      </p:sp>
      <p:sp>
        <p:nvSpPr>
          <p:cNvPr id="1008" name="Oval 1007">
            <a:extLst>
              <a:ext uri="{FF2B5EF4-FFF2-40B4-BE49-F238E27FC236}">
                <a16:creationId xmlns:a16="http://schemas.microsoft.com/office/drawing/2014/main" id="{A98255FC-5260-B432-FAAA-BC40CBD03C76}"/>
              </a:ext>
            </a:extLst>
          </p:cNvPr>
          <p:cNvSpPr/>
          <p:nvPr/>
        </p:nvSpPr>
        <p:spPr>
          <a:xfrm>
            <a:off x="19733705" y="6573220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EF7E60E4-95CA-8427-D50D-A0A5484449AE}"/>
              </a:ext>
            </a:extLst>
          </p:cNvPr>
          <p:cNvCxnSpPr>
            <a:cxnSpLocks/>
          </p:cNvCxnSpPr>
          <p:nvPr/>
        </p:nvCxnSpPr>
        <p:spPr>
          <a:xfrm flipH="1" flipV="1">
            <a:off x="20017918" y="6657560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Straight Connector 1009">
            <a:extLst>
              <a:ext uri="{FF2B5EF4-FFF2-40B4-BE49-F238E27FC236}">
                <a16:creationId xmlns:a16="http://schemas.microsoft.com/office/drawing/2014/main" id="{9B93A057-78C1-71DB-E117-31E2FC1399BE}"/>
              </a:ext>
            </a:extLst>
          </p:cNvPr>
          <p:cNvCxnSpPr>
            <a:cxnSpLocks/>
          </p:cNvCxnSpPr>
          <p:nvPr/>
        </p:nvCxnSpPr>
        <p:spPr>
          <a:xfrm>
            <a:off x="20026810" y="614283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1" name="Straight Connector 1010">
            <a:extLst>
              <a:ext uri="{FF2B5EF4-FFF2-40B4-BE49-F238E27FC236}">
                <a16:creationId xmlns:a16="http://schemas.microsoft.com/office/drawing/2014/main" id="{8695D587-6D85-F89F-4C86-1007DF4171BD}"/>
              </a:ext>
            </a:extLst>
          </p:cNvPr>
          <p:cNvCxnSpPr>
            <a:cxnSpLocks/>
          </p:cNvCxnSpPr>
          <p:nvPr/>
        </p:nvCxnSpPr>
        <p:spPr>
          <a:xfrm>
            <a:off x="19908064" y="7489290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2" name="Straight Connector 1011">
            <a:extLst>
              <a:ext uri="{FF2B5EF4-FFF2-40B4-BE49-F238E27FC236}">
                <a16:creationId xmlns:a16="http://schemas.microsoft.com/office/drawing/2014/main" id="{5C328BBB-9259-80E3-71CF-05AED6FED061}"/>
              </a:ext>
            </a:extLst>
          </p:cNvPr>
          <p:cNvCxnSpPr/>
          <p:nvPr/>
        </p:nvCxnSpPr>
        <p:spPr>
          <a:xfrm>
            <a:off x="20017918" y="716067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3" name="Straight Connector 1012">
            <a:extLst>
              <a:ext uri="{FF2B5EF4-FFF2-40B4-BE49-F238E27FC236}">
                <a16:creationId xmlns:a16="http://schemas.microsoft.com/office/drawing/2014/main" id="{6F076E2A-885A-78C0-A509-D304B47D0B1C}"/>
              </a:ext>
            </a:extLst>
          </p:cNvPr>
          <p:cNvCxnSpPr>
            <a:cxnSpLocks/>
          </p:cNvCxnSpPr>
          <p:nvPr/>
        </p:nvCxnSpPr>
        <p:spPr>
          <a:xfrm>
            <a:off x="19965785" y="752679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CB47F0ED-7C35-8F76-14D2-BEB5D7D33FBB}"/>
              </a:ext>
            </a:extLst>
          </p:cNvPr>
          <p:cNvCxnSpPr>
            <a:cxnSpLocks/>
          </p:cNvCxnSpPr>
          <p:nvPr/>
        </p:nvCxnSpPr>
        <p:spPr>
          <a:xfrm>
            <a:off x="19990296" y="7564306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5" name="テキスト プレースホルダー 2">
            <a:extLst>
              <a:ext uri="{FF2B5EF4-FFF2-40B4-BE49-F238E27FC236}">
                <a16:creationId xmlns:a16="http://schemas.microsoft.com/office/drawing/2014/main" id="{4B826C41-D610-2B73-E16C-D4B1BD7D539C}"/>
              </a:ext>
            </a:extLst>
          </p:cNvPr>
          <p:cNvSpPr txBox="1">
            <a:spLocks/>
          </p:cNvSpPr>
          <p:nvPr/>
        </p:nvSpPr>
        <p:spPr>
          <a:xfrm>
            <a:off x="20141004" y="50239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ins</a:t>
            </a:r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FA72BF18-256B-A634-3F11-B07FA7EEE444}"/>
              </a:ext>
            </a:extLst>
          </p:cNvPr>
          <p:cNvSpPr/>
          <p:nvPr/>
        </p:nvSpPr>
        <p:spPr>
          <a:xfrm rot="10800000">
            <a:off x="19131506" y="4259506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17" name="Straight Connector 1016">
            <a:extLst>
              <a:ext uri="{FF2B5EF4-FFF2-40B4-BE49-F238E27FC236}">
                <a16:creationId xmlns:a16="http://schemas.microsoft.com/office/drawing/2014/main" id="{3A1369F8-598B-6E32-AAEE-5A0DEF50DA4A}"/>
              </a:ext>
            </a:extLst>
          </p:cNvPr>
          <p:cNvCxnSpPr>
            <a:cxnSpLocks/>
          </p:cNvCxnSpPr>
          <p:nvPr/>
        </p:nvCxnSpPr>
        <p:spPr>
          <a:xfrm>
            <a:off x="19764053" y="4425027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8" name="Oval 1017">
            <a:extLst>
              <a:ext uri="{FF2B5EF4-FFF2-40B4-BE49-F238E27FC236}">
                <a16:creationId xmlns:a16="http://schemas.microsoft.com/office/drawing/2014/main" id="{2CD3208C-4E0F-2BD9-8753-FB5EA27068C8}"/>
              </a:ext>
            </a:extLst>
          </p:cNvPr>
          <p:cNvSpPr/>
          <p:nvPr/>
        </p:nvSpPr>
        <p:spPr>
          <a:xfrm>
            <a:off x="19981641" y="4378324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19" name="Straight Connector 1018">
            <a:extLst>
              <a:ext uri="{FF2B5EF4-FFF2-40B4-BE49-F238E27FC236}">
                <a16:creationId xmlns:a16="http://schemas.microsoft.com/office/drawing/2014/main" id="{17D1CA10-672B-3E15-FB54-CA25E95C28E0}"/>
              </a:ext>
            </a:extLst>
          </p:cNvPr>
          <p:cNvCxnSpPr>
            <a:cxnSpLocks/>
          </p:cNvCxnSpPr>
          <p:nvPr/>
        </p:nvCxnSpPr>
        <p:spPr>
          <a:xfrm>
            <a:off x="20076865" y="442619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0" name="Rectangle 1019">
            <a:extLst>
              <a:ext uri="{FF2B5EF4-FFF2-40B4-BE49-F238E27FC236}">
                <a16:creationId xmlns:a16="http://schemas.microsoft.com/office/drawing/2014/main" id="{51E48B95-07D4-6689-0326-DB1F8CE4B6D9}"/>
              </a:ext>
            </a:extLst>
          </p:cNvPr>
          <p:cNvSpPr/>
          <p:nvPr/>
        </p:nvSpPr>
        <p:spPr>
          <a:xfrm rot="10800000">
            <a:off x="20343130" y="4254590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021" name="テキスト プレースホルダー 2">
            <a:extLst>
              <a:ext uri="{FF2B5EF4-FFF2-40B4-BE49-F238E27FC236}">
                <a16:creationId xmlns:a16="http://schemas.microsoft.com/office/drawing/2014/main" id="{D39E23E4-9105-83CB-83BC-A597936CAADD}"/>
              </a:ext>
            </a:extLst>
          </p:cNvPr>
          <p:cNvSpPr txBox="1">
            <a:spLocks/>
          </p:cNvSpPr>
          <p:nvPr/>
        </p:nvSpPr>
        <p:spPr>
          <a:xfrm>
            <a:off x="18715934" y="3684758"/>
            <a:ext cx="120561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Ns1</a:t>
            </a:r>
          </a:p>
        </p:txBody>
      </p:sp>
      <p:sp>
        <p:nvSpPr>
          <p:cNvPr id="1022" name="テキスト プレースホルダー 2">
            <a:extLst>
              <a:ext uri="{FF2B5EF4-FFF2-40B4-BE49-F238E27FC236}">
                <a16:creationId xmlns:a16="http://schemas.microsoft.com/office/drawing/2014/main" id="{43201EBC-40EC-0940-6990-2BBA16386D99}"/>
              </a:ext>
            </a:extLst>
          </p:cNvPr>
          <p:cNvSpPr txBox="1">
            <a:spLocks/>
          </p:cNvSpPr>
          <p:nvPr/>
        </p:nvSpPr>
        <p:spPr>
          <a:xfrm>
            <a:off x="20250331" y="3684758"/>
            <a:ext cx="1136143" cy="5487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Ns1</a:t>
            </a:r>
          </a:p>
        </p:txBody>
      </p:sp>
      <p:sp>
        <p:nvSpPr>
          <p:cNvPr id="1023" name="Oval 1022">
            <a:extLst>
              <a:ext uri="{FF2B5EF4-FFF2-40B4-BE49-F238E27FC236}">
                <a16:creationId xmlns:a16="http://schemas.microsoft.com/office/drawing/2014/main" id="{7F38908C-87F0-6CE8-8A78-2B38A9099442}"/>
              </a:ext>
            </a:extLst>
          </p:cNvPr>
          <p:cNvSpPr/>
          <p:nvPr/>
        </p:nvSpPr>
        <p:spPr>
          <a:xfrm>
            <a:off x="19139057" y="4755353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626449F3-5F78-3764-E315-71676B03A90C}"/>
              </a:ext>
            </a:extLst>
          </p:cNvPr>
          <p:cNvCxnSpPr>
            <a:cxnSpLocks/>
          </p:cNvCxnSpPr>
          <p:nvPr/>
        </p:nvCxnSpPr>
        <p:spPr>
          <a:xfrm flipV="1">
            <a:off x="19297550" y="4883084"/>
            <a:ext cx="248168" cy="31476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723D105C-CD0A-3849-64B4-5D5B8A7A867C}"/>
              </a:ext>
            </a:extLst>
          </p:cNvPr>
          <p:cNvCxnSpPr>
            <a:cxnSpLocks/>
            <a:stCxn id="1018" idx="7"/>
            <a:endCxn id="1023" idx="7"/>
          </p:cNvCxnSpPr>
          <p:nvPr/>
        </p:nvCxnSpPr>
        <p:spPr>
          <a:xfrm flipH="1">
            <a:off x="19633329" y="4391958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テキスト プレースホルダー 2">
            <a:extLst>
              <a:ext uri="{FF2B5EF4-FFF2-40B4-BE49-F238E27FC236}">
                <a16:creationId xmlns:a16="http://schemas.microsoft.com/office/drawing/2014/main" id="{08C7D7D8-967E-41A0-CD29-FC29A1A12FFC}"/>
              </a:ext>
            </a:extLst>
          </p:cNvPr>
          <p:cNvSpPr txBox="1">
            <a:spLocks/>
          </p:cNvSpPr>
          <p:nvPr/>
        </p:nvSpPr>
        <p:spPr>
          <a:xfrm>
            <a:off x="18727039" y="6805355"/>
            <a:ext cx="120506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Np1</a:t>
            </a:r>
          </a:p>
        </p:txBody>
      </p:sp>
      <p:sp>
        <p:nvSpPr>
          <p:cNvPr id="1027" name="テキスト プレースホルダー 2">
            <a:extLst>
              <a:ext uri="{FF2B5EF4-FFF2-40B4-BE49-F238E27FC236}">
                <a16:creationId xmlns:a16="http://schemas.microsoft.com/office/drawing/2014/main" id="{26084F9F-D8E3-CF39-6ED9-E7F91046E1D0}"/>
              </a:ext>
            </a:extLst>
          </p:cNvPr>
          <p:cNvSpPr txBox="1">
            <a:spLocks/>
          </p:cNvSpPr>
          <p:nvPr/>
        </p:nvSpPr>
        <p:spPr>
          <a:xfrm>
            <a:off x="18488480" y="5306142"/>
            <a:ext cx="1079138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Ns1</a:t>
            </a:r>
          </a:p>
        </p:txBody>
      </p: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77626F54-5C04-B1F9-6BCA-068C3F1DCE03}"/>
              </a:ext>
            </a:extLst>
          </p:cNvPr>
          <p:cNvCxnSpPr>
            <a:cxnSpLocks/>
          </p:cNvCxnSpPr>
          <p:nvPr/>
        </p:nvCxnSpPr>
        <p:spPr>
          <a:xfrm>
            <a:off x="18518780" y="6096162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BB31E57C-3EA3-8A5D-D372-6890118B5244}"/>
              </a:ext>
            </a:extLst>
          </p:cNvPr>
          <p:cNvGrpSpPr/>
          <p:nvPr/>
        </p:nvGrpSpPr>
        <p:grpSpPr>
          <a:xfrm rot="5400000">
            <a:off x="18938008" y="5089914"/>
            <a:ext cx="225168" cy="403636"/>
            <a:chOff x="5124498" y="3780453"/>
            <a:chExt cx="225168" cy="403636"/>
          </a:xfrm>
        </p:grpSpPr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E3A97ABA-7C2B-DA41-5584-32E8D7CBE2FD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5EA7ED9E-1B21-A20E-AC88-B7F2A41D7D08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7F9FC82F-36B5-7621-43CB-E22373F9D0EB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66245AEF-6909-CFD7-F020-94039159FE7B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FE063EED-2C8A-A64A-E587-96D86D4E23CA}"/>
              </a:ext>
            </a:extLst>
          </p:cNvPr>
          <p:cNvCxnSpPr>
            <a:cxnSpLocks/>
          </p:cNvCxnSpPr>
          <p:nvPr/>
        </p:nvCxnSpPr>
        <p:spPr>
          <a:xfrm>
            <a:off x="20028217" y="5675687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789B0BB5-9197-FCE7-7C5C-0A892216C7CE}"/>
              </a:ext>
            </a:extLst>
          </p:cNvPr>
          <p:cNvCxnSpPr>
            <a:cxnSpLocks/>
          </p:cNvCxnSpPr>
          <p:nvPr/>
        </p:nvCxnSpPr>
        <p:spPr>
          <a:xfrm>
            <a:off x="20012442" y="4370528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1729F584-F51E-07F1-0B0D-50FC3C52AAB5}"/>
              </a:ext>
            </a:extLst>
          </p:cNvPr>
          <p:cNvGrpSpPr/>
          <p:nvPr/>
        </p:nvGrpSpPr>
        <p:grpSpPr>
          <a:xfrm rot="16200000">
            <a:off x="19620820" y="3576859"/>
            <a:ext cx="794196" cy="182451"/>
            <a:chOff x="5478663" y="1384702"/>
            <a:chExt cx="794196" cy="182451"/>
          </a:xfrm>
        </p:grpSpPr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C78DAAA5-CD3A-CA7B-94C1-153BF7AC1277}"/>
                </a:ext>
              </a:extLst>
            </p:cNvPr>
            <p:cNvSpPr/>
            <p:nvPr/>
          </p:nvSpPr>
          <p:spPr>
            <a:xfrm>
              <a:off x="5478663" y="1386849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B1A490F7-E1B1-B59B-77AB-58EC68DD1C7C}"/>
                </a:ext>
              </a:extLst>
            </p:cNvPr>
            <p:cNvSpPr/>
            <p:nvPr/>
          </p:nvSpPr>
          <p:spPr>
            <a:xfrm>
              <a:off x="5785609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AE32F306-2A91-CB1F-8021-B9D5A1259DF0}"/>
                </a:ext>
              </a:extLst>
            </p:cNvPr>
            <p:cNvSpPr/>
            <p:nvPr/>
          </p:nvSpPr>
          <p:spPr>
            <a:xfrm>
              <a:off x="6092555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CAD42A4E-AC07-18D5-9546-023B31097D1F}"/>
              </a:ext>
            </a:extLst>
          </p:cNvPr>
          <p:cNvSpPr/>
          <p:nvPr/>
        </p:nvSpPr>
        <p:spPr>
          <a:xfrm rot="10800000" flipV="1">
            <a:off x="19125343" y="1246993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6E9DD018-FAC9-E67D-45A4-DC0F7A85C116}"/>
              </a:ext>
            </a:extLst>
          </p:cNvPr>
          <p:cNvCxnSpPr>
            <a:cxnSpLocks/>
          </p:cNvCxnSpPr>
          <p:nvPr/>
        </p:nvCxnSpPr>
        <p:spPr>
          <a:xfrm flipV="1">
            <a:off x="19757890" y="139429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Oval 1041">
            <a:extLst>
              <a:ext uri="{FF2B5EF4-FFF2-40B4-BE49-F238E27FC236}">
                <a16:creationId xmlns:a16="http://schemas.microsoft.com/office/drawing/2014/main" id="{46380923-C814-4CF7-6F58-A973BBF569DB}"/>
              </a:ext>
            </a:extLst>
          </p:cNvPr>
          <p:cNvSpPr/>
          <p:nvPr/>
        </p:nvSpPr>
        <p:spPr>
          <a:xfrm flipV="1">
            <a:off x="20000878" y="1347897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B9098D05-9915-BE02-FA4E-D94CA9277E66}"/>
              </a:ext>
            </a:extLst>
          </p:cNvPr>
          <p:cNvCxnSpPr>
            <a:cxnSpLocks/>
          </p:cNvCxnSpPr>
          <p:nvPr/>
        </p:nvCxnSpPr>
        <p:spPr>
          <a:xfrm flipV="1">
            <a:off x="20070702" y="139313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01A327B6-6F7A-4D94-A31D-030A2004E123}"/>
              </a:ext>
            </a:extLst>
          </p:cNvPr>
          <p:cNvSpPr/>
          <p:nvPr/>
        </p:nvSpPr>
        <p:spPr>
          <a:xfrm rot="10800000" flipV="1">
            <a:off x="20336967" y="1251909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CB366A5C-AFD4-18D1-CAA3-2B3D2510104E}"/>
              </a:ext>
            </a:extLst>
          </p:cNvPr>
          <p:cNvCxnSpPr>
            <a:cxnSpLocks/>
          </p:cNvCxnSpPr>
          <p:nvPr/>
        </p:nvCxnSpPr>
        <p:spPr>
          <a:xfrm flipV="1">
            <a:off x="20976439" y="139475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67037557-218E-DE7A-4B8B-5A6E18700C35}"/>
              </a:ext>
            </a:extLst>
          </p:cNvPr>
          <p:cNvSpPr/>
          <p:nvPr/>
        </p:nvSpPr>
        <p:spPr>
          <a:xfrm rot="16200000" flipV="1">
            <a:off x="19729202" y="1991257"/>
            <a:ext cx="639472" cy="312821"/>
          </a:xfrm>
          <a:prstGeom prst="rect">
            <a:avLst/>
          </a:prstGeom>
          <a:solidFill>
            <a:srgbClr val="00B0F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5024CB4E-D893-95E2-C93F-BBE17B471FEF}"/>
              </a:ext>
            </a:extLst>
          </p:cNvPr>
          <p:cNvCxnSpPr>
            <a:cxnSpLocks/>
          </p:cNvCxnSpPr>
          <p:nvPr/>
        </p:nvCxnSpPr>
        <p:spPr>
          <a:xfrm flipV="1">
            <a:off x="18517769" y="3079952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テキスト プレースホルダー 2">
            <a:extLst>
              <a:ext uri="{FF2B5EF4-FFF2-40B4-BE49-F238E27FC236}">
                <a16:creationId xmlns:a16="http://schemas.microsoft.com/office/drawing/2014/main" id="{33C52F93-11CA-E3D3-A7B2-84628F1A7B9F}"/>
              </a:ext>
            </a:extLst>
          </p:cNvPr>
          <p:cNvSpPr txBox="1">
            <a:spLocks/>
          </p:cNvSpPr>
          <p:nvPr/>
        </p:nvSpPr>
        <p:spPr>
          <a:xfrm>
            <a:off x="18834387" y="621644"/>
            <a:ext cx="113614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Nsn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049" name="テキスト プレースホルダー 2">
            <a:extLst>
              <a:ext uri="{FF2B5EF4-FFF2-40B4-BE49-F238E27FC236}">
                <a16:creationId xmlns:a16="http://schemas.microsoft.com/office/drawing/2014/main" id="{E6BCD3F8-F13D-8BBA-720D-B19E26BB5F7E}"/>
              </a:ext>
            </a:extLst>
          </p:cNvPr>
          <p:cNvSpPr txBox="1">
            <a:spLocks/>
          </p:cNvSpPr>
          <p:nvPr/>
        </p:nvSpPr>
        <p:spPr>
          <a:xfrm>
            <a:off x="20244168" y="621644"/>
            <a:ext cx="1136135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Nsn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050" name="Oval 1049">
            <a:extLst>
              <a:ext uri="{FF2B5EF4-FFF2-40B4-BE49-F238E27FC236}">
                <a16:creationId xmlns:a16="http://schemas.microsoft.com/office/drawing/2014/main" id="{8ECD577B-2CC2-A188-0301-A543E64CB3EC}"/>
              </a:ext>
            </a:extLst>
          </p:cNvPr>
          <p:cNvSpPr/>
          <p:nvPr/>
        </p:nvSpPr>
        <p:spPr>
          <a:xfrm flipV="1">
            <a:off x="19757890" y="339010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1173A8A7-162E-FB25-DDDE-47EDE25AB12B}"/>
              </a:ext>
            </a:extLst>
          </p:cNvPr>
          <p:cNvCxnSpPr>
            <a:cxnSpLocks/>
          </p:cNvCxnSpPr>
          <p:nvPr/>
        </p:nvCxnSpPr>
        <p:spPr>
          <a:xfrm flipH="1">
            <a:off x="20042103" y="423350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F6E455EA-1120-921E-A9D0-C4A33C4F2C12}"/>
              </a:ext>
            </a:extLst>
          </p:cNvPr>
          <p:cNvCxnSpPr>
            <a:cxnSpLocks/>
          </p:cNvCxnSpPr>
          <p:nvPr/>
        </p:nvCxnSpPr>
        <p:spPr>
          <a:xfrm flipV="1">
            <a:off x="20050995" y="918657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5AF5C2C4-F1A8-C819-DAE1-506C1BCB5148}"/>
              </a:ext>
            </a:extLst>
          </p:cNvPr>
          <p:cNvCxnSpPr>
            <a:cxnSpLocks/>
          </p:cNvCxnSpPr>
          <p:nvPr/>
        </p:nvCxnSpPr>
        <p:spPr>
          <a:xfrm flipV="1">
            <a:off x="19932249" y="201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09E038BD-6B38-4F27-8DED-831D648B233D}"/>
              </a:ext>
            </a:extLst>
          </p:cNvPr>
          <p:cNvCxnSpPr/>
          <p:nvPr/>
        </p:nvCxnSpPr>
        <p:spPr>
          <a:xfrm flipV="1">
            <a:off x="20042103" y="201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30751B5D-CBCF-C59C-EE97-65E0B9980967}"/>
              </a:ext>
            </a:extLst>
          </p:cNvPr>
          <p:cNvCxnSpPr>
            <a:cxnSpLocks/>
          </p:cNvCxnSpPr>
          <p:nvPr/>
        </p:nvCxnSpPr>
        <p:spPr>
          <a:xfrm flipV="1">
            <a:off x="19989970" y="-35492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E6BADED3-C4B4-2512-7CA8-26A9FDCBEFA4}"/>
              </a:ext>
            </a:extLst>
          </p:cNvPr>
          <p:cNvCxnSpPr>
            <a:cxnSpLocks/>
          </p:cNvCxnSpPr>
          <p:nvPr/>
        </p:nvCxnSpPr>
        <p:spPr>
          <a:xfrm flipV="1">
            <a:off x="20014481" y="-7300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7" name="テキスト プレースホルダー 2">
            <a:extLst>
              <a:ext uri="{FF2B5EF4-FFF2-40B4-BE49-F238E27FC236}">
                <a16:creationId xmlns:a16="http://schemas.microsoft.com/office/drawing/2014/main" id="{DCD82B60-44F8-1F07-88C1-09D3FA7D8BAA}"/>
              </a:ext>
            </a:extLst>
          </p:cNvPr>
          <p:cNvSpPr txBox="1">
            <a:spLocks/>
          </p:cNvSpPr>
          <p:nvPr/>
        </p:nvSpPr>
        <p:spPr>
          <a:xfrm>
            <a:off x="20165189" y="1842838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ins</a:t>
            </a:r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C95C25B1-8973-DBFD-E56A-BF6665CD0885}"/>
              </a:ext>
            </a:extLst>
          </p:cNvPr>
          <p:cNvSpPr/>
          <p:nvPr/>
        </p:nvSpPr>
        <p:spPr>
          <a:xfrm rot="10800000" flipV="1">
            <a:off x="19155691" y="2918979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CFDAE082-AC75-87F4-19C1-6E23857891A3}"/>
              </a:ext>
            </a:extLst>
          </p:cNvPr>
          <p:cNvCxnSpPr>
            <a:cxnSpLocks/>
          </p:cNvCxnSpPr>
          <p:nvPr/>
        </p:nvCxnSpPr>
        <p:spPr>
          <a:xfrm flipV="1">
            <a:off x="19788238" y="306627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Oval 1059">
            <a:extLst>
              <a:ext uri="{FF2B5EF4-FFF2-40B4-BE49-F238E27FC236}">
                <a16:creationId xmlns:a16="http://schemas.microsoft.com/office/drawing/2014/main" id="{9E8D9298-41E1-D930-D6BE-A3BCDC60E1A2}"/>
              </a:ext>
            </a:extLst>
          </p:cNvPr>
          <p:cNvSpPr/>
          <p:nvPr/>
        </p:nvSpPr>
        <p:spPr>
          <a:xfrm flipV="1">
            <a:off x="20005826" y="301988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6FFCC34A-F636-D930-D7D5-1AAB50F8D36E}"/>
              </a:ext>
            </a:extLst>
          </p:cNvPr>
          <p:cNvCxnSpPr>
            <a:cxnSpLocks/>
          </p:cNvCxnSpPr>
          <p:nvPr/>
        </p:nvCxnSpPr>
        <p:spPr>
          <a:xfrm flipV="1">
            <a:off x="20101050" y="306511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0DCE34E5-287D-18DA-BC86-4C7A436D4B79}"/>
              </a:ext>
            </a:extLst>
          </p:cNvPr>
          <p:cNvSpPr/>
          <p:nvPr/>
        </p:nvSpPr>
        <p:spPr>
          <a:xfrm rot="10800000" flipV="1">
            <a:off x="20367315" y="2923895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063" name="テキスト プレースホルダー 2">
            <a:extLst>
              <a:ext uri="{FF2B5EF4-FFF2-40B4-BE49-F238E27FC236}">
                <a16:creationId xmlns:a16="http://schemas.microsoft.com/office/drawing/2014/main" id="{8C856385-3012-CD65-3EB1-7DB655419206}"/>
              </a:ext>
            </a:extLst>
          </p:cNvPr>
          <p:cNvSpPr txBox="1">
            <a:spLocks/>
          </p:cNvSpPr>
          <p:nvPr/>
        </p:nvSpPr>
        <p:spPr>
          <a:xfrm>
            <a:off x="18691562" y="3175257"/>
            <a:ext cx="120723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Npn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064" name="テキスト プレースホルダー 2">
            <a:extLst>
              <a:ext uri="{FF2B5EF4-FFF2-40B4-BE49-F238E27FC236}">
                <a16:creationId xmlns:a16="http://schemas.microsoft.com/office/drawing/2014/main" id="{D80DFA49-9F77-2A39-FB98-0D13DF699D6E}"/>
              </a:ext>
            </a:extLst>
          </p:cNvPr>
          <p:cNvSpPr txBox="1">
            <a:spLocks/>
          </p:cNvSpPr>
          <p:nvPr/>
        </p:nvSpPr>
        <p:spPr>
          <a:xfrm>
            <a:off x="20274516" y="3175257"/>
            <a:ext cx="1202195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Npn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744CFAB3-03A8-2534-00BD-026C844C79F2}"/>
              </a:ext>
            </a:extLst>
          </p:cNvPr>
          <p:cNvSpPr/>
          <p:nvPr/>
        </p:nvSpPr>
        <p:spPr>
          <a:xfrm flipV="1">
            <a:off x="19163242" y="2156877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66" name="Straight Arrow Connector 1065">
            <a:extLst>
              <a:ext uri="{FF2B5EF4-FFF2-40B4-BE49-F238E27FC236}">
                <a16:creationId xmlns:a16="http://schemas.microsoft.com/office/drawing/2014/main" id="{BD3F6D87-8D53-2B10-E1D0-FBD1CB00DDFD}"/>
              </a:ext>
            </a:extLst>
          </p:cNvPr>
          <p:cNvCxnSpPr>
            <a:cxnSpLocks/>
          </p:cNvCxnSpPr>
          <p:nvPr/>
        </p:nvCxnSpPr>
        <p:spPr>
          <a:xfrm>
            <a:off x="19321735" y="2293455"/>
            <a:ext cx="248168" cy="314767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BC6054EC-A25F-D642-68C3-743D925822A1}"/>
              </a:ext>
            </a:extLst>
          </p:cNvPr>
          <p:cNvCxnSpPr>
            <a:cxnSpLocks/>
            <a:stCxn id="1060" idx="7"/>
            <a:endCxn id="1065" idx="7"/>
          </p:cNvCxnSpPr>
          <p:nvPr/>
        </p:nvCxnSpPr>
        <p:spPr>
          <a:xfrm flipH="1" flipV="1">
            <a:off x="19657514" y="2651149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8" name="テキスト プレースホルダー 2">
            <a:extLst>
              <a:ext uri="{FF2B5EF4-FFF2-40B4-BE49-F238E27FC236}">
                <a16:creationId xmlns:a16="http://schemas.microsoft.com/office/drawing/2014/main" id="{840DDE53-1D72-81BB-36BD-BF0E831AEA99}"/>
              </a:ext>
            </a:extLst>
          </p:cNvPr>
          <p:cNvSpPr txBox="1">
            <a:spLocks/>
          </p:cNvSpPr>
          <p:nvPr/>
        </p:nvSpPr>
        <p:spPr>
          <a:xfrm>
            <a:off x="18795962" y="-108133"/>
            <a:ext cx="113614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Nsn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069" name="テキスト プレースホルダー 2">
            <a:extLst>
              <a:ext uri="{FF2B5EF4-FFF2-40B4-BE49-F238E27FC236}">
                <a16:creationId xmlns:a16="http://schemas.microsoft.com/office/drawing/2014/main" id="{1A234374-9445-CC6C-5E1D-413854AC34AA}"/>
              </a:ext>
            </a:extLst>
          </p:cNvPr>
          <p:cNvSpPr txBox="1">
            <a:spLocks/>
          </p:cNvSpPr>
          <p:nvPr/>
        </p:nvSpPr>
        <p:spPr>
          <a:xfrm>
            <a:off x="18493584" y="1413268"/>
            <a:ext cx="1078637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Npn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5FA589AD-93EB-96ED-4BA5-AA5EF2DAB91B}"/>
              </a:ext>
            </a:extLst>
          </p:cNvPr>
          <p:cNvCxnSpPr>
            <a:cxnSpLocks/>
          </p:cNvCxnSpPr>
          <p:nvPr/>
        </p:nvCxnSpPr>
        <p:spPr>
          <a:xfrm>
            <a:off x="18493584" y="1395144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A1029784-8F2E-33A7-9A6E-53D2B5D4677B}"/>
              </a:ext>
            </a:extLst>
          </p:cNvPr>
          <p:cNvGrpSpPr/>
          <p:nvPr/>
        </p:nvGrpSpPr>
        <p:grpSpPr>
          <a:xfrm rot="16200000" flipV="1">
            <a:off x="18962193" y="1997756"/>
            <a:ext cx="225168" cy="403636"/>
            <a:chOff x="5124498" y="3780453"/>
            <a:chExt cx="225168" cy="403636"/>
          </a:xfrm>
        </p:grpSpPr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1D95EB3F-2DEC-D21D-8D02-122A8832EE76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AA4266A3-0441-CF99-346B-C17D2D712EDD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A8FD71FD-842E-7EAD-6835-88C3FC030AB5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F864DAFA-186C-BE57-C18C-F43ACF3F43D3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E49BDE18-346E-22D6-73C6-5FB373D02F57}"/>
              </a:ext>
            </a:extLst>
          </p:cNvPr>
          <p:cNvCxnSpPr>
            <a:cxnSpLocks/>
          </p:cNvCxnSpPr>
          <p:nvPr/>
        </p:nvCxnSpPr>
        <p:spPr>
          <a:xfrm flipV="1">
            <a:off x="20052402" y="138580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93252805-AD51-DB2F-E4D3-CC42D12D3808}"/>
              </a:ext>
            </a:extLst>
          </p:cNvPr>
          <p:cNvCxnSpPr>
            <a:cxnSpLocks/>
          </p:cNvCxnSpPr>
          <p:nvPr/>
        </p:nvCxnSpPr>
        <p:spPr>
          <a:xfrm flipV="1">
            <a:off x="20036627" y="2465753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989163FB-77D4-5ED8-99E3-8FD37B9A9C15}"/>
              </a:ext>
            </a:extLst>
          </p:cNvPr>
          <p:cNvSpPr/>
          <p:nvPr/>
        </p:nvSpPr>
        <p:spPr>
          <a:xfrm rot="16200000" flipH="1">
            <a:off x="25183878" y="4537863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DD5AFD40-3089-DFD8-4B61-F8487BFD34D7}"/>
              </a:ext>
            </a:extLst>
          </p:cNvPr>
          <p:cNvSpPr/>
          <p:nvPr/>
        </p:nvSpPr>
        <p:spPr>
          <a:xfrm rot="16200000" flipH="1">
            <a:off x="24645888" y="4537863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80" name="Straight Connector 1079">
            <a:extLst>
              <a:ext uri="{FF2B5EF4-FFF2-40B4-BE49-F238E27FC236}">
                <a16:creationId xmlns:a16="http://schemas.microsoft.com/office/drawing/2014/main" id="{C57DC9D3-12E7-89F3-701E-9AB71B787F8D}"/>
              </a:ext>
            </a:extLst>
          </p:cNvPr>
          <p:cNvCxnSpPr>
            <a:cxnSpLocks/>
            <a:stCxn id="1078" idx="3"/>
          </p:cNvCxnSpPr>
          <p:nvPr/>
        </p:nvCxnSpPr>
        <p:spPr>
          <a:xfrm flipH="1">
            <a:off x="25503614" y="501401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0AA441C2-AA2E-4F5A-7FD0-144E0991A54C}"/>
              </a:ext>
            </a:extLst>
          </p:cNvPr>
          <p:cNvCxnSpPr/>
          <p:nvPr/>
        </p:nvCxnSpPr>
        <p:spPr>
          <a:xfrm flipH="1">
            <a:off x="24971084" y="501401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Connector 1081">
            <a:extLst>
              <a:ext uri="{FF2B5EF4-FFF2-40B4-BE49-F238E27FC236}">
                <a16:creationId xmlns:a16="http://schemas.microsoft.com/office/drawing/2014/main" id="{9085A101-A41C-4670-DDD9-6320D019A14C}"/>
              </a:ext>
            </a:extLst>
          </p:cNvPr>
          <p:cNvCxnSpPr>
            <a:cxnSpLocks/>
          </p:cNvCxnSpPr>
          <p:nvPr/>
        </p:nvCxnSpPr>
        <p:spPr>
          <a:xfrm flipH="1">
            <a:off x="24971084" y="5342630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4A919E5A-D668-E055-10DE-A2F49C75ACD4}"/>
              </a:ext>
            </a:extLst>
          </p:cNvPr>
          <p:cNvCxnSpPr>
            <a:cxnSpLocks/>
          </p:cNvCxnSpPr>
          <p:nvPr/>
        </p:nvCxnSpPr>
        <p:spPr>
          <a:xfrm flipH="1">
            <a:off x="25237349" y="534263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8A0D6AA1-B34D-E7E5-D6CC-D6FC6AF25298}"/>
              </a:ext>
            </a:extLst>
          </p:cNvPr>
          <p:cNvCxnSpPr>
            <a:cxnSpLocks/>
          </p:cNvCxnSpPr>
          <p:nvPr/>
        </p:nvCxnSpPr>
        <p:spPr>
          <a:xfrm flipH="1">
            <a:off x="24999144" y="5671250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F9A89132-A67D-731B-3950-BB60AEFB0C87}"/>
              </a:ext>
            </a:extLst>
          </p:cNvPr>
          <p:cNvCxnSpPr>
            <a:cxnSpLocks/>
          </p:cNvCxnSpPr>
          <p:nvPr/>
        </p:nvCxnSpPr>
        <p:spPr>
          <a:xfrm flipH="1">
            <a:off x="25076865" y="5807642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32CCD3AD-411E-67A3-0BFE-E8D54E66A5E2}"/>
              </a:ext>
            </a:extLst>
          </p:cNvPr>
          <p:cNvCxnSpPr>
            <a:cxnSpLocks/>
          </p:cNvCxnSpPr>
          <p:nvPr/>
        </p:nvCxnSpPr>
        <p:spPr>
          <a:xfrm flipH="1">
            <a:off x="25122035" y="6136262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B97EB654-2965-9D72-2020-F1A5461CDE93}"/>
              </a:ext>
            </a:extLst>
          </p:cNvPr>
          <p:cNvCxnSpPr/>
          <p:nvPr/>
        </p:nvCxnSpPr>
        <p:spPr>
          <a:xfrm flipH="1">
            <a:off x="25237349" y="580764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7A8CEFAE-C8B1-E5E6-D64B-CEB89E45DDC5}"/>
              </a:ext>
            </a:extLst>
          </p:cNvPr>
          <p:cNvCxnSpPr>
            <a:cxnSpLocks/>
          </p:cNvCxnSpPr>
          <p:nvPr/>
        </p:nvCxnSpPr>
        <p:spPr>
          <a:xfrm flipH="1">
            <a:off x="25171544" y="6173770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823A4F15-82C2-B49E-DAD7-996483DC5B39}"/>
              </a:ext>
            </a:extLst>
          </p:cNvPr>
          <p:cNvCxnSpPr>
            <a:cxnSpLocks/>
          </p:cNvCxnSpPr>
          <p:nvPr/>
        </p:nvCxnSpPr>
        <p:spPr>
          <a:xfrm flipH="1">
            <a:off x="25206002" y="621127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1089">
            <a:extLst>
              <a:ext uri="{FF2B5EF4-FFF2-40B4-BE49-F238E27FC236}">
                <a16:creationId xmlns:a16="http://schemas.microsoft.com/office/drawing/2014/main" id="{FC1379FD-A8A4-6927-8B55-CDDD490C27C0}"/>
              </a:ext>
            </a:extLst>
          </p:cNvPr>
          <p:cNvCxnSpPr/>
          <p:nvPr/>
        </p:nvCxnSpPr>
        <p:spPr>
          <a:xfrm flipH="1">
            <a:off x="25503614" y="404591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D9E20DE3-083D-46A8-679B-9087B43BCAED}"/>
              </a:ext>
            </a:extLst>
          </p:cNvPr>
          <p:cNvCxnSpPr/>
          <p:nvPr/>
        </p:nvCxnSpPr>
        <p:spPr>
          <a:xfrm flipH="1">
            <a:off x="24971084" y="404591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59384406-A6AE-0E62-5821-CC2635017FDF}"/>
              </a:ext>
            </a:extLst>
          </p:cNvPr>
          <p:cNvCxnSpPr>
            <a:cxnSpLocks/>
          </p:cNvCxnSpPr>
          <p:nvPr/>
        </p:nvCxnSpPr>
        <p:spPr>
          <a:xfrm flipH="1">
            <a:off x="24971084" y="4057556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C88C6DAF-5C35-BF80-1A73-CE33BED0CBCE}"/>
              </a:ext>
            </a:extLst>
          </p:cNvPr>
          <p:cNvCxnSpPr>
            <a:cxnSpLocks/>
          </p:cNvCxnSpPr>
          <p:nvPr/>
        </p:nvCxnSpPr>
        <p:spPr>
          <a:xfrm flipH="1">
            <a:off x="25237349" y="371729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F6319524-0CF0-DC16-B14F-0DF244718D01}"/>
              </a:ext>
            </a:extLst>
          </p:cNvPr>
          <p:cNvSpPr/>
          <p:nvPr/>
        </p:nvSpPr>
        <p:spPr>
          <a:xfrm rot="10800000" flipH="1">
            <a:off x="24331612" y="3577148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95" name="Straight Connector 1094">
            <a:extLst>
              <a:ext uri="{FF2B5EF4-FFF2-40B4-BE49-F238E27FC236}">
                <a16:creationId xmlns:a16="http://schemas.microsoft.com/office/drawing/2014/main" id="{5640601C-CEBC-AF15-3DFA-197EBF2A60E2}"/>
              </a:ext>
            </a:extLst>
          </p:cNvPr>
          <p:cNvCxnSpPr>
            <a:cxnSpLocks/>
          </p:cNvCxnSpPr>
          <p:nvPr/>
        </p:nvCxnSpPr>
        <p:spPr>
          <a:xfrm flipH="1">
            <a:off x="24971084" y="373402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>
            <a:extLst>
              <a:ext uri="{FF2B5EF4-FFF2-40B4-BE49-F238E27FC236}">
                <a16:creationId xmlns:a16="http://schemas.microsoft.com/office/drawing/2014/main" id="{01E9E604-E041-468B-5037-9B3021BB0E9F}"/>
              </a:ext>
            </a:extLst>
          </p:cNvPr>
          <p:cNvCxnSpPr>
            <a:cxnSpLocks/>
          </p:cNvCxnSpPr>
          <p:nvPr/>
        </p:nvCxnSpPr>
        <p:spPr>
          <a:xfrm flipH="1">
            <a:off x="24065347" y="373417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" name="Oval 1096">
            <a:extLst>
              <a:ext uri="{FF2B5EF4-FFF2-40B4-BE49-F238E27FC236}">
                <a16:creationId xmlns:a16="http://schemas.microsoft.com/office/drawing/2014/main" id="{72A64B49-41B4-2164-FA05-EDA9AA460515}"/>
              </a:ext>
            </a:extLst>
          </p:cNvPr>
          <p:cNvSpPr/>
          <p:nvPr/>
        </p:nvSpPr>
        <p:spPr>
          <a:xfrm flipH="1">
            <a:off x="23995525" y="368747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098" name="Straight Connector 1097">
            <a:extLst>
              <a:ext uri="{FF2B5EF4-FFF2-40B4-BE49-F238E27FC236}">
                <a16:creationId xmlns:a16="http://schemas.microsoft.com/office/drawing/2014/main" id="{BDD2AB10-0F6A-5797-5AB1-D732AE73660D}"/>
              </a:ext>
            </a:extLst>
          </p:cNvPr>
          <p:cNvCxnSpPr>
            <a:cxnSpLocks/>
          </p:cNvCxnSpPr>
          <p:nvPr/>
        </p:nvCxnSpPr>
        <p:spPr>
          <a:xfrm flipH="1">
            <a:off x="23752535" y="373533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E46FD88C-960B-F4C0-724B-9D394B086E19}"/>
              </a:ext>
            </a:extLst>
          </p:cNvPr>
          <p:cNvSpPr/>
          <p:nvPr/>
        </p:nvSpPr>
        <p:spPr>
          <a:xfrm rot="10800000" flipH="1">
            <a:off x="23113063" y="3560886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9E62822F-C7FD-81DA-25AE-A16023A0CCE7}"/>
              </a:ext>
            </a:extLst>
          </p:cNvPr>
          <p:cNvCxnSpPr>
            <a:cxnSpLocks/>
          </p:cNvCxnSpPr>
          <p:nvPr/>
        </p:nvCxnSpPr>
        <p:spPr>
          <a:xfrm flipH="1">
            <a:off x="22846798" y="372490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9EBC273B-AF02-7464-C68E-C7C4039544C1}"/>
              </a:ext>
            </a:extLst>
          </p:cNvPr>
          <p:cNvSpPr/>
          <p:nvPr/>
        </p:nvSpPr>
        <p:spPr>
          <a:xfrm rot="10800000" flipH="1">
            <a:off x="22214251" y="3568498"/>
            <a:ext cx="639472" cy="312821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102" name="Straight Connector 1101">
            <a:extLst>
              <a:ext uri="{FF2B5EF4-FFF2-40B4-BE49-F238E27FC236}">
                <a16:creationId xmlns:a16="http://schemas.microsoft.com/office/drawing/2014/main" id="{26F18572-8756-6630-FF0B-D7EBCFCF1BEC}"/>
              </a:ext>
            </a:extLst>
          </p:cNvPr>
          <p:cNvCxnSpPr>
            <a:cxnSpLocks/>
          </p:cNvCxnSpPr>
          <p:nvPr/>
        </p:nvCxnSpPr>
        <p:spPr>
          <a:xfrm flipH="1">
            <a:off x="21649160" y="3724910"/>
            <a:ext cx="5737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3" name="テキスト プレースホルダー 2">
            <a:extLst>
              <a:ext uri="{FF2B5EF4-FFF2-40B4-BE49-F238E27FC236}">
                <a16:creationId xmlns:a16="http://schemas.microsoft.com/office/drawing/2014/main" id="{E53CF9A3-5212-D414-D289-A35C0D03480A}"/>
              </a:ext>
            </a:extLst>
          </p:cNvPr>
          <p:cNvSpPr txBox="1">
            <a:spLocks/>
          </p:cNvSpPr>
          <p:nvPr/>
        </p:nvSpPr>
        <p:spPr>
          <a:xfrm flipH="1">
            <a:off x="25549814" y="5518709"/>
            <a:ext cx="1327827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amb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104" name="テキスト プレースホルダー 2">
            <a:extLst>
              <a:ext uri="{FF2B5EF4-FFF2-40B4-BE49-F238E27FC236}">
                <a16:creationId xmlns:a16="http://schemas.microsoft.com/office/drawing/2014/main" id="{A8572ED5-DB07-9E35-A94D-8E8AFD11F29E}"/>
              </a:ext>
            </a:extLst>
          </p:cNvPr>
          <p:cNvSpPr txBox="1">
            <a:spLocks/>
          </p:cNvSpPr>
          <p:nvPr/>
        </p:nvSpPr>
        <p:spPr>
          <a:xfrm flipH="1">
            <a:off x="24047397" y="4942765"/>
            <a:ext cx="1242917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rad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105" name="テキスト プレースホルダー 2">
            <a:extLst>
              <a:ext uri="{FF2B5EF4-FFF2-40B4-BE49-F238E27FC236}">
                <a16:creationId xmlns:a16="http://schemas.microsoft.com/office/drawing/2014/main" id="{8EC26631-FAD5-8CD5-5EA3-FF5B19770559}"/>
              </a:ext>
            </a:extLst>
          </p:cNvPr>
          <p:cNvSpPr txBox="1">
            <a:spLocks/>
          </p:cNvSpPr>
          <p:nvPr/>
        </p:nvSpPr>
        <p:spPr>
          <a:xfrm flipH="1">
            <a:off x="25582375" y="4964521"/>
            <a:ext cx="1163817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conv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106" name="テキスト プレースホルダー 2">
            <a:extLst>
              <a:ext uri="{FF2B5EF4-FFF2-40B4-BE49-F238E27FC236}">
                <a16:creationId xmlns:a16="http://schemas.microsoft.com/office/drawing/2014/main" id="{CDCEA5B9-E17E-C62D-0045-25A8E10FD782}"/>
              </a:ext>
            </a:extLst>
          </p:cNvPr>
          <p:cNvSpPr txBox="1">
            <a:spLocks/>
          </p:cNvSpPr>
          <p:nvPr/>
        </p:nvSpPr>
        <p:spPr>
          <a:xfrm flipH="1">
            <a:off x="24198478" y="2972981"/>
            <a:ext cx="1376341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107" name="テキスト プレースホルダー 2">
            <a:extLst>
              <a:ext uri="{FF2B5EF4-FFF2-40B4-BE49-F238E27FC236}">
                <a16:creationId xmlns:a16="http://schemas.microsoft.com/office/drawing/2014/main" id="{B89E3A5F-EC81-2F3E-128C-E806968A0FE3}"/>
              </a:ext>
            </a:extLst>
          </p:cNvPr>
          <p:cNvSpPr txBox="1">
            <a:spLocks/>
          </p:cNvSpPr>
          <p:nvPr/>
        </p:nvSpPr>
        <p:spPr>
          <a:xfrm flipH="1">
            <a:off x="22945132" y="2977876"/>
            <a:ext cx="130118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108" name="テキスト プレースホルダー 2">
            <a:extLst>
              <a:ext uri="{FF2B5EF4-FFF2-40B4-BE49-F238E27FC236}">
                <a16:creationId xmlns:a16="http://schemas.microsoft.com/office/drawing/2014/main" id="{67569551-98D1-7590-6CE2-3DBE37522696}"/>
              </a:ext>
            </a:extLst>
          </p:cNvPr>
          <p:cNvSpPr txBox="1">
            <a:spLocks/>
          </p:cNvSpPr>
          <p:nvPr/>
        </p:nvSpPr>
        <p:spPr>
          <a:xfrm flipH="1">
            <a:off x="21930378" y="2977876"/>
            <a:ext cx="1267715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3600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TIM</a:t>
            </a:r>
          </a:p>
        </p:txBody>
      </p:sp>
      <p:sp>
        <p:nvSpPr>
          <p:cNvPr id="1109" name="Oval 1108">
            <a:extLst>
              <a:ext uri="{FF2B5EF4-FFF2-40B4-BE49-F238E27FC236}">
                <a16:creationId xmlns:a16="http://schemas.microsoft.com/office/drawing/2014/main" id="{F3C1E5F3-AEB9-7DA9-7A73-55213B7B25FA}"/>
              </a:ext>
            </a:extLst>
          </p:cNvPr>
          <p:cNvSpPr/>
          <p:nvPr/>
        </p:nvSpPr>
        <p:spPr>
          <a:xfrm flipH="1">
            <a:off x="23752536" y="4210798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110" name="Straight Arrow Connector 1109">
            <a:extLst>
              <a:ext uri="{FF2B5EF4-FFF2-40B4-BE49-F238E27FC236}">
                <a16:creationId xmlns:a16="http://schemas.microsoft.com/office/drawing/2014/main" id="{6DEC99BA-471D-E5DA-33B9-E8B614A30622}"/>
              </a:ext>
            </a:extLst>
          </p:cNvPr>
          <p:cNvCxnSpPr>
            <a:cxnSpLocks/>
          </p:cNvCxnSpPr>
          <p:nvPr/>
        </p:nvCxnSpPr>
        <p:spPr>
          <a:xfrm flipV="1">
            <a:off x="24042074" y="4295138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Straight Connector 1110">
            <a:extLst>
              <a:ext uri="{FF2B5EF4-FFF2-40B4-BE49-F238E27FC236}">
                <a16:creationId xmlns:a16="http://schemas.microsoft.com/office/drawing/2014/main" id="{A7EFFF7B-0823-072E-7CEC-670F3C979721}"/>
              </a:ext>
            </a:extLst>
          </p:cNvPr>
          <p:cNvCxnSpPr>
            <a:cxnSpLocks/>
          </p:cNvCxnSpPr>
          <p:nvPr/>
        </p:nvCxnSpPr>
        <p:spPr>
          <a:xfrm flipH="1">
            <a:off x="24038507" y="3780416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95B51FF9-C6CB-43F0-18EA-3ED7A7413248}"/>
              </a:ext>
            </a:extLst>
          </p:cNvPr>
          <p:cNvCxnSpPr>
            <a:cxnSpLocks/>
          </p:cNvCxnSpPr>
          <p:nvPr/>
        </p:nvCxnSpPr>
        <p:spPr>
          <a:xfrm flipH="1">
            <a:off x="23921826" y="5126868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Straight Connector 1112">
            <a:extLst>
              <a:ext uri="{FF2B5EF4-FFF2-40B4-BE49-F238E27FC236}">
                <a16:creationId xmlns:a16="http://schemas.microsoft.com/office/drawing/2014/main" id="{EF06F97B-9780-4D5D-2E02-D14E1F4AA6F2}"/>
              </a:ext>
            </a:extLst>
          </p:cNvPr>
          <p:cNvCxnSpPr/>
          <p:nvPr/>
        </p:nvCxnSpPr>
        <p:spPr>
          <a:xfrm flipH="1">
            <a:off x="24037140" y="479824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Straight Connector 1113">
            <a:extLst>
              <a:ext uri="{FF2B5EF4-FFF2-40B4-BE49-F238E27FC236}">
                <a16:creationId xmlns:a16="http://schemas.microsoft.com/office/drawing/2014/main" id="{324F8075-1E7A-A32D-9793-121BC7706F46}"/>
              </a:ext>
            </a:extLst>
          </p:cNvPr>
          <p:cNvCxnSpPr>
            <a:cxnSpLocks/>
          </p:cNvCxnSpPr>
          <p:nvPr/>
        </p:nvCxnSpPr>
        <p:spPr>
          <a:xfrm flipH="1">
            <a:off x="23971335" y="516437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Connector 1114">
            <a:extLst>
              <a:ext uri="{FF2B5EF4-FFF2-40B4-BE49-F238E27FC236}">
                <a16:creationId xmlns:a16="http://schemas.microsoft.com/office/drawing/2014/main" id="{D2F43AB5-4BF3-8AAB-953B-CB633CA804B1}"/>
              </a:ext>
            </a:extLst>
          </p:cNvPr>
          <p:cNvCxnSpPr>
            <a:cxnSpLocks/>
          </p:cNvCxnSpPr>
          <p:nvPr/>
        </p:nvCxnSpPr>
        <p:spPr>
          <a:xfrm flipH="1">
            <a:off x="24005793" y="5201884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Connector 1115">
            <a:extLst>
              <a:ext uri="{FF2B5EF4-FFF2-40B4-BE49-F238E27FC236}">
                <a16:creationId xmlns:a16="http://schemas.microsoft.com/office/drawing/2014/main" id="{B0139DEC-856C-B31F-7F39-936BD99586B2}"/>
              </a:ext>
            </a:extLst>
          </p:cNvPr>
          <p:cNvCxnSpPr>
            <a:cxnSpLocks/>
          </p:cNvCxnSpPr>
          <p:nvPr/>
        </p:nvCxnSpPr>
        <p:spPr>
          <a:xfrm>
            <a:off x="20997298" y="4413418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Connector 1116">
            <a:extLst>
              <a:ext uri="{FF2B5EF4-FFF2-40B4-BE49-F238E27FC236}">
                <a16:creationId xmlns:a16="http://schemas.microsoft.com/office/drawing/2014/main" id="{61060098-EE08-8135-619A-CCC1C9D3A2E9}"/>
              </a:ext>
            </a:extLst>
          </p:cNvPr>
          <p:cNvCxnSpPr>
            <a:cxnSpLocks/>
          </p:cNvCxnSpPr>
          <p:nvPr/>
        </p:nvCxnSpPr>
        <p:spPr>
          <a:xfrm>
            <a:off x="21022494" y="6098226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Straight Connector 1117">
            <a:extLst>
              <a:ext uri="{FF2B5EF4-FFF2-40B4-BE49-F238E27FC236}">
                <a16:creationId xmlns:a16="http://schemas.microsoft.com/office/drawing/2014/main" id="{0B6E51FE-D11B-BF5D-DBFE-9495C68720AF}"/>
              </a:ext>
            </a:extLst>
          </p:cNvPr>
          <p:cNvCxnSpPr>
            <a:cxnSpLocks/>
          </p:cNvCxnSpPr>
          <p:nvPr/>
        </p:nvCxnSpPr>
        <p:spPr>
          <a:xfrm flipV="1">
            <a:off x="21021483" y="3082016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Connector 1118">
            <a:extLst>
              <a:ext uri="{FF2B5EF4-FFF2-40B4-BE49-F238E27FC236}">
                <a16:creationId xmlns:a16="http://schemas.microsoft.com/office/drawing/2014/main" id="{D84E9264-F107-2057-03B9-6EBC8D84E0BD}"/>
              </a:ext>
            </a:extLst>
          </p:cNvPr>
          <p:cNvCxnSpPr>
            <a:cxnSpLocks/>
          </p:cNvCxnSpPr>
          <p:nvPr/>
        </p:nvCxnSpPr>
        <p:spPr>
          <a:xfrm>
            <a:off x="20997298" y="1397208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Straight Connector 1119">
            <a:extLst>
              <a:ext uri="{FF2B5EF4-FFF2-40B4-BE49-F238E27FC236}">
                <a16:creationId xmlns:a16="http://schemas.microsoft.com/office/drawing/2014/main" id="{FA5F7BEF-1837-440F-B7E4-F5099B7B6B7E}"/>
              </a:ext>
            </a:extLst>
          </p:cNvPr>
          <p:cNvCxnSpPr>
            <a:cxnSpLocks/>
          </p:cNvCxnSpPr>
          <p:nvPr/>
        </p:nvCxnSpPr>
        <p:spPr>
          <a:xfrm>
            <a:off x="21631470" y="1414334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1" name="テキスト プレースホルダー 2">
            <a:extLst>
              <a:ext uri="{FF2B5EF4-FFF2-40B4-BE49-F238E27FC236}">
                <a16:creationId xmlns:a16="http://schemas.microsoft.com/office/drawing/2014/main" id="{B21FC7C7-5880-3DB3-03C3-E9BFFB49D527}"/>
              </a:ext>
            </a:extLst>
          </p:cNvPr>
          <p:cNvSpPr txBox="1">
            <a:spLocks/>
          </p:cNvSpPr>
          <p:nvPr/>
        </p:nvSpPr>
        <p:spPr>
          <a:xfrm>
            <a:off x="16404312" y="4335294"/>
            <a:ext cx="1163438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122" name="テキスト プレースホルダー 2">
            <a:extLst>
              <a:ext uri="{FF2B5EF4-FFF2-40B4-BE49-F238E27FC236}">
                <a16:creationId xmlns:a16="http://schemas.microsoft.com/office/drawing/2014/main" id="{9853E23C-73B7-A554-8B26-EC26222D2A40}"/>
              </a:ext>
            </a:extLst>
          </p:cNvPr>
          <p:cNvSpPr txBox="1">
            <a:spLocks/>
          </p:cNvSpPr>
          <p:nvPr/>
        </p:nvSpPr>
        <p:spPr>
          <a:xfrm>
            <a:off x="22716074" y="4275659"/>
            <a:ext cx="126316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</a:t>
            </a:r>
            <a:r>
              <a:rPr kumimoji="1" lang="en-US" altLang="ja-JP" sz="3600" baseline="-2500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core</a:t>
            </a:r>
            <a:endParaRPr kumimoji="1" lang="en-US" altLang="ja-JP" sz="3600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grpSp>
        <p:nvGrpSpPr>
          <p:cNvPr id="1124" name="Group 1123">
            <a:extLst>
              <a:ext uri="{FF2B5EF4-FFF2-40B4-BE49-F238E27FC236}">
                <a16:creationId xmlns:a16="http://schemas.microsoft.com/office/drawing/2014/main" id="{92F3E82A-69AD-8587-5437-A658B1603DE7}"/>
              </a:ext>
            </a:extLst>
          </p:cNvPr>
          <p:cNvGrpSpPr/>
          <p:nvPr/>
        </p:nvGrpSpPr>
        <p:grpSpPr>
          <a:xfrm>
            <a:off x="2325745" y="-2064036"/>
            <a:ext cx="2447948" cy="1233452"/>
            <a:chOff x="-640017" y="6252944"/>
            <a:chExt cx="2447948" cy="1233452"/>
          </a:xfrm>
        </p:grpSpPr>
        <p:sp>
          <p:nvSpPr>
            <p:cNvPr id="1141" name="Rectangle 1140">
              <a:extLst>
                <a:ext uri="{FF2B5EF4-FFF2-40B4-BE49-F238E27FC236}">
                  <a16:creationId xmlns:a16="http://schemas.microsoft.com/office/drawing/2014/main" id="{62E49371-3693-B6F1-23FC-9DDEF49736AF}"/>
                </a:ext>
              </a:extLst>
            </p:cNvPr>
            <p:cNvSpPr/>
            <p:nvPr/>
          </p:nvSpPr>
          <p:spPr>
            <a:xfrm>
              <a:off x="-640016" y="6252944"/>
              <a:ext cx="2447947" cy="123345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142" name="Rectangle 1141">
              <a:extLst>
                <a:ext uri="{FF2B5EF4-FFF2-40B4-BE49-F238E27FC236}">
                  <a16:creationId xmlns:a16="http://schemas.microsoft.com/office/drawing/2014/main" id="{3F9411A9-28E2-66F4-00DC-81398434457E}"/>
                </a:ext>
              </a:extLst>
            </p:cNvPr>
            <p:cNvSpPr/>
            <p:nvPr/>
          </p:nvSpPr>
          <p:spPr>
            <a:xfrm>
              <a:off x="-640017" y="6851607"/>
              <a:ext cx="2447947" cy="3612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grpSp>
          <p:nvGrpSpPr>
            <p:cNvPr id="1143" name="Group 1142">
              <a:extLst>
                <a:ext uri="{FF2B5EF4-FFF2-40B4-BE49-F238E27FC236}">
                  <a16:creationId xmlns:a16="http://schemas.microsoft.com/office/drawing/2014/main" id="{9019E1C1-E009-5C79-E375-1BA5AC4792A5}"/>
                </a:ext>
              </a:extLst>
            </p:cNvPr>
            <p:cNvGrpSpPr/>
            <p:nvPr/>
          </p:nvGrpSpPr>
          <p:grpSpPr>
            <a:xfrm>
              <a:off x="-468301" y="6417870"/>
              <a:ext cx="2104517" cy="903600"/>
              <a:chOff x="-464224" y="6412550"/>
              <a:chExt cx="2104517" cy="903600"/>
            </a:xfrm>
          </p:grpSpPr>
          <p:grpSp>
            <p:nvGrpSpPr>
              <p:cNvPr id="1144" name="Group 1143">
                <a:extLst>
                  <a:ext uri="{FF2B5EF4-FFF2-40B4-BE49-F238E27FC236}">
                    <a16:creationId xmlns:a16="http://schemas.microsoft.com/office/drawing/2014/main" id="{FA8E20B6-35E7-628F-07EF-1EEA04B7597A}"/>
                  </a:ext>
                </a:extLst>
              </p:cNvPr>
              <p:cNvGrpSpPr/>
              <p:nvPr/>
            </p:nvGrpSpPr>
            <p:grpSpPr>
              <a:xfrm>
                <a:off x="-464224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1173" name="Rectangle 1172">
                  <a:extLst>
                    <a:ext uri="{FF2B5EF4-FFF2-40B4-BE49-F238E27FC236}">
                      <a16:creationId xmlns:a16="http://schemas.microsoft.com/office/drawing/2014/main" id="{3C60309F-5C6E-A0B2-F620-D6C0C57CE740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4" name="Rectangle 1173">
                  <a:extLst>
                    <a:ext uri="{FF2B5EF4-FFF2-40B4-BE49-F238E27FC236}">
                      <a16:creationId xmlns:a16="http://schemas.microsoft.com/office/drawing/2014/main" id="{C0B54F13-8D26-85BF-D9CD-A6CCE7D73200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5" name="Rectangle 1174">
                  <a:extLst>
                    <a:ext uri="{FF2B5EF4-FFF2-40B4-BE49-F238E27FC236}">
                      <a16:creationId xmlns:a16="http://schemas.microsoft.com/office/drawing/2014/main" id="{520BFE68-6119-FAE2-2567-693FD2E9B489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6" name="Rectangle 1175">
                  <a:extLst>
                    <a:ext uri="{FF2B5EF4-FFF2-40B4-BE49-F238E27FC236}">
                      <a16:creationId xmlns:a16="http://schemas.microsoft.com/office/drawing/2014/main" id="{546B6F6E-2F9E-55F3-319A-668380D5FD62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7" name="フローチャート: 和接合 16">
                  <a:extLst>
                    <a:ext uri="{FF2B5EF4-FFF2-40B4-BE49-F238E27FC236}">
                      <a16:creationId xmlns:a16="http://schemas.microsoft.com/office/drawing/2014/main" id="{6DF31CE4-F72B-9D51-6ADB-D3B95F1158B4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8" name="Rectangle 1177">
                  <a:extLst>
                    <a:ext uri="{FF2B5EF4-FFF2-40B4-BE49-F238E27FC236}">
                      <a16:creationId xmlns:a16="http://schemas.microsoft.com/office/drawing/2014/main" id="{72049FD8-ADC0-ECA1-7EE9-9AE32021AC0B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79" name="Group 1178">
                  <a:extLst>
                    <a:ext uri="{FF2B5EF4-FFF2-40B4-BE49-F238E27FC236}">
                      <a16:creationId xmlns:a16="http://schemas.microsoft.com/office/drawing/2014/main" id="{80717978-1CA5-C1C4-553F-75EF818FBD21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98" name="楕円 300">
                    <a:extLst>
                      <a:ext uri="{FF2B5EF4-FFF2-40B4-BE49-F238E27FC236}">
                        <a16:creationId xmlns:a16="http://schemas.microsoft.com/office/drawing/2014/main" id="{EE1A09F8-AFF1-BF44-38A2-BA1A8FB9CD7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99" name="楕円 301">
                    <a:extLst>
                      <a:ext uri="{FF2B5EF4-FFF2-40B4-BE49-F238E27FC236}">
                        <a16:creationId xmlns:a16="http://schemas.microsoft.com/office/drawing/2014/main" id="{B1FE5C44-DE6A-43A0-2568-50267753336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80" name="Rectangle 1179">
                  <a:extLst>
                    <a:ext uri="{FF2B5EF4-FFF2-40B4-BE49-F238E27FC236}">
                      <a16:creationId xmlns:a16="http://schemas.microsoft.com/office/drawing/2014/main" id="{BE60F00A-413F-ADF3-5A51-481184B8C46C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1" name="フローチャート: 和接合 16">
                  <a:extLst>
                    <a:ext uri="{FF2B5EF4-FFF2-40B4-BE49-F238E27FC236}">
                      <a16:creationId xmlns:a16="http://schemas.microsoft.com/office/drawing/2014/main" id="{D56A9163-5AB8-783D-4AFE-32528E4FE1FD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2" name="Rectangle 1181">
                  <a:extLst>
                    <a:ext uri="{FF2B5EF4-FFF2-40B4-BE49-F238E27FC236}">
                      <a16:creationId xmlns:a16="http://schemas.microsoft.com/office/drawing/2014/main" id="{F1C868CE-28EA-E197-4027-9D02D52BFDC0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83" name="Group 1182">
                  <a:extLst>
                    <a:ext uri="{FF2B5EF4-FFF2-40B4-BE49-F238E27FC236}">
                      <a16:creationId xmlns:a16="http://schemas.microsoft.com/office/drawing/2014/main" id="{E52686E5-52CB-2AD1-E9F7-1E0B8E3AB873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96" name="楕円 300">
                    <a:extLst>
                      <a:ext uri="{FF2B5EF4-FFF2-40B4-BE49-F238E27FC236}">
                        <a16:creationId xmlns:a16="http://schemas.microsoft.com/office/drawing/2014/main" id="{82216BE4-A32F-EAAC-3AAF-48C04D8719DD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97" name="楕円 301">
                    <a:extLst>
                      <a:ext uri="{FF2B5EF4-FFF2-40B4-BE49-F238E27FC236}">
                        <a16:creationId xmlns:a16="http://schemas.microsoft.com/office/drawing/2014/main" id="{3143770C-18DB-4A6C-7CCB-2BEAE3D3D3F4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84" name="Rectangle 1183">
                  <a:extLst>
                    <a:ext uri="{FF2B5EF4-FFF2-40B4-BE49-F238E27FC236}">
                      <a16:creationId xmlns:a16="http://schemas.microsoft.com/office/drawing/2014/main" id="{98631C19-F73D-BF2D-4584-1958B0DE2D2A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5" name="フローチャート: 和接合 16">
                  <a:extLst>
                    <a:ext uri="{FF2B5EF4-FFF2-40B4-BE49-F238E27FC236}">
                      <a16:creationId xmlns:a16="http://schemas.microsoft.com/office/drawing/2014/main" id="{3A85D188-88DF-7122-8231-7EC0F9E5A150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6" name="Rectangle 1185">
                  <a:extLst>
                    <a:ext uri="{FF2B5EF4-FFF2-40B4-BE49-F238E27FC236}">
                      <a16:creationId xmlns:a16="http://schemas.microsoft.com/office/drawing/2014/main" id="{C9CF3088-1181-B4A5-E5DE-3BF47EE18659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87" name="Group 1186">
                  <a:extLst>
                    <a:ext uri="{FF2B5EF4-FFF2-40B4-BE49-F238E27FC236}">
                      <a16:creationId xmlns:a16="http://schemas.microsoft.com/office/drawing/2014/main" id="{5E3B4D33-113A-4BA4-C48C-3F432DCA5F70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94" name="楕円 300">
                    <a:extLst>
                      <a:ext uri="{FF2B5EF4-FFF2-40B4-BE49-F238E27FC236}">
                        <a16:creationId xmlns:a16="http://schemas.microsoft.com/office/drawing/2014/main" id="{DE93E8B5-81C3-B9CD-673A-A25C7CC8F32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95" name="楕円 301">
                    <a:extLst>
                      <a:ext uri="{FF2B5EF4-FFF2-40B4-BE49-F238E27FC236}">
                        <a16:creationId xmlns:a16="http://schemas.microsoft.com/office/drawing/2014/main" id="{2775CA24-090C-5668-7D13-EADCC727B1F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88" name="Rectangle 1187">
                  <a:extLst>
                    <a:ext uri="{FF2B5EF4-FFF2-40B4-BE49-F238E27FC236}">
                      <a16:creationId xmlns:a16="http://schemas.microsoft.com/office/drawing/2014/main" id="{A9597C9E-604A-0D63-FA1B-D63E6AAE2B8D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9" name="フローチャート: 和接合 16">
                  <a:extLst>
                    <a:ext uri="{FF2B5EF4-FFF2-40B4-BE49-F238E27FC236}">
                      <a16:creationId xmlns:a16="http://schemas.microsoft.com/office/drawing/2014/main" id="{AD0E2469-E564-128D-0523-77033E15D571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90" name="Rectangle 1189">
                  <a:extLst>
                    <a:ext uri="{FF2B5EF4-FFF2-40B4-BE49-F238E27FC236}">
                      <a16:creationId xmlns:a16="http://schemas.microsoft.com/office/drawing/2014/main" id="{BA28DCC3-D3F7-F89A-9682-EFF01978C94F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91" name="Group 1190">
                  <a:extLst>
                    <a:ext uri="{FF2B5EF4-FFF2-40B4-BE49-F238E27FC236}">
                      <a16:creationId xmlns:a16="http://schemas.microsoft.com/office/drawing/2014/main" id="{BCDDEFCA-F26F-99D8-B4F9-A2FBD1F195D8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92" name="楕円 300">
                    <a:extLst>
                      <a:ext uri="{FF2B5EF4-FFF2-40B4-BE49-F238E27FC236}">
                        <a16:creationId xmlns:a16="http://schemas.microsoft.com/office/drawing/2014/main" id="{1D5D229B-0FFB-27B4-3711-2B180AC144CC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93" name="楕円 301">
                    <a:extLst>
                      <a:ext uri="{FF2B5EF4-FFF2-40B4-BE49-F238E27FC236}">
                        <a16:creationId xmlns:a16="http://schemas.microsoft.com/office/drawing/2014/main" id="{3E18317E-0216-CE09-BFF8-51B7FE63416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1145" name="Group 1144">
                <a:extLst>
                  <a:ext uri="{FF2B5EF4-FFF2-40B4-BE49-F238E27FC236}">
                    <a16:creationId xmlns:a16="http://schemas.microsoft.com/office/drawing/2014/main" id="{CF14079E-C38B-0CAB-DF7E-4A17FF4A7033}"/>
                  </a:ext>
                </a:extLst>
              </p:cNvPr>
              <p:cNvGrpSpPr/>
              <p:nvPr/>
            </p:nvGrpSpPr>
            <p:grpSpPr>
              <a:xfrm>
                <a:off x="729493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1146" name="Rectangle 1145">
                  <a:extLst>
                    <a:ext uri="{FF2B5EF4-FFF2-40B4-BE49-F238E27FC236}">
                      <a16:creationId xmlns:a16="http://schemas.microsoft.com/office/drawing/2014/main" id="{4B94DCCE-A904-DBB1-86EE-707E58909410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7" name="Rectangle 1146">
                  <a:extLst>
                    <a:ext uri="{FF2B5EF4-FFF2-40B4-BE49-F238E27FC236}">
                      <a16:creationId xmlns:a16="http://schemas.microsoft.com/office/drawing/2014/main" id="{ED6A524B-D548-3B73-B9FA-BEF334670664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8" name="Rectangle 1147">
                  <a:extLst>
                    <a:ext uri="{FF2B5EF4-FFF2-40B4-BE49-F238E27FC236}">
                      <a16:creationId xmlns:a16="http://schemas.microsoft.com/office/drawing/2014/main" id="{2A247D06-0D95-7406-D681-955FC65CB02D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9" name="Rectangle 1148">
                  <a:extLst>
                    <a:ext uri="{FF2B5EF4-FFF2-40B4-BE49-F238E27FC236}">
                      <a16:creationId xmlns:a16="http://schemas.microsoft.com/office/drawing/2014/main" id="{1B9248CC-E955-43D9-E2D7-E79503D17174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0" name="フローチャート: 和接合 16">
                  <a:extLst>
                    <a:ext uri="{FF2B5EF4-FFF2-40B4-BE49-F238E27FC236}">
                      <a16:creationId xmlns:a16="http://schemas.microsoft.com/office/drawing/2014/main" id="{6A9CFF25-68D0-D25D-9051-8C148AA70162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1" name="Rectangle 1150">
                  <a:extLst>
                    <a:ext uri="{FF2B5EF4-FFF2-40B4-BE49-F238E27FC236}">
                      <a16:creationId xmlns:a16="http://schemas.microsoft.com/office/drawing/2014/main" id="{5C78DF41-2226-B60A-CCF9-A7ECF00ABD73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52" name="Group 1151">
                  <a:extLst>
                    <a:ext uri="{FF2B5EF4-FFF2-40B4-BE49-F238E27FC236}">
                      <a16:creationId xmlns:a16="http://schemas.microsoft.com/office/drawing/2014/main" id="{2205246F-F1D3-A09D-D12F-8F33192600C1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71" name="楕円 300">
                    <a:extLst>
                      <a:ext uri="{FF2B5EF4-FFF2-40B4-BE49-F238E27FC236}">
                        <a16:creationId xmlns:a16="http://schemas.microsoft.com/office/drawing/2014/main" id="{C481B06C-C060-E6F6-089F-9CD1F5A27A0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72" name="楕円 301">
                    <a:extLst>
                      <a:ext uri="{FF2B5EF4-FFF2-40B4-BE49-F238E27FC236}">
                        <a16:creationId xmlns:a16="http://schemas.microsoft.com/office/drawing/2014/main" id="{44A042D8-D47D-FE4F-22FF-BA6B6906796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53" name="Rectangle 1152">
                  <a:extLst>
                    <a:ext uri="{FF2B5EF4-FFF2-40B4-BE49-F238E27FC236}">
                      <a16:creationId xmlns:a16="http://schemas.microsoft.com/office/drawing/2014/main" id="{C6820C5C-2885-B5D5-8118-489ADE6A20A1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4" name="フローチャート: 和接合 16">
                  <a:extLst>
                    <a:ext uri="{FF2B5EF4-FFF2-40B4-BE49-F238E27FC236}">
                      <a16:creationId xmlns:a16="http://schemas.microsoft.com/office/drawing/2014/main" id="{68E0EE40-FB88-4F7B-C039-49A257963BFC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5" name="Rectangle 1154">
                  <a:extLst>
                    <a:ext uri="{FF2B5EF4-FFF2-40B4-BE49-F238E27FC236}">
                      <a16:creationId xmlns:a16="http://schemas.microsoft.com/office/drawing/2014/main" id="{B5EABC42-E846-F1FF-8063-F0465F3D0C59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56" name="Group 1155">
                  <a:extLst>
                    <a:ext uri="{FF2B5EF4-FFF2-40B4-BE49-F238E27FC236}">
                      <a16:creationId xmlns:a16="http://schemas.microsoft.com/office/drawing/2014/main" id="{34C3B648-3A7E-C87C-390B-DB4F23423B68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69" name="楕円 300">
                    <a:extLst>
                      <a:ext uri="{FF2B5EF4-FFF2-40B4-BE49-F238E27FC236}">
                        <a16:creationId xmlns:a16="http://schemas.microsoft.com/office/drawing/2014/main" id="{95A4FB5E-D334-4A46-8095-19B97A563AF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70" name="楕円 301">
                    <a:extLst>
                      <a:ext uri="{FF2B5EF4-FFF2-40B4-BE49-F238E27FC236}">
                        <a16:creationId xmlns:a16="http://schemas.microsoft.com/office/drawing/2014/main" id="{1D77D34C-45CC-3AE9-4823-51B425AC3B40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57" name="Rectangle 1156">
                  <a:extLst>
                    <a:ext uri="{FF2B5EF4-FFF2-40B4-BE49-F238E27FC236}">
                      <a16:creationId xmlns:a16="http://schemas.microsoft.com/office/drawing/2014/main" id="{873E6229-A49B-445B-5CA0-6B61A0EBB8BF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8" name="フローチャート: 和接合 16">
                  <a:extLst>
                    <a:ext uri="{FF2B5EF4-FFF2-40B4-BE49-F238E27FC236}">
                      <a16:creationId xmlns:a16="http://schemas.microsoft.com/office/drawing/2014/main" id="{D2BD25D5-A9A2-40CC-906F-DC2F7B496364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59" name="Rectangle 1158">
                  <a:extLst>
                    <a:ext uri="{FF2B5EF4-FFF2-40B4-BE49-F238E27FC236}">
                      <a16:creationId xmlns:a16="http://schemas.microsoft.com/office/drawing/2014/main" id="{02C51A67-FEA9-3231-9773-A38A316E0915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60" name="Group 1159">
                  <a:extLst>
                    <a:ext uri="{FF2B5EF4-FFF2-40B4-BE49-F238E27FC236}">
                      <a16:creationId xmlns:a16="http://schemas.microsoft.com/office/drawing/2014/main" id="{059671FE-BA96-A97F-8482-09CC42388C8D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67" name="楕円 300">
                    <a:extLst>
                      <a:ext uri="{FF2B5EF4-FFF2-40B4-BE49-F238E27FC236}">
                        <a16:creationId xmlns:a16="http://schemas.microsoft.com/office/drawing/2014/main" id="{1B0194E3-068C-4234-D835-C9657B5910F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68" name="楕円 301">
                    <a:extLst>
                      <a:ext uri="{FF2B5EF4-FFF2-40B4-BE49-F238E27FC236}">
                        <a16:creationId xmlns:a16="http://schemas.microsoft.com/office/drawing/2014/main" id="{9F20B934-AF5B-5EA1-2AD0-50DBEE61217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61" name="Rectangle 1160">
                  <a:extLst>
                    <a:ext uri="{FF2B5EF4-FFF2-40B4-BE49-F238E27FC236}">
                      <a16:creationId xmlns:a16="http://schemas.microsoft.com/office/drawing/2014/main" id="{CDFA1A92-D809-4DBF-523F-9E36774AB08C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2" name="フローチャート: 和接合 16">
                  <a:extLst>
                    <a:ext uri="{FF2B5EF4-FFF2-40B4-BE49-F238E27FC236}">
                      <a16:creationId xmlns:a16="http://schemas.microsoft.com/office/drawing/2014/main" id="{61D12A52-C1DE-014E-CE5C-0E9094DA59ED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3" name="Rectangle 1162">
                  <a:extLst>
                    <a:ext uri="{FF2B5EF4-FFF2-40B4-BE49-F238E27FC236}">
                      <a16:creationId xmlns:a16="http://schemas.microsoft.com/office/drawing/2014/main" id="{3A51FE30-EFF7-4F89-7E48-2AD3B0AE217E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64" name="Group 1163">
                  <a:extLst>
                    <a:ext uri="{FF2B5EF4-FFF2-40B4-BE49-F238E27FC236}">
                      <a16:creationId xmlns:a16="http://schemas.microsoft.com/office/drawing/2014/main" id="{4219DD78-3EC1-A83C-CF4F-4D023A615979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65" name="楕円 300">
                    <a:extLst>
                      <a:ext uri="{FF2B5EF4-FFF2-40B4-BE49-F238E27FC236}">
                        <a16:creationId xmlns:a16="http://schemas.microsoft.com/office/drawing/2014/main" id="{BA5E7400-6532-BCE7-BA1F-9F58180A73D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66" name="楕円 301">
                    <a:extLst>
                      <a:ext uri="{FF2B5EF4-FFF2-40B4-BE49-F238E27FC236}">
                        <a16:creationId xmlns:a16="http://schemas.microsoft.com/office/drawing/2014/main" id="{E29A01A6-4AEC-46DD-3F21-9134BD4FBF8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Arial" panose="020B0604020202020204" pitchFamily="34" charset="0"/>
                      <a:ea typeface="Malgun Gothic" panose="020B0503020000020004" pitchFamily="34" charset="-127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</p:grpSp>
      <p:cxnSp>
        <p:nvCxnSpPr>
          <p:cNvPr id="1125" name="Straight Arrow Connector 1124">
            <a:extLst>
              <a:ext uri="{FF2B5EF4-FFF2-40B4-BE49-F238E27FC236}">
                <a16:creationId xmlns:a16="http://schemas.microsoft.com/office/drawing/2014/main" id="{29F2CFE4-66F2-206B-00CF-83CF621A94FA}"/>
              </a:ext>
            </a:extLst>
          </p:cNvPr>
          <p:cNvCxnSpPr>
            <a:cxnSpLocks/>
          </p:cNvCxnSpPr>
          <p:nvPr/>
        </p:nvCxnSpPr>
        <p:spPr>
          <a:xfrm>
            <a:off x="5752070" y="-1973368"/>
            <a:ext cx="0" cy="120551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6" name="Group 1125">
            <a:extLst>
              <a:ext uri="{FF2B5EF4-FFF2-40B4-BE49-F238E27FC236}">
                <a16:creationId xmlns:a16="http://schemas.microsoft.com/office/drawing/2014/main" id="{390F94E2-C77A-0512-7E6F-61704372B560}"/>
              </a:ext>
            </a:extLst>
          </p:cNvPr>
          <p:cNvGrpSpPr/>
          <p:nvPr/>
        </p:nvGrpSpPr>
        <p:grpSpPr>
          <a:xfrm>
            <a:off x="5995012" y="-2293902"/>
            <a:ext cx="2821049" cy="1584047"/>
            <a:chOff x="4304402" y="1365316"/>
            <a:chExt cx="2821049" cy="1584047"/>
          </a:xfrm>
        </p:grpSpPr>
        <p:sp>
          <p:nvSpPr>
            <p:cNvPr id="1131" name="Rectangle 1130">
              <a:extLst>
                <a:ext uri="{FF2B5EF4-FFF2-40B4-BE49-F238E27FC236}">
                  <a16:creationId xmlns:a16="http://schemas.microsoft.com/office/drawing/2014/main" id="{FBBE9180-57E4-4453-96C8-E669AE217DB3}"/>
                </a:ext>
              </a:extLst>
            </p:cNvPr>
            <p:cNvSpPr/>
            <p:nvPr/>
          </p:nvSpPr>
          <p:spPr>
            <a:xfrm>
              <a:off x="4307196" y="2609621"/>
              <a:ext cx="2818254" cy="33974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132" name="Rectangle 1131">
              <a:extLst>
                <a:ext uri="{FF2B5EF4-FFF2-40B4-BE49-F238E27FC236}">
                  <a16:creationId xmlns:a16="http://schemas.microsoft.com/office/drawing/2014/main" id="{8A905599-4C3D-6C68-820F-4CFFF6E89FB7}"/>
                </a:ext>
              </a:extLst>
            </p:cNvPr>
            <p:cNvSpPr/>
            <p:nvPr/>
          </p:nvSpPr>
          <p:spPr>
            <a:xfrm rot="5400000">
              <a:off x="5552314" y="936934"/>
              <a:ext cx="328015" cy="281825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133" name="Rectangle 1132">
              <a:extLst>
                <a:ext uri="{FF2B5EF4-FFF2-40B4-BE49-F238E27FC236}">
                  <a16:creationId xmlns:a16="http://schemas.microsoft.com/office/drawing/2014/main" id="{B8565B37-D2C7-71F1-DF8F-545BDFF81259}"/>
                </a:ext>
              </a:extLst>
            </p:cNvPr>
            <p:cNvSpPr/>
            <p:nvPr/>
          </p:nvSpPr>
          <p:spPr>
            <a:xfrm rot="5400000">
              <a:off x="5663954" y="1149210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42824E44-4F5F-7CE1-C401-3FBA596AC66D}"/>
                </a:ext>
              </a:extLst>
            </p:cNvPr>
            <p:cNvSpPr/>
            <p:nvPr/>
          </p:nvSpPr>
          <p:spPr>
            <a:xfrm rot="5400000">
              <a:off x="5552315" y="529233"/>
              <a:ext cx="328015" cy="2818257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135" name="Rectangle 1134">
              <a:extLst>
                <a:ext uri="{FF2B5EF4-FFF2-40B4-BE49-F238E27FC236}">
                  <a16:creationId xmlns:a16="http://schemas.microsoft.com/office/drawing/2014/main" id="{E713D592-8458-8B32-8EFB-9DFF1EC5F284}"/>
                </a:ext>
              </a:extLst>
            </p:cNvPr>
            <p:cNvSpPr/>
            <p:nvPr/>
          </p:nvSpPr>
          <p:spPr>
            <a:xfrm rot="5400000">
              <a:off x="5549523" y="120195"/>
              <a:ext cx="328015" cy="281825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pic>
          <p:nvPicPr>
            <p:cNvPr id="1136" name="Picture 1135">
              <a:extLst>
                <a:ext uri="{FF2B5EF4-FFF2-40B4-BE49-F238E27FC236}">
                  <a16:creationId xmlns:a16="http://schemas.microsoft.com/office/drawing/2014/main" id="{D288E8A9-049B-B707-5123-08A4E0173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1943522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pic>
          <p:nvPicPr>
            <p:cNvPr id="1137" name="Picture 1136">
              <a:extLst>
                <a:ext uri="{FF2B5EF4-FFF2-40B4-BE49-F238E27FC236}">
                  <a16:creationId xmlns:a16="http://schemas.microsoft.com/office/drawing/2014/main" id="{68FDC870-5FE5-4327-72B3-11622A64D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8637" y="151090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FFDC4196-9F66-3464-5AD8-31E5499C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1624565"/>
              <a:ext cx="0" cy="533036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9" name="Straight Connector 1138">
              <a:extLst>
                <a:ext uri="{FF2B5EF4-FFF2-40B4-BE49-F238E27FC236}">
                  <a16:creationId xmlns:a16="http://schemas.microsoft.com/office/drawing/2014/main" id="{9BF34811-2129-A409-B226-2D5C1C549E7E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2196275"/>
              <a:ext cx="0" cy="530994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40" name="Picture 1139">
              <a:extLst>
                <a:ext uri="{FF2B5EF4-FFF2-40B4-BE49-F238E27FC236}">
                  <a16:creationId xmlns:a16="http://schemas.microsoft.com/office/drawing/2014/main" id="{ED433922-78AC-EA5D-3CED-7B165E319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237613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</p:grpSp>
      <p:sp>
        <p:nvSpPr>
          <p:cNvPr id="1127" name="テキスト プレースホルダー 2">
            <a:extLst>
              <a:ext uri="{FF2B5EF4-FFF2-40B4-BE49-F238E27FC236}">
                <a16:creationId xmlns:a16="http://schemas.microsoft.com/office/drawing/2014/main" id="{60268A9D-56A9-F8B9-FD0E-477DBDD8E7B7}"/>
              </a:ext>
            </a:extLst>
          </p:cNvPr>
          <p:cNvSpPr txBox="1">
            <a:spLocks/>
          </p:cNvSpPr>
          <p:nvPr/>
        </p:nvSpPr>
        <p:spPr>
          <a:xfrm rot="5400000">
            <a:off x="4780315" y="-1684774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High </a:t>
            </a:r>
            <a:r>
              <a:rPr kumimoji="1" lang="en-US" altLang="ja-JP" sz="1400" b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1400" b="1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TH</a:t>
            </a:r>
            <a:endParaRPr kumimoji="1" lang="en-US" altLang="ja-JP" sz="1400" b="1" u="sng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128" name="テキスト プレースホルダー 2">
            <a:extLst>
              <a:ext uri="{FF2B5EF4-FFF2-40B4-BE49-F238E27FC236}">
                <a16:creationId xmlns:a16="http://schemas.microsoft.com/office/drawing/2014/main" id="{6AE7127A-944B-5F86-FE43-E5268F040183}"/>
              </a:ext>
            </a:extLst>
          </p:cNvPr>
          <p:cNvSpPr txBox="1">
            <a:spLocks/>
          </p:cNvSpPr>
          <p:nvPr/>
        </p:nvSpPr>
        <p:spPr>
          <a:xfrm>
            <a:off x="5042281" y="-2245353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1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inside</a:t>
            </a:r>
            <a:endParaRPr kumimoji="1" lang="en-US" altLang="ja-JP" sz="1100" b="1" u="sng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129" name="テキスト プレースホルダー 2">
            <a:extLst>
              <a:ext uri="{FF2B5EF4-FFF2-40B4-BE49-F238E27FC236}">
                <a16:creationId xmlns:a16="http://schemas.microsoft.com/office/drawing/2014/main" id="{61E6510E-CE92-C829-41F1-3F1D3632C71E}"/>
              </a:ext>
            </a:extLst>
          </p:cNvPr>
          <p:cNvSpPr txBox="1">
            <a:spLocks/>
          </p:cNvSpPr>
          <p:nvPr/>
        </p:nvSpPr>
        <p:spPr>
          <a:xfrm>
            <a:off x="5013631" y="-715409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1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ambient</a:t>
            </a:r>
            <a:endParaRPr kumimoji="1" lang="en-US" altLang="ja-JP" sz="1100" b="1" u="sng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3C4014DE-E51C-32F7-3C6D-D7D7FDD46A3F}"/>
              </a:ext>
            </a:extLst>
          </p:cNvPr>
          <p:cNvSpPr/>
          <p:nvPr/>
        </p:nvSpPr>
        <p:spPr>
          <a:xfrm>
            <a:off x="3567646" y="-1443266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200" name="Straight Connector 1199">
            <a:extLst>
              <a:ext uri="{FF2B5EF4-FFF2-40B4-BE49-F238E27FC236}">
                <a16:creationId xmlns:a16="http://schemas.microsoft.com/office/drawing/2014/main" id="{230BD266-C879-0665-FB54-FA3D1AA3A2BC}"/>
              </a:ext>
            </a:extLst>
          </p:cNvPr>
          <p:cNvCxnSpPr/>
          <p:nvPr/>
        </p:nvCxnSpPr>
        <p:spPr>
          <a:xfrm flipV="1">
            <a:off x="4879435" y="-2355780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Straight Connector 1200">
            <a:extLst>
              <a:ext uri="{FF2B5EF4-FFF2-40B4-BE49-F238E27FC236}">
                <a16:creationId xmlns:a16="http://schemas.microsoft.com/office/drawing/2014/main" id="{5C3B59D4-BCF2-E658-2055-1288744E03F2}"/>
              </a:ext>
            </a:extLst>
          </p:cNvPr>
          <p:cNvCxnSpPr>
            <a:cxnSpLocks/>
          </p:cNvCxnSpPr>
          <p:nvPr/>
        </p:nvCxnSpPr>
        <p:spPr>
          <a:xfrm flipH="1" flipV="1">
            <a:off x="4904835" y="-818332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03" name="Group 1202">
            <a:extLst>
              <a:ext uri="{FF2B5EF4-FFF2-40B4-BE49-F238E27FC236}">
                <a16:creationId xmlns:a16="http://schemas.microsoft.com/office/drawing/2014/main" id="{6651DB61-AC33-2D79-8606-E7155D0497FC}"/>
              </a:ext>
            </a:extLst>
          </p:cNvPr>
          <p:cNvGrpSpPr/>
          <p:nvPr/>
        </p:nvGrpSpPr>
        <p:grpSpPr>
          <a:xfrm>
            <a:off x="14672850" y="-3354835"/>
            <a:ext cx="2447948" cy="1233452"/>
            <a:chOff x="3747245" y="5034265"/>
            <a:chExt cx="3097925" cy="1560957"/>
          </a:xfrm>
        </p:grpSpPr>
        <p:sp>
          <p:nvSpPr>
            <p:cNvPr id="1230" name="Rectangle 1229">
              <a:extLst>
                <a:ext uri="{FF2B5EF4-FFF2-40B4-BE49-F238E27FC236}">
                  <a16:creationId xmlns:a16="http://schemas.microsoft.com/office/drawing/2014/main" id="{B6C235F6-284D-E386-5E6B-F6C169784577}"/>
                </a:ext>
              </a:extLst>
            </p:cNvPr>
            <p:cNvSpPr/>
            <p:nvPr/>
          </p:nvSpPr>
          <p:spPr>
            <a:xfrm>
              <a:off x="3747246" y="5034265"/>
              <a:ext cx="3097924" cy="156095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231" name="Rectangle 1230">
              <a:extLst>
                <a:ext uri="{FF2B5EF4-FFF2-40B4-BE49-F238E27FC236}">
                  <a16:creationId xmlns:a16="http://schemas.microsoft.com/office/drawing/2014/main" id="{04650ECF-FE1D-9288-C049-29DEE2E1DFC5}"/>
                </a:ext>
              </a:extLst>
            </p:cNvPr>
            <p:cNvSpPr/>
            <p:nvPr/>
          </p:nvSpPr>
          <p:spPr>
            <a:xfrm>
              <a:off x="3747245" y="5791884"/>
              <a:ext cx="3097924" cy="4571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grpSp>
          <p:nvGrpSpPr>
            <p:cNvPr id="1232" name="Group 1231">
              <a:extLst>
                <a:ext uri="{FF2B5EF4-FFF2-40B4-BE49-F238E27FC236}">
                  <a16:creationId xmlns:a16="http://schemas.microsoft.com/office/drawing/2014/main" id="{50DFFE20-078F-F507-F55C-3292F6B80142}"/>
                </a:ext>
              </a:extLst>
            </p:cNvPr>
            <p:cNvGrpSpPr/>
            <p:nvPr/>
          </p:nvGrpSpPr>
          <p:grpSpPr>
            <a:xfrm flipH="1">
              <a:off x="3969715" y="5239449"/>
              <a:ext cx="1151411" cy="1142317"/>
              <a:chOff x="6978166" y="2617955"/>
              <a:chExt cx="1320364" cy="1319180"/>
            </a:xfrm>
          </p:grpSpPr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9F1713F9-F56F-D688-107B-BAFD2A0AC2BD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6499F5C1-660C-3470-D6AC-E38E2C360B8B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F6802279-5837-1C7C-E3E1-DCB55254A399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grpSp>
            <p:nvGrpSpPr>
              <p:cNvPr id="1268" name="Group 1267">
                <a:extLst>
                  <a:ext uri="{FF2B5EF4-FFF2-40B4-BE49-F238E27FC236}">
                    <a16:creationId xmlns:a16="http://schemas.microsoft.com/office/drawing/2014/main" id="{2C836602-0EB6-3CF8-985D-83DCEF39693A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94" name="Rectangle 1293">
                  <a:extLst>
                    <a:ext uri="{FF2B5EF4-FFF2-40B4-BE49-F238E27FC236}">
                      <a16:creationId xmlns:a16="http://schemas.microsoft.com/office/drawing/2014/main" id="{A296BF24-1F86-EAA3-CB7F-4060F377F42E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5" name="フローチャート: 和接合 16">
                  <a:extLst>
                    <a:ext uri="{FF2B5EF4-FFF2-40B4-BE49-F238E27FC236}">
                      <a16:creationId xmlns:a16="http://schemas.microsoft.com/office/drawing/2014/main" id="{925AA926-B672-C536-79F8-CCBDC3D4A9F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31D3F205-7E5B-909F-85D3-F39305C5AC2E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grpSp>
            <p:nvGrpSpPr>
              <p:cNvPr id="1270" name="Group 1269">
                <a:extLst>
                  <a:ext uri="{FF2B5EF4-FFF2-40B4-BE49-F238E27FC236}">
                    <a16:creationId xmlns:a16="http://schemas.microsoft.com/office/drawing/2014/main" id="{57BC4F00-F351-E556-D67F-03A586A4BF51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292" name="楕円 300">
                  <a:extLst>
                    <a:ext uri="{FF2B5EF4-FFF2-40B4-BE49-F238E27FC236}">
                      <a16:creationId xmlns:a16="http://schemas.microsoft.com/office/drawing/2014/main" id="{CDECB03C-D0CC-AAA8-DEF4-A8F9EFAC685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3" name="楕円 301">
                  <a:extLst>
                    <a:ext uri="{FF2B5EF4-FFF2-40B4-BE49-F238E27FC236}">
                      <a16:creationId xmlns:a16="http://schemas.microsoft.com/office/drawing/2014/main" id="{7010CCEC-0C35-55BA-C596-44A38F68E28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271" name="Group 1270">
                <a:extLst>
                  <a:ext uri="{FF2B5EF4-FFF2-40B4-BE49-F238E27FC236}">
                    <a16:creationId xmlns:a16="http://schemas.microsoft.com/office/drawing/2014/main" id="{40409BC2-DD53-8317-6ADA-5504538AFA9B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90" name="Rectangle 1289">
                  <a:extLst>
                    <a:ext uri="{FF2B5EF4-FFF2-40B4-BE49-F238E27FC236}">
                      <a16:creationId xmlns:a16="http://schemas.microsoft.com/office/drawing/2014/main" id="{656E349D-D43F-E048-4843-3237737A723C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91" name="フローチャート: 和接合 16">
                  <a:extLst>
                    <a:ext uri="{FF2B5EF4-FFF2-40B4-BE49-F238E27FC236}">
                      <a16:creationId xmlns:a16="http://schemas.microsoft.com/office/drawing/2014/main" id="{6D0455C0-3DA3-B547-364F-922237BF7B5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88642EBB-CDDF-1860-A1B4-0FF6A5E166BF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grpSp>
            <p:nvGrpSpPr>
              <p:cNvPr id="1273" name="Group 1272">
                <a:extLst>
                  <a:ext uri="{FF2B5EF4-FFF2-40B4-BE49-F238E27FC236}">
                    <a16:creationId xmlns:a16="http://schemas.microsoft.com/office/drawing/2014/main" id="{81F3EA09-574E-0923-1634-7A7419BAF5B7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288" name="楕円 300">
                  <a:extLst>
                    <a:ext uri="{FF2B5EF4-FFF2-40B4-BE49-F238E27FC236}">
                      <a16:creationId xmlns:a16="http://schemas.microsoft.com/office/drawing/2014/main" id="{5835479B-A81E-86E3-2BF0-9673D5F8D8E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9" name="楕円 301">
                  <a:extLst>
                    <a:ext uri="{FF2B5EF4-FFF2-40B4-BE49-F238E27FC236}">
                      <a16:creationId xmlns:a16="http://schemas.microsoft.com/office/drawing/2014/main" id="{8CE63473-46B5-053C-EE3A-A60CBE539B8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274" name="Group 1273">
                <a:extLst>
                  <a:ext uri="{FF2B5EF4-FFF2-40B4-BE49-F238E27FC236}">
                    <a16:creationId xmlns:a16="http://schemas.microsoft.com/office/drawing/2014/main" id="{7402C328-AF0F-6830-CB0B-E23D79EB9627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86" name="Rectangle 1285">
                  <a:extLst>
                    <a:ext uri="{FF2B5EF4-FFF2-40B4-BE49-F238E27FC236}">
                      <a16:creationId xmlns:a16="http://schemas.microsoft.com/office/drawing/2014/main" id="{D5A1F6E1-5F71-A979-E2E3-2576E9CBC1FB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7" name="フローチャート: 和接合 16">
                  <a:extLst>
                    <a:ext uri="{FF2B5EF4-FFF2-40B4-BE49-F238E27FC236}">
                      <a16:creationId xmlns:a16="http://schemas.microsoft.com/office/drawing/2014/main" id="{4A09BD57-90D0-438F-9976-FF82673DEA7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75" name="Rectangle 1274">
                <a:extLst>
                  <a:ext uri="{FF2B5EF4-FFF2-40B4-BE49-F238E27FC236}">
                    <a16:creationId xmlns:a16="http://schemas.microsoft.com/office/drawing/2014/main" id="{724B1959-BD77-9A18-35FD-8D58452FD876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grpSp>
            <p:nvGrpSpPr>
              <p:cNvPr id="1276" name="Group 1275">
                <a:extLst>
                  <a:ext uri="{FF2B5EF4-FFF2-40B4-BE49-F238E27FC236}">
                    <a16:creationId xmlns:a16="http://schemas.microsoft.com/office/drawing/2014/main" id="{FEF1384C-A0A8-9C86-E315-3E36BF09B522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284" name="楕円 300">
                  <a:extLst>
                    <a:ext uri="{FF2B5EF4-FFF2-40B4-BE49-F238E27FC236}">
                      <a16:creationId xmlns:a16="http://schemas.microsoft.com/office/drawing/2014/main" id="{2B51691F-5205-2ABE-076D-047D82654ED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5" name="楕円 301">
                  <a:extLst>
                    <a:ext uri="{FF2B5EF4-FFF2-40B4-BE49-F238E27FC236}">
                      <a16:creationId xmlns:a16="http://schemas.microsoft.com/office/drawing/2014/main" id="{1214F12F-1EA6-BFB5-81FA-958F3EF86120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277" name="Group 1276">
                <a:extLst>
                  <a:ext uri="{FF2B5EF4-FFF2-40B4-BE49-F238E27FC236}">
                    <a16:creationId xmlns:a16="http://schemas.microsoft.com/office/drawing/2014/main" id="{8268205D-3854-723A-8B33-594942D663E9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82" name="Rectangle 1281">
                  <a:extLst>
                    <a:ext uri="{FF2B5EF4-FFF2-40B4-BE49-F238E27FC236}">
                      <a16:creationId xmlns:a16="http://schemas.microsoft.com/office/drawing/2014/main" id="{3FE67F40-A993-C3E3-4AB7-C8E0CA83F517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3" name="フローチャート: 和接合 16">
                  <a:extLst>
                    <a:ext uri="{FF2B5EF4-FFF2-40B4-BE49-F238E27FC236}">
                      <a16:creationId xmlns:a16="http://schemas.microsoft.com/office/drawing/2014/main" id="{FF23CC40-155E-E2FA-F409-633A27BC9EA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78" name="Rectangle 1277">
                <a:extLst>
                  <a:ext uri="{FF2B5EF4-FFF2-40B4-BE49-F238E27FC236}">
                    <a16:creationId xmlns:a16="http://schemas.microsoft.com/office/drawing/2014/main" id="{1751913B-05FB-3B7B-84AA-F60D850675E5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grpSp>
            <p:nvGrpSpPr>
              <p:cNvPr id="1279" name="Group 1278">
                <a:extLst>
                  <a:ext uri="{FF2B5EF4-FFF2-40B4-BE49-F238E27FC236}">
                    <a16:creationId xmlns:a16="http://schemas.microsoft.com/office/drawing/2014/main" id="{546B8BED-5B67-93B4-6021-22FBF842CAC8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1280" name="楕円 300">
                  <a:extLst>
                    <a:ext uri="{FF2B5EF4-FFF2-40B4-BE49-F238E27FC236}">
                      <a16:creationId xmlns:a16="http://schemas.microsoft.com/office/drawing/2014/main" id="{5386463E-3610-3D6C-78E0-68FE4ADBD1A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1" name="楕円 301">
                  <a:extLst>
                    <a:ext uri="{FF2B5EF4-FFF2-40B4-BE49-F238E27FC236}">
                      <a16:creationId xmlns:a16="http://schemas.microsoft.com/office/drawing/2014/main" id="{1E098144-21EB-4176-E376-81F6286D149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BDD0B435-609A-24DE-8586-2AEB1BCA3028}"/>
                </a:ext>
              </a:extLst>
            </p:cNvPr>
            <p:cNvGrpSpPr/>
            <p:nvPr/>
          </p:nvGrpSpPr>
          <p:grpSpPr>
            <a:xfrm>
              <a:off x="5480428" y="5239449"/>
              <a:ext cx="1142274" cy="1150592"/>
              <a:chOff x="6978166" y="2617955"/>
              <a:chExt cx="1320364" cy="1319180"/>
            </a:xfrm>
          </p:grpSpPr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006997CC-1C29-A5B6-DB33-E0F7A72DB625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631DA69B-9BB8-76AE-E3BD-E5E12395DAA4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FCC1C649-F62E-D075-DB0C-87A1A7E24AB1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grpSp>
            <p:nvGrpSpPr>
              <p:cNvPr id="1237" name="Group 1236">
                <a:extLst>
                  <a:ext uri="{FF2B5EF4-FFF2-40B4-BE49-F238E27FC236}">
                    <a16:creationId xmlns:a16="http://schemas.microsoft.com/office/drawing/2014/main" id="{A8E04A61-F02A-B57A-B28F-65BE4EC5713F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63" name="Rectangle 1262">
                  <a:extLst>
                    <a:ext uri="{FF2B5EF4-FFF2-40B4-BE49-F238E27FC236}">
                      <a16:creationId xmlns:a16="http://schemas.microsoft.com/office/drawing/2014/main" id="{540E5031-2062-E931-2F4E-DD636F17E4B5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4" name="フローチャート: 和接合 16">
                  <a:extLst>
                    <a:ext uri="{FF2B5EF4-FFF2-40B4-BE49-F238E27FC236}">
                      <a16:creationId xmlns:a16="http://schemas.microsoft.com/office/drawing/2014/main" id="{52465CAC-59B6-5402-A66C-58F61A286B6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38" name="Rectangle 1237">
                <a:extLst>
                  <a:ext uri="{FF2B5EF4-FFF2-40B4-BE49-F238E27FC236}">
                    <a16:creationId xmlns:a16="http://schemas.microsoft.com/office/drawing/2014/main" id="{2D067A47-2B11-46D7-4827-3903B20093F1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grpSp>
            <p:nvGrpSpPr>
              <p:cNvPr id="1239" name="Group 1238">
                <a:extLst>
                  <a:ext uri="{FF2B5EF4-FFF2-40B4-BE49-F238E27FC236}">
                    <a16:creationId xmlns:a16="http://schemas.microsoft.com/office/drawing/2014/main" id="{49998B35-789D-6A4E-BC51-B9CD5392B795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261" name="楕円 300">
                  <a:extLst>
                    <a:ext uri="{FF2B5EF4-FFF2-40B4-BE49-F238E27FC236}">
                      <a16:creationId xmlns:a16="http://schemas.microsoft.com/office/drawing/2014/main" id="{70CD3A3E-7E85-1990-0E0F-A1C264080A2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2" name="楕円 301">
                  <a:extLst>
                    <a:ext uri="{FF2B5EF4-FFF2-40B4-BE49-F238E27FC236}">
                      <a16:creationId xmlns:a16="http://schemas.microsoft.com/office/drawing/2014/main" id="{C5105B45-1ABC-B105-AAC1-248701DEC2F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240" name="Group 1239">
                <a:extLst>
                  <a:ext uri="{FF2B5EF4-FFF2-40B4-BE49-F238E27FC236}">
                    <a16:creationId xmlns:a16="http://schemas.microsoft.com/office/drawing/2014/main" id="{351BA0E4-2198-CA00-4157-EFD9A22D54FB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59" name="Rectangle 1258">
                  <a:extLst>
                    <a:ext uri="{FF2B5EF4-FFF2-40B4-BE49-F238E27FC236}">
                      <a16:creationId xmlns:a16="http://schemas.microsoft.com/office/drawing/2014/main" id="{D3BC2755-3E01-917D-8F23-F35D1E492D41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0" name="フローチャート: 和接合 16">
                  <a:extLst>
                    <a:ext uri="{FF2B5EF4-FFF2-40B4-BE49-F238E27FC236}">
                      <a16:creationId xmlns:a16="http://schemas.microsoft.com/office/drawing/2014/main" id="{0DDAE982-D1BA-DCF3-9924-FEF3DD7780E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5FC3EE59-B7F8-A230-6089-F31A2BD2CFF3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grpSp>
            <p:nvGrpSpPr>
              <p:cNvPr id="1242" name="Group 1241">
                <a:extLst>
                  <a:ext uri="{FF2B5EF4-FFF2-40B4-BE49-F238E27FC236}">
                    <a16:creationId xmlns:a16="http://schemas.microsoft.com/office/drawing/2014/main" id="{396F5699-C9BF-26A8-E927-92497AD83C43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257" name="楕円 300">
                  <a:extLst>
                    <a:ext uri="{FF2B5EF4-FFF2-40B4-BE49-F238E27FC236}">
                      <a16:creationId xmlns:a16="http://schemas.microsoft.com/office/drawing/2014/main" id="{16CA79CE-8A2A-49F5-FCB8-70273BBBB31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8" name="楕円 301">
                  <a:extLst>
                    <a:ext uri="{FF2B5EF4-FFF2-40B4-BE49-F238E27FC236}">
                      <a16:creationId xmlns:a16="http://schemas.microsoft.com/office/drawing/2014/main" id="{CC16A623-8023-8775-A87B-A84297E0F50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243" name="Group 1242">
                <a:extLst>
                  <a:ext uri="{FF2B5EF4-FFF2-40B4-BE49-F238E27FC236}">
                    <a16:creationId xmlns:a16="http://schemas.microsoft.com/office/drawing/2014/main" id="{1554290C-2E08-4AF2-987B-D0FB05044A6F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55" name="Rectangle 1254">
                  <a:extLst>
                    <a:ext uri="{FF2B5EF4-FFF2-40B4-BE49-F238E27FC236}">
                      <a16:creationId xmlns:a16="http://schemas.microsoft.com/office/drawing/2014/main" id="{AD46EFDE-ED7F-3E2B-5D0F-7BA021294D69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6" name="フローチャート: 和接合 16">
                  <a:extLst>
                    <a:ext uri="{FF2B5EF4-FFF2-40B4-BE49-F238E27FC236}">
                      <a16:creationId xmlns:a16="http://schemas.microsoft.com/office/drawing/2014/main" id="{65A7C9B6-2289-E00B-6F5E-D9B257C85B6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FCB191A2-5F02-9BB2-1714-60F2A613261A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grpSp>
            <p:nvGrpSpPr>
              <p:cNvPr id="1245" name="Group 1244">
                <a:extLst>
                  <a:ext uri="{FF2B5EF4-FFF2-40B4-BE49-F238E27FC236}">
                    <a16:creationId xmlns:a16="http://schemas.microsoft.com/office/drawing/2014/main" id="{9CB705EE-6E73-03B9-2CC4-EEC6A6519D1C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253" name="楕円 300">
                  <a:extLst>
                    <a:ext uri="{FF2B5EF4-FFF2-40B4-BE49-F238E27FC236}">
                      <a16:creationId xmlns:a16="http://schemas.microsoft.com/office/drawing/2014/main" id="{61BC43CB-181F-E9C8-0A1B-409A74FE996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4" name="楕円 301">
                  <a:extLst>
                    <a:ext uri="{FF2B5EF4-FFF2-40B4-BE49-F238E27FC236}">
                      <a16:creationId xmlns:a16="http://schemas.microsoft.com/office/drawing/2014/main" id="{D2750F4B-0B7B-0178-C98C-EF7B170B09D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246" name="Group 1245">
                <a:extLst>
                  <a:ext uri="{FF2B5EF4-FFF2-40B4-BE49-F238E27FC236}">
                    <a16:creationId xmlns:a16="http://schemas.microsoft.com/office/drawing/2014/main" id="{9E5749A8-A66A-9C5D-5171-D9BF4945D384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51" name="Rectangle 1250">
                  <a:extLst>
                    <a:ext uri="{FF2B5EF4-FFF2-40B4-BE49-F238E27FC236}">
                      <a16:creationId xmlns:a16="http://schemas.microsoft.com/office/drawing/2014/main" id="{6262F81D-0B7F-89FD-216A-5CBC13220A0E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2" name="フローチャート: 和接合 16">
                  <a:extLst>
                    <a:ext uri="{FF2B5EF4-FFF2-40B4-BE49-F238E27FC236}">
                      <a16:creationId xmlns:a16="http://schemas.microsoft.com/office/drawing/2014/main" id="{460F2E35-4FB9-D555-6890-4D267A99D29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6932F67B-119B-F3A9-250F-69D513D74FC6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Arial" panose="020B0604020202020204" pitchFamily="34" charset="0"/>
                  <a:ea typeface="Malgun Gothic" panose="020B0503020000020004" pitchFamily="34" charset="-127"/>
                  <a:cs typeface="Arial" panose="020B0604020202020204" pitchFamily="34" charset="0"/>
                </a:endParaRPr>
              </a:p>
            </p:txBody>
          </p:sp>
          <p:grpSp>
            <p:nvGrpSpPr>
              <p:cNvPr id="1248" name="Group 1247">
                <a:extLst>
                  <a:ext uri="{FF2B5EF4-FFF2-40B4-BE49-F238E27FC236}">
                    <a16:creationId xmlns:a16="http://schemas.microsoft.com/office/drawing/2014/main" id="{BF6C74C6-94C0-5C95-5150-877CD02B1934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1249" name="楕円 300">
                  <a:extLst>
                    <a:ext uri="{FF2B5EF4-FFF2-40B4-BE49-F238E27FC236}">
                      <a16:creationId xmlns:a16="http://schemas.microsoft.com/office/drawing/2014/main" id="{5FB49D70-79CE-E817-68E9-4B1F370D328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0" name="楕円 301">
                  <a:extLst>
                    <a:ext uri="{FF2B5EF4-FFF2-40B4-BE49-F238E27FC236}">
                      <a16:creationId xmlns:a16="http://schemas.microsoft.com/office/drawing/2014/main" id="{99838F1C-5A6A-7742-B309-6CED5B44D7A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Arial" panose="020B0604020202020204" pitchFamily="34" charset="0"/>
                    <a:ea typeface="Malgun Gothic" panose="020B0503020000020004" pitchFamily="34" charset="-127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1204" name="Group 1203">
            <a:extLst>
              <a:ext uri="{FF2B5EF4-FFF2-40B4-BE49-F238E27FC236}">
                <a16:creationId xmlns:a16="http://schemas.microsoft.com/office/drawing/2014/main" id="{287DDAA8-7C68-B2AD-11BE-F1A0AD5A1790}"/>
              </a:ext>
            </a:extLst>
          </p:cNvPr>
          <p:cNvGrpSpPr/>
          <p:nvPr/>
        </p:nvGrpSpPr>
        <p:grpSpPr>
          <a:xfrm>
            <a:off x="18338952" y="-3138846"/>
            <a:ext cx="2818256" cy="1008713"/>
            <a:chOff x="4257840" y="4866885"/>
            <a:chExt cx="2818256" cy="1008713"/>
          </a:xfrm>
        </p:grpSpPr>
        <p:sp>
          <p:nvSpPr>
            <p:cNvPr id="1210" name="Rectangle 1209">
              <a:extLst>
                <a:ext uri="{FF2B5EF4-FFF2-40B4-BE49-F238E27FC236}">
                  <a16:creationId xmlns:a16="http://schemas.microsoft.com/office/drawing/2014/main" id="{82175178-4A56-919C-7445-D8F8F87D05CF}"/>
                </a:ext>
              </a:extLst>
            </p:cNvPr>
            <p:cNvSpPr/>
            <p:nvPr/>
          </p:nvSpPr>
          <p:spPr>
            <a:xfrm>
              <a:off x="4257842" y="5535856"/>
              <a:ext cx="2818254" cy="33974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solidFill>
                  <a:schemeClr val="tx1"/>
                </a:solidFill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211" name="Rectangle 1210">
              <a:extLst>
                <a:ext uri="{FF2B5EF4-FFF2-40B4-BE49-F238E27FC236}">
                  <a16:creationId xmlns:a16="http://schemas.microsoft.com/office/drawing/2014/main" id="{982E1E7F-B161-CA77-18CA-A83448E43AA7}"/>
                </a:ext>
              </a:extLst>
            </p:cNvPr>
            <p:cNvSpPr/>
            <p:nvPr/>
          </p:nvSpPr>
          <p:spPr>
            <a:xfrm rot="10800000">
              <a:off x="5253937" y="4869500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212" name="Rectangle 1211">
              <a:extLst>
                <a:ext uri="{FF2B5EF4-FFF2-40B4-BE49-F238E27FC236}">
                  <a16:creationId xmlns:a16="http://schemas.microsoft.com/office/drawing/2014/main" id="{B89F6981-CB95-D4BC-B352-39DCAA335D47}"/>
                </a:ext>
              </a:extLst>
            </p:cNvPr>
            <p:cNvSpPr/>
            <p:nvPr/>
          </p:nvSpPr>
          <p:spPr>
            <a:xfrm rot="10800000">
              <a:off x="4755889" y="4866885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213" name="Rectangle 1212">
              <a:extLst>
                <a:ext uri="{FF2B5EF4-FFF2-40B4-BE49-F238E27FC236}">
                  <a16:creationId xmlns:a16="http://schemas.microsoft.com/office/drawing/2014/main" id="{3229FDCB-C337-ECEC-D296-CB8D232551A5}"/>
                </a:ext>
              </a:extLst>
            </p:cNvPr>
            <p:cNvSpPr/>
            <p:nvPr/>
          </p:nvSpPr>
          <p:spPr>
            <a:xfrm rot="10800000">
              <a:off x="4257842" y="4868689"/>
              <a:ext cx="328014" cy="56529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214" name="Rectangle 1213">
              <a:extLst>
                <a:ext uri="{FF2B5EF4-FFF2-40B4-BE49-F238E27FC236}">
                  <a16:creationId xmlns:a16="http://schemas.microsoft.com/office/drawing/2014/main" id="{9B305E87-52EA-ABA2-E856-5CF24C6091AA}"/>
                </a:ext>
              </a:extLst>
            </p:cNvPr>
            <p:cNvSpPr/>
            <p:nvPr/>
          </p:nvSpPr>
          <p:spPr>
            <a:xfrm rot="5400000">
              <a:off x="5614600" y="4075445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215" name="Rectangle 1214">
              <a:extLst>
                <a:ext uri="{FF2B5EF4-FFF2-40B4-BE49-F238E27FC236}">
                  <a16:creationId xmlns:a16="http://schemas.microsoft.com/office/drawing/2014/main" id="{5D499778-526C-482F-18FE-ABC9D2EE90B9}"/>
                </a:ext>
              </a:extLst>
            </p:cNvPr>
            <p:cNvSpPr/>
            <p:nvPr/>
          </p:nvSpPr>
          <p:spPr>
            <a:xfrm rot="10800000">
              <a:off x="6748080" y="4869500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216" name="Rectangle 1215">
              <a:extLst>
                <a:ext uri="{FF2B5EF4-FFF2-40B4-BE49-F238E27FC236}">
                  <a16:creationId xmlns:a16="http://schemas.microsoft.com/office/drawing/2014/main" id="{7AEBFE9A-306E-2178-2230-A7D01BB9269E}"/>
                </a:ext>
              </a:extLst>
            </p:cNvPr>
            <p:cNvSpPr/>
            <p:nvPr/>
          </p:nvSpPr>
          <p:spPr>
            <a:xfrm rot="10800000">
              <a:off x="6250033" y="4869501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217" name="Rectangle 1216">
              <a:extLst>
                <a:ext uri="{FF2B5EF4-FFF2-40B4-BE49-F238E27FC236}">
                  <a16:creationId xmlns:a16="http://schemas.microsoft.com/office/drawing/2014/main" id="{A92CED03-8E58-D0D3-D3BD-DA04423A5FD2}"/>
                </a:ext>
              </a:extLst>
            </p:cNvPr>
            <p:cNvSpPr/>
            <p:nvPr/>
          </p:nvSpPr>
          <p:spPr>
            <a:xfrm rot="10800000">
              <a:off x="5740403" y="4867861"/>
              <a:ext cx="328014" cy="56529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cxnSp>
          <p:nvCxnSpPr>
            <p:cNvPr id="1218" name="Straight Connector 1217">
              <a:extLst>
                <a:ext uri="{FF2B5EF4-FFF2-40B4-BE49-F238E27FC236}">
                  <a16:creationId xmlns:a16="http://schemas.microsoft.com/office/drawing/2014/main" id="{3997462B-A3B2-14A1-60A5-E7686A928453}"/>
                </a:ext>
              </a:extLst>
            </p:cNvPr>
            <p:cNvCxnSpPr>
              <a:cxnSpLocks/>
            </p:cNvCxnSpPr>
            <p:nvPr/>
          </p:nvCxnSpPr>
          <p:spPr>
            <a:xfrm>
              <a:off x="4435683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9" name="Straight Connector 1218">
              <a:extLst>
                <a:ext uri="{FF2B5EF4-FFF2-40B4-BE49-F238E27FC236}">
                  <a16:creationId xmlns:a16="http://schemas.microsoft.com/office/drawing/2014/main" id="{DB6FD002-63C0-EE94-6578-37D3227A7CC5}"/>
                </a:ext>
              </a:extLst>
            </p:cNvPr>
            <p:cNvCxnSpPr>
              <a:cxnSpLocks/>
            </p:cNvCxnSpPr>
            <p:nvPr/>
          </p:nvCxnSpPr>
          <p:spPr>
            <a:xfrm>
              <a:off x="4929897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Straight Connector 1219">
              <a:extLst>
                <a:ext uri="{FF2B5EF4-FFF2-40B4-BE49-F238E27FC236}">
                  <a16:creationId xmlns:a16="http://schemas.microsoft.com/office/drawing/2014/main" id="{B3B10BD8-1B2D-EE9C-3E04-EC6F6DF22A39}"/>
                </a:ext>
              </a:extLst>
            </p:cNvPr>
            <p:cNvCxnSpPr>
              <a:cxnSpLocks/>
            </p:cNvCxnSpPr>
            <p:nvPr/>
          </p:nvCxnSpPr>
          <p:spPr>
            <a:xfrm>
              <a:off x="5424112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1" name="Straight Connector 1220">
              <a:extLst>
                <a:ext uri="{FF2B5EF4-FFF2-40B4-BE49-F238E27FC236}">
                  <a16:creationId xmlns:a16="http://schemas.microsoft.com/office/drawing/2014/main" id="{F55C941E-A3DD-CC5B-0EFE-1F78E691F40D}"/>
                </a:ext>
              </a:extLst>
            </p:cNvPr>
            <p:cNvCxnSpPr>
              <a:cxnSpLocks/>
            </p:cNvCxnSpPr>
            <p:nvPr/>
          </p:nvCxnSpPr>
          <p:spPr>
            <a:xfrm>
              <a:off x="5918326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Straight Connector 1221">
              <a:extLst>
                <a:ext uri="{FF2B5EF4-FFF2-40B4-BE49-F238E27FC236}">
                  <a16:creationId xmlns:a16="http://schemas.microsoft.com/office/drawing/2014/main" id="{01E3CB6B-CCEE-C17F-E17A-1F71BF720F8C}"/>
                </a:ext>
              </a:extLst>
            </p:cNvPr>
            <p:cNvCxnSpPr>
              <a:cxnSpLocks/>
            </p:cNvCxnSpPr>
            <p:nvPr/>
          </p:nvCxnSpPr>
          <p:spPr>
            <a:xfrm>
              <a:off x="6412541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3" name="Straight Connector 1222">
              <a:extLst>
                <a:ext uri="{FF2B5EF4-FFF2-40B4-BE49-F238E27FC236}">
                  <a16:creationId xmlns:a16="http://schemas.microsoft.com/office/drawing/2014/main" id="{7587B2E4-619C-0344-47B8-741E509348F8}"/>
                </a:ext>
              </a:extLst>
            </p:cNvPr>
            <p:cNvCxnSpPr>
              <a:cxnSpLocks/>
            </p:cNvCxnSpPr>
            <p:nvPr/>
          </p:nvCxnSpPr>
          <p:spPr>
            <a:xfrm>
              <a:off x="6906754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24" name="Picture 1223">
              <a:extLst>
                <a:ext uri="{FF2B5EF4-FFF2-40B4-BE49-F238E27FC236}">
                  <a16:creationId xmlns:a16="http://schemas.microsoft.com/office/drawing/2014/main" id="{0E075558-3541-8880-9DF1-0697F3028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7425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1225" name="Picture 1224">
              <a:extLst>
                <a:ext uri="{FF2B5EF4-FFF2-40B4-BE49-F238E27FC236}">
                  <a16:creationId xmlns:a16="http://schemas.microsoft.com/office/drawing/2014/main" id="{55495BBD-4847-8753-C571-4B1B5C8F2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55541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1226" name="Picture 1225">
              <a:extLst>
                <a:ext uri="{FF2B5EF4-FFF2-40B4-BE49-F238E27FC236}">
                  <a16:creationId xmlns:a16="http://schemas.microsoft.com/office/drawing/2014/main" id="{74FB570A-B5FC-0726-2603-D594C536A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760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1227" name="Picture 1226">
              <a:extLst>
                <a:ext uri="{FF2B5EF4-FFF2-40B4-BE49-F238E27FC236}">
                  <a16:creationId xmlns:a16="http://schemas.microsoft.com/office/drawing/2014/main" id="{1369E550-300C-C698-B50A-6C8A02AB4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790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1228" name="Picture 1227">
              <a:extLst>
                <a:ext uri="{FF2B5EF4-FFF2-40B4-BE49-F238E27FC236}">
                  <a16:creationId xmlns:a16="http://schemas.microsoft.com/office/drawing/2014/main" id="{237FB232-D3EA-A53F-610F-7600DB0A7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854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1229" name="Picture 1228">
              <a:extLst>
                <a:ext uri="{FF2B5EF4-FFF2-40B4-BE49-F238E27FC236}">
                  <a16:creationId xmlns:a16="http://schemas.microsoft.com/office/drawing/2014/main" id="{895D83C9-1CDC-7F97-D30C-266192FA0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884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</p:grpSp>
      <p:cxnSp>
        <p:nvCxnSpPr>
          <p:cNvPr id="1205" name="Straight Arrow Connector 1204">
            <a:extLst>
              <a:ext uri="{FF2B5EF4-FFF2-40B4-BE49-F238E27FC236}">
                <a16:creationId xmlns:a16="http://schemas.microsoft.com/office/drawing/2014/main" id="{1139FE5A-C977-9DD5-CC84-F2DF635F0B30}"/>
              </a:ext>
            </a:extLst>
          </p:cNvPr>
          <p:cNvCxnSpPr>
            <a:cxnSpLocks/>
          </p:cNvCxnSpPr>
          <p:nvPr/>
        </p:nvCxnSpPr>
        <p:spPr>
          <a:xfrm>
            <a:off x="18021003" y="-3131683"/>
            <a:ext cx="0" cy="1001795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6" name="テキスト プレースホルダー 2">
            <a:extLst>
              <a:ext uri="{FF2B5EF4-FFF2-40B4-BE49-F238E27FC236}">
                <a16:creationId xmlns:a16="http://schemas.microsoft.com/office/drawing/2014/main" id="{A1E7BA73-025F-BE2A-A83F-6C2A26AB07AB}"/>
              </a:ext>
            </a:extLst>
          </p:cNvPr>
          <p:cNvSpPr txBox="1">
            <a:spLocks/>
          </p:cNvSpPr>
          <p:nvPr/>
        </p:nvSpPr>
        <p:spPr>
          <a:xfrm rot="5400000">
            <a:off x="17072108" y="-2772136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4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Low </a:t>
            </a:r>
            <a:r>
              <a:rPr kumimoji="1" lang="en-US" altLang="ja-JP" sz="1400" b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</a:t>
            </a:r>
            <a:r>
              <a:rPr kumimoji="1" lang="en-US" altLang="ja-JP" sz="1400" b="1" baseline="-250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TH</a:t>
            </a:r>
            <a:endParaRPr kumimoji="1" lang="en-US" altLang="ja-JP" sz="1400" b="1" u="sng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207" name="テキスト プレースホルダー 2">
            <a:extLst>
              <a:ext uri="{FF2B5EF4-FFF2-40B4-BE49-F238E27FC236}">
                <a16:creationId xmlns:a16="http://schemas.microsoft.com/office/drawing/2014/main" id="{D69C9DAF-DE72-33B2-D0CC-BA89E60C9B8D}"/>
              </a:ext>
            </a:extLst>
          </p:cNvPr>
          <p:cNvSpPr txBox="1">
            <a:spLocks/>
          </p:cNvSpPr>
          <p:nvPr/>
        </p:nvSpPr>
        <p:spPr>
          <a:xfrm>
            <a:off x="17317026" y="-3400271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1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inside</a:t>
            </a:r>
            <a:endParaRPr kumimoji="1" lang="en-US" altLang="ja-JP" sz="1100" b="1" u="sng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208" name="テキスト プレースホルダー 2">
            <a:extLst>
              <a:ext uri="{FF2B5EF4-FFF2-40B4-BE49-F238E27FC236}">
                <a16:creationId xmlns:a16="http://schemas.microsoft.com/office/drawing/2014/main" id="{E177AE24-76A3-A5F0-7299-17C18C8ABF63}"/>
              </a:ext>
            </a:extLst>
          </p:cNvPr>
          <p:cNvSpPr txBox="1">
            <a:spLocks/>
          </p:cNvSpPr>
          <p:nvPr/>
        </p:nvSpPr>
        <p:spPr>
          <a:xfrm>
            <a:off x="17288376" y="-2121384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10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ambient</a:t>
            </a:r>
            <a:endParaRPr kumimoji="1" lang="en-US" altLang="ja-JP" sz="1100" b="1" u="sng" baseline="-250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209" name="Rectangle 1208">
            <a:extLst>
              <a:ext uri="{FF2B5EF4-FFF2-40B4-BE49-F238E27FC236}">
                <a16:creationId xmlns:a16="http://schemas.microsoft.com/office/drawing/2014/main" id="{1F79BD3E-B4E8-B8F6-654F-4E382B621E89}"/>
              </a:ext>
            </a:extLst>
          </p:cNvPr>
          <p:cNvSpPr/>
          <p:nvPr/>
        </p:nvSpPr>
        <p:spPr>
          <a:xfrm>
            <a:off x="15908793" y="-2717168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1296" name="テキスト プレースホルダー 2">
            <a:extLst>
              <a:ext uri="{FF2B5EF4-FFF2-40B4-BE49-F238E27FC236}">
                <a16:creationId xmlns:a16="http://schemas.microsoft.com/office/drawing/2014/main" id="{9C6C9314-56F3-A170-D0E1-4C4AD60EE0CD}"/>
              </a:ext>
            </a:extLst>
          </p:cNvPr>
          <p:cNvSpPr txBox="1">
            <a:spLocks/>
          </p:cNvSpPr>
          <p:nvPr/>
        </p:nvSpPr>
        <p:spPr>
          <a:xfrm>
            <a:off x="17024310" y="-2815949"/>
            <a:ext cx="208840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baseline="-25000">
              <a:solidFill>
                <a:schemeClr val="bg1"/>
              </a:solidFill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1298" name="Straight Connector 1297">
            <a:extLst>
              <a:ext uri="{FF2B5EF4-FFF2-40B4-BE49-F238E27FC236}">
                <a16:creationId xmlns:a16="http://schemas.microsoft.com/office/drawing/2014/main" id="{698246E4-517D-945F-E5EB-2C1DBE51F9DA}"/>
              </a:ext>
            </a:extLst>
          </p:cNvPr>
          <p:cNvCxnSpPr/>
          <p:nvPr/>
        </p:nvCxnSpPr>
        <p:spPr>
          <a:xfrm flipV="1">
            <a:off x="17205342" y="-3532975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9" name="Straight Connector 1298">
            <a:extLst>
              <a:ext uri="{FF2B5EF4-FFF2-40B4-BE49-F238E27FC236}">
                <a16:creationId xmlns:a16="http://schemas.microsoft.com/office/drawing/2014/main" id="{05E8783C-0BB6-D883-2340-E1C5EEBFAEE4}"/>
              </a:ext>
            </a:extLst>
          </p:cNvPr>
          <p:cNvCxnSpPr>
            <a:cxnSpLocks/>
          </p:cNvCxnSpPr>
          <p:nvPr/>
        </p:nvCxnSpPr>
        <p:spPr>
          <a:xfrm flipH="1" flipV="1">
            <a:off x="17230742" y="-1995527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0C55B3AC-BE99-0E8D-D0BA-B45611EF4C4A}"/>
              </a:ext>
            </a:extLst>
          </p:cNvPr>
          <p:cNvSpPr/>
          <p:nvPr/>
        </p:nvSpPr>
        <p:spPr>
          <a:xfrm>
            <a:off x="18453835" y="376238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845F31-62E7-10B7-A18F-847E3CB91210}"/>
              </a:ext>
            </a:extLst>
          </p:cNvPr>
          <p:cNvSpPr/>
          <p:nvPr/>
        </p:nvSpPr>
        <p:spPr>
          <a:xfrm>
            <a:off x="21583183" y="3669281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1263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F1C6-50DB-49A5-134D-7FAE79B0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0B04AF1-4744-441F-3FAE-B275AF87FFEE}"/>
              </a:ext>
            </a:extLst>
          </p:cNvPr>
          <p:cNvGrpSpPr/>
          <p:nvPr/>
        </p:nvGrpSpPr>
        <p:grpSpPr>
          <a:xfrm>
            <a:off x="244475" y="276086"/>
            <a:ext cx="10849338" cy="6659045"/>
            <a:chOff x="244475" y="276086"/>
            <a:chExt cx="10849338" cy="66590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D2186D-605E-3439-9542-CE511E960ED9}"/>
                </a:ext>
              </a:extLst>
            </p:cNvPr>
            <p:cNvSpPr/>
            <p:nvPr/>
          </p:nvSpPr>
          <p:spPr>
            <a:xfrm rot="5400000">
              <a:off x="780749" y="1880714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7B9C33F-D6EF-03CA-5895-05606DA9C4FD}"/>
                </a:ext>
              </a:extLst>
            </p:cNvPr>
            <p:cNvSpPr/>
            <p:nvPr/>
          </p:nvSpPr>
          <p:spPr>
            <a:xfrm rot="5400000">
              <a:off x="1318739" y="1880714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AC2CEE8-F0B2-BC45-8AFD-F75C5AE8952F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1100485" y="2356861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91E89A5-FE96-64A0-65BB-AF43C156748B}"/>
                </a:ext>
              </a:extLst>
            </p:cNvPr>
            <p:cNvCxnSpPr/>
            <p:nvPr/>
          </p:nvCxnSpPr>
          <p:spPr>
            <a:xfrm>
              <a:off x="1633015" y="2356861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5DB6D7A-8188-EB3A-E071-86158B6F4DDF}"/>
                </a:ext>
              </a:extLst>
            </p:cNvPr>
            <p:cNvCxnSpPr>
              <a:cxnSpLocks/>
            </p:cNvCxnSpPr>
            <p:nvPr/>
          </p:nvCxnSpPr>
          <p:spPr>
            <a:xfrm>
              <a:off x="1100485" y="2685481"/>
              <a:ext cx="53253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0E0794D-D9BA-FCC6-B98F-8159D48C1CDA}"/>
                </a:ext>
              </a:extLst>
            </p:cNvPr>
            <p:cNvCxnSpPr>
              <a:cxnSpLocks/>
            </p:cNvCxnSpPr>
            <p:nvPr/>
          </p:nvCxnSpPr>
          <p:spPr>
            <a:xfrm>
              <a:off x="1366750" y="2685481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7FA6823-67D5-D84A-999A-688727B71BA8}"/>
                </a:ext>
              </a:extLst>
            </p:cNvPr>
            <p:cNvCxnSpPr>
              <a:cxnSpLocks/>
            </p:cNvCxnSpPr>
            <p:nvPr/>
          </p:nvCxnSpPr>
          <p:spPr>
            <a:xfrm>
              <a:off x="1131587" y="3014101"/>
              <a:ext cx="4733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779">
              <a:extLst>
                <a:ext uri="{FF2B5EF4-FFF2-40B4-BE49-F238E27FC236}">
                  <a16:creationId xmlns:a16="http://schemas.microsoft.com/office/drawing/2014/main" id="{14687FBC-1469-591F-0E6A-328B08D0DDDD}"/>
                </a:ext>
              </a:extLst>
            </p:cNvPr>
            <p:cNvCxnSpPr>
              <a:cxnSpLocks/>
            </p:cNvCxnSpPr>
            <p:nvPr/>
          </p:nvCxnSpPr>
          <p:spPr>
            <a:xfrm>
              <a:off x="1206266" y="3150493"/>
              <a:ext cx="3209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780">
              <a:extLst>
                <a:ext uri="{FF2B5EF4-FFF2-40B4-BE49-F238E27FC236}">
                  <a16:creationId xmlns:a16="http://schemas.microsoft.com/office/drawing/2014/main" id="{D42B3905-F7A3-477F-8D15-7072F120BE3F}"/>
                </a:ext>
              </a:extLst>
            </p:cNvPr>
            <p:cNvCxnSpPr>
              <a:cxnSpLocks/>
            </p:cNvCxnSpPr>
            <p:nvPr/>
          </p:nvCxnSpPr>
          <p:spPr>
            <a:xfrm>
              <a:off x="1256896" y="3479113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781">
              <a:extLst>
                <a:ext uri="{FF2B5EF4-FFF2-40B4-BE49-F238E27FC236}">
                  <a16:creationId xmlns:a16="http://schemas.microsoft.com/office/drawing/2014/main" id="{A5F55F98-5083-F693-C344-06C7E50C52A9}"/>
                </a:ext>
              </a:extLst>
            </p:cNvPr>
            <p:cNvCxnSpPr/>
            <p:nvPr/>
          </p:nvCxnSpPr>
          <p:spPr>
            <a:xfrm>
              <a:off x="1366750" y="315049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782">
              <a:extLst>
                <a:ext uri="{FF2B5EF4-FFF2-40B4-BE49-F238E27FC236}">
                  <a16:creationId xmlns:a16="http://schemas.microsoft.com/office/drawing/2014/main" id="{EB58D421-B983-F9DD-FDD7-F6B92A5AC75F}"/>
                </a:ext>
              </a:extLst>
            </p:cNvPr>
            <p:cNvCxnSpPr>
              <a:cxnSpLocks/>
            </p:cNvCxnSpPr>
            <p:nvPr/>
          </p:nvCxnSpPr>
          <p:spPr>
            <a:xfrm>
              <a:off x="1314617" y="3533290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783">
              <a:extLst>
                <a:ext uri="{FF2B5EF4-FFF2-40B4-BE49-F238E27FC236}">
                  <a16:creationId xmlns:a16="http://schemas.microsoft.com/office/drawing/2014/main" id="{BA3C2C92-DD1B-C40D-1B62-EC05C0B66A0D}"/>
                </a:ext>
              </a:extLst>
            </p:cNvPr>
            <p:cNvCxnSpPr>
              <a:cxnSpLocks/>
            </p:cNvCxnSpPr>
            <p:nvPr/>
          </p:nvCxnSpPr>
          <p:spPr>
            <a:xfrm>
              <a:off x="1339128" y="3589848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784">
              <a:extLst>
                <a:ext uri="{FF2B5EF4-FFF2-40B4-BE49-F238E27FC236}">
                  <a16:creationId xmlns:a16="http://schemas.microsoft.com/office/drawing/2014/main" id="{D0D9410E-B4E7-2E43-74AD-6E47E5BC8F1E}"/>
                </a:ext>
              </a:extLst>
            </p:cNvPr>
            <p:cNvCxnSpPr/>
            <p:nvPr/>
          </p:nvCxnSpPr>
          <p:spPr>
            <a:xfrm>
              <a:off x="1100485" y="138876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89160B77-1763-1ABC-0CC4-F7EFFB1B10FD}"/>
                </a:ext>
              </a:extLst>
            </p:cNvPr>
            <p:cNvCxnSpPr/>
            <p:nvPr/>
          </p:nvCxnSpPr>
          <p:spPr>
            <a:xfrm>
              <a:off x="1633015" y="138876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787">
              <a:extLst>
                <a:ext uri="{FF2B5EF4-FFF2-40B4-BE49-F238E27FC236}">
                  <a16:creationId xmlns:a16="http://schemas.microsoft.com/office/drawing/2014/main" id="{2975A191-EE7E-DB08-3575-1EB818D2F8F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485" y="1400407"/>
              <a:ext cx="53253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788">
              <a:extLst>
                <a:ext uri="{FF2B5EF4-FFF2-40B4-BE49-F238E27FC236}">
                  <a16:creationId xmlns:a16="http://schemas.microsoft.com/office/drawing/2014/main" id="{233AA930-7823-7E75-B9CD-B6A0918313FF}"/>
                </a:ext>
              </a:extLst>
            </p:cNvPr>
            <p:cNvCxnSpPr>
              <a:cxnSpLocks/>
            </p:cNvCxnSpPr>
            <p:nvPr/>
          </p:nvCxnSpPr>
          <p:spPr>
            <a:xfrm>
              <a:off x="1366750" y="106014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6FC495E4-8801-8922-4EB9-D8315ED90438}"/>
                </a:ext>
              </a:extLst>
            </p:cNvPr>
            <p:cNvSpPr/>
            <p:nvPr/>
          </p:nvSpPr>
          <p:spPr>
            <a:xfrm rot="10800000">
              <a:off x="1633015" y="919999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794" name="Straight Connector 793">
              <a:extLst>
                <a:ext uri="{FF2B5EF4-FFF2-40B4-BE49-F238E27FC236}">
                  <a16:creationId xmlns:a16="http://schemas.microsoft.com/office/drawing/2014/main" id="{0950D3EE-7CAF-DB58-E1D2-856E082A6B1C}"/>
                </a:ext>
              </a:extLst>
            </p:cNvPr>
            <p:cNvCxnSpPr>
              <a:cxnSpLocks/>
            </p:cNvCxnSpPr>
            <p:nvPr/>
          </p:nvCxnSpPr>
          <p:spPr>
            <a:xfrm>
              <a:off x="1366750" y="107687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794">
              <a:extLst>
                <a:ext uri="{FF2B5EF4-FFF2-40B4-BE49-F238E27FC236}">
                  <a16:creationId xmlns:a16="http://schemas.microsoft.com/office/drawing/2014/main" id="{A3F24A6F-2DB8-08B2-9F04-968D15AEB7D1}"/>
                </a:ext>
              </a:extLst>
            </p:cNvPr>
            <p:cNvCxnSpPr>
              <a:cxnSpLocks/>
            </p:cNvCxnSpPr>
            <p:nvPr/>
          </p:nvCxnSpPr>
          <p:spPr>
            <a:xfrm>
              <a:off x="2272487" y="107702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6" name="Oval 795">
              <a:extLst>
                <a:ext uri="{FF2B5EF4-FFF2-40B4-BE49-F238E27FC236}">
                  <a16:creationId xmlns:a16="http://schemas.microsoft.com/office/drawing/2014/main" id="{3E47F797-AA10-5A6E-4A5A-1F5D617DE2D1}"/>
                </a:ext>
              </a:extLst>
            </p:cNvPr>
            <p:cNvSpPr/>
            <p:nvPr/>
          </p:nvSpPr>
          <p:spPr>
            <a:xfrm>
              <a:off x="2515475" y="1030321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797" name="Straight Connector 796">
              <a:extLst>
                <a:ext uri="{FF2B5EF4-FFF2-40B4-BE49-F238E27FC236}">
                  <a16:creationId xmlns:a16="http://schemas.microsoft.com/office/drawing/2014/main" id="{AB004ED6-633D-B819-3EFA-900DE3B1D4D4}"/>
                </a:ext>
              </a:extLst>
            </p:cNvPr>
            <p:cNvCxnSpPr>
              <a:cxnSpLocks/>
            </p:cNvCxnSpPr>
            <p:nvPr/>
          </p:nvCxnSpPr>
          <p:spPr>
            <a:xfrm>
              <a:off x="2585299" y="1078187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25D19B0B-34BA-EF37-7DA9-C88E7A679643}"/>
                </a:ext>
              </a:extLst>
            </p:cNvPr>
            <p:cNvSpPr/>
            <p:nvPr/>
          </p:nvSpPr>
          <p:spPr>
            <a:xfrm rot="10800000">
              <a:off x="2851564" y="903737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03" name="Straight Connector 802">
              <a:extLst>
                <a:ext uri="{FF2B5EF4-FFF2-40B4-BE49-F238E27FC236}">
                  <a16:creationId xmlns:a16="http://schemas.microsoft.com/office/drawing/2014/main" id="{A51CA558-737C-89D7-87EC-965C1997737C}"/>
                </a:ext>
              </a:extLst>
            </p:cNvPr>
            <p:cNvCxnSpPr>
              <a:cxnSpLocks/>
            </p:cNvCxnSpPr>
            <p:nvPr/>
          </p:nvCxnSpPr>
          <p:spPr>
            <a:xfrm>
              <a:off x="3491036" y="1067760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6" name="Rectangle 805">
              <a:extLst>
                <a:ext uri="{FF2B5EF4-FFF2-40B4-BE49-F238E27FC236}">
                  <a16:creationId xmlns:a16="http://schemas.microsoft.com/office/drawing/2014/main" id="{3A0E34D9-75CD-D3A1-8298-DC7C21BDF673}"/>
                </a:ext>
              </a:extLst>
            </p:cNvPr>
            <p:cNvSpPr/>
            <p:nvPr/>
          </p:nvSpPr>
          <p:spPr>
            <a:xfrm rot="10800000">
              <a:off x="3750376" y="911349"/>
              <a:ext cx="639472" cy="312821"/>
            </a:xfrm>
            <a:prstGeom prst="rect">
              <a:avLst/>
            </a:prstGeom>
            <a:solidFill>
              <a:srgbClr val="C00000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07" name="Straight Connector 806">
              <a:extLst>
                <a:ext uri="{FF2B5EF4-FFF2-40B4-BE49-F238E27FC236}">
                  <a16:creationId xmlns:a16="http://schemas.microsoft.com/office/drawing/2014/main" id="{4C6CB7EC-C506-B7DA-864D-9E1BC5BF8492}"/>
                </a:ext>
              </a:extLst>
            </p:cNvPr>
            <p:cNvCxnSpPr>
              <a:cxnSpLocks/>
            </p:cNvCxnSpPr>
            <p:nvPr/>
          </p:nvCxnSpPr>
          <p:spPr>
            <a:xfrm>
              <a:off x="4385911" y="106776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8" name="Rectangle 807">
              <a:extLst>
                <a:ext uri="{FF2B5EF4-FFF2-40B4-BE49-F238E27FC236}">
                  <a16:creationId xmlns:a16="http://schemas.microsoft.com/office/drawing/2014/main" id="{7AA2D516-E826-B3BD-51B8-BE00F3B7D6A1}"/>
                </a:ext>
              </a:extLst>
            </p:cNvPr>
            <p:cNvSpPr/>
            <p:nvPr/>
          </p:nvSpPr>
          <p:spPr>
            <a:xfrm rot="10800000">
              <a:off x="4645251" y="911350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09" name="Straight Connector 808">
              <a:extLst>
                <a:ext uri="{FF2B5EF4-FFF2-40B4-BE49-F238E27FC236}">
                  <a16:creationId xmlns:a16="http://schemas.microsoft.com/office/drawing/2014/main" id="{53BF6BD0-B005-D50B-175A-623EAFA8BDF1}"/>
                </a:ext>
              </a:extLst>
            </p:cNvPr>
            <p:cNvCxnSpPr>
              <a:cxnSpLocks/>
            </p:cNvCxnSpPr>
            <p:nvPr/>
          </p:nvCxnSpPr>
          <p:spPr>
            <a:xfrm>
              <a:off x="5277798" y="107687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0" name="Oval 809">
              <a:extLst>
                <a:ext uri="{FF2B5EF4-FFF2-40B4-BE49-F238E27FC236}">
                  <a16:creationId xmlns:a16="http://schemas.microsoft.com/office/drawing/2014/main" id="{D533F053-8A95-0490-9917-FBE62442B2DB}"/>
                </a:ext>
              </a:extLst>
            </p:cNvPr>
            <p:cNvSpPr/>
            <p:nvPr/>
          </p:nvSpPr>
          <p:spPr>
            <a:xfrm>
              <a:off x="5520786" y="1030168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90348996-D9B4-2708-F239-B28D5702325B}"/>
                </a:ext>
              </a:extLst>
            </p:cNvPr>
            <p:cNvCxnSpPr>
              <a:cxnSpLocks/>
            </p:cNvCxnSpPr>
            <p:nvPr/>
          </p:nvCxnSpPr>
          <p:spPr>
            <a:xfrm>
              <a:off x="5590610" y="107803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4" name="Rectangle 813">
              <a:extLst>
                <a:ext uri="{FF2B5EF4-FFF2-40B4-BE49-F238E27FC236}">
                  <a16:creationId xmlns:a16="http://schemas.microsoft.com/office/drawing/2014/main" id="{8DB7C2F0-8868-A2E5-8AEF-BB5ADB8554B2}"/>
                </a:ext>
              </a:extLst>
            </p:cNvPr>
            <p:cNvSpPr/>
            <p:nvPr/>
          </p:nvSpPr>
          <p:spPr>
            <a:xfrm rot="10800000">
              <a:off x="5856875" y="906434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15" name="Straight Connector 814">
              <a:extLst>
                <a:ext uri="{FF2B5EF4-FFF2-40B4-BE49-F238E27FC236}">
                  <a16:creationId xmlns:a16="http://schemas.microsoft.com/office/drawing/2014/main" id="{DEFEB0A0-C5A2-06C7-D377-9AA5CEA43FEC}"/>
                </a:ext>
              </a:extLst>
            </p:cNvPr>
            <p:cNvCxnSpPr>
              <a:cxnSpLocks/>
            </p:cNvCxnSpPr>
            <p:nvPr/>
          </p:nvCxnSpPr>
          <p:spPr>
            <a:xfrm>
              <a:off x="6496347" y="107640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6" name="Rectangle 815">
              <a:extLst>
                <a:ext uri="{FF2B5EF4-FFF2-40B4-BE49-F238E27FC236}">
                  <a16:creationId xmlns:a16="http://schemas.microsoft.com/office/drawing/2014/main" id="{74BC82BD-4B1C-EAF6-24E6-BD13CC3784FB}"/>
                </a:ext>
              </a:extLst>
            </p:cNvPr>
            <p:cNvSpPr/>
            <p:nvPr/>
          </p:nvSpPr>
          <p:spPr>
            <a:xfrm rot="10800000">
              <a:off x="6755687" y="921554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17" name="Straight Connector 816">
              <a:extLst>
                <a:ext uri="{FF2B5EF4-FFF2-40B4-BE49-F238E27FC236}">
                  <a16:creationId xmlns:a16="http://schemas.microsoft.com/office/drawing/2014/main" id="{FBBA9E6E-7400-B69E-0F82-DC42C8FABF7B}"/>
                </a:ext>
              </a:extLst>
            </p:cNvPr>
            <p:cNvCxnSpPr>
              <a:cxnSpLocks/>
            </p:cNvCxnSpPr>
            <p:nvPr/>
          </p:nvCxnSpPr>
          <p:spPr>
            <a:xfrm>
              <a:off x="7395159" y="107267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8" name="テキスト プレースホルダー 2">
              <a:extLst>
                <a:ext uri="{FF2B5EF4-FFF2-40B4-BE49-F238E27FC236}">
                  <a16:creationId xmlns:a16="http://schemas.microsoft.com/office/drawing/2014/main" id="{F0973C34-D5BD-0BD7-6101-6492D1F9C167}"/>
                </a:ext>
              </a:extLst>
            </p:cNvPr>
            <p:cNvSpPr txBox="1">
              <a:spLocks/>
            </p:cNvSpPr>
            <p:nvPr/>
          </p:nvSpPr>
          <p:spPr>
            <a:xfrm>
              <a:off x="1741681" y="2861560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amb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0" name="テキスト プレースホルダー 2">
              <a:extLst>
                <a:ext uri="{FF2B5EF4-FFF2-40B4-BE49-F238E27FC236}">
                  <a16:creationId xmlns:a16="http://schemas.microsoft.com/office/drawing/2014/main" id="{A5D14209-C56C-A635-85BE-460E7D2C6EB7}"/>
                </a:ext>
              </a:extLst>
            </p:cNvPr>
            <p:cNvSpPr txBox="1">
              <a:spLocks/>
            </p:cNvSpPr>
            <p:nvPr/>
          </p:nvSpPr>
          <p:spPr>
            <a:xfrm>
              <a:off x="1695064" y="2285616"/>
              <a:ext cx="152042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conv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1" name="テキスト プレースホルダー 2">
              <a:extLst>
                <a:ext uri="{FF2B5EF4-FFF2-40B4-BE49-F238E27FC236}">
                  <a16:creationId xmlns:a16="http://schemas.microsoft.com/office/drawing/2014/main" id="{4E14C289-16D4-590D-DF96-C3FA545B4806}"/>
                </a:ext>
              </a:extLst>
            </p:cNvPr>
            <p:cNvSpPr txBox="1">
              <a:spLocks/>
            </p:cNvSpPr>
            <p:nvPr/>
          </p:nvSpPr>
          <p:spPr>
            <a:xfrm>
              <a:off x="244475" y="2267615"/>
              <a:ext cx="1152517" cy="522864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rad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2" name="テキスト プレースホルダー 2">
              <a:extLst>
                <a:ext uri="{FF2B5EF4-FFF2-40B4-BE49-F238E27FC236}">
                  <a16:creationId xmlns:a16="http://schemas.microsoft.com/office/drawing/2014/main" id="{F4A6E08A-AFE8-2D84-1E61-8E92CE9042C6}"/>
                </a:ext>
              </a:extLst>
            </p:cNvPr>
            <p:cNvSpPr txBox="1">
              <a:spLocks/>
            </p:cNvSpPr>
            <p:nvPr/>
          </p:nvSpPr>
          <p:spPr>
            <a:xfrm>
              <a:off x="1331100" y="276086"/>
              <a:ext cx="119776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3" name="テキスト プレースホルダー 2">
              <a:extLst>
                <a:ext uri="{FF2B5EF4-FFF2-40B4-BE49-F238E27FC236}">
                  <a16:creationId xmlns:a16="http://schemas.microsoft.com/office/drawing/2014/main" id="{2AC4D8EE-F80B-0918-E93F-43D2E4EF6407}"/>
                </a:ext>
              </a:extLst>
            </p:cNvPr>
            <p:cNvSpPr txBox="1">
              <a:spLocks/>
            </p:cNvSpPr>
            <p:nvPr/>
          </p:nvSpPr>
          <p:spPr>
            <a:xfrm>
              <a:off x="2468019" y="276086"/>
              <a:ext cx="116362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25" name="テキスト プレースホルダー 2">
              <a:extLst>
                <a:ext uri="{FF2B5EF4-FFF2-40B4-BE49-F238E27FC236}">
                  <a16:creationId xmlns:a16="http://schemas.microsoft.com/office/drawing/2014/main" id="{8C6B76AD-6E14-4BD6-A438-DEE8354FCACD}"/>
                </a:ext>
              </a:extLst>
            </p:cNvPr>
            <p:cNvSpPr txBox="1">
              <a:spLocks/>
            </p:cNvSpPr>
            <p:nvPr/>
          </p:nvSpPr>
          <p:spPr>
            <a:xfrm>
              <a:off x="3570792" y="276086"/>
              <a:ext cx="108946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TIM</a:t>
              </a:r>
            </a:p>
          </p:txBody>
        </p:sp>
        <p:sp>
          <p:nvSpPr>
            <p:cNvPr id="827" name="テキスト プレースホルダー 2">
              <a:extLst>
                <a:ext uri="{FF2B5EF4-FFF2-40B4-BE49-F238E27FC236}">
                  <a16:creationId xmlns:a16="http://schemas.microsoft.com/office/drawing/2014/main" id="{44A438C1-702A-89C3-5034-028605FF01E6}"/>
                </a:ext>
              </a:extLst>
            </p:cNvPr>
            <p:cNvSpPr txBox="1">
              <a:spLocks/>
            </p:cNvSpPr>
            <p:nvPr/>
          </p:nvSpPr>
          <p:spPr>
            <a:xfrm>
              <a:off x="4599405" y="276086"/>
              <a:ext cx="108946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Np1</a:t>
              </a:r>
            </a:p>
          </p:txBody>
        </p:sp>
        <p:sp>
          <p:nvSpPr>
            <p:cNvPr id="829" name="テキスト プレースホルダー 2">
              <a:extLst>
                <a:ext uri="{FF2B5EF4-FFF2-40B4-BE49-F238E27FC236}">
                  <a16:creationId xmlns:a16="http://schemas.microsoft.com/office/drawing/2014/main" id="{5FF15662-24DB-BA22-3493-C6F62D043022}"/>
                </a:ext>
              </a:extLst>
            </p:cNvPr>
            <p:cNvSpPr txBox="1">
              <a:spLocks/>
            </p:cNvSpPr>
            <p:nvPr/>
          </p:nvSpPr>
          <p:spPr>
            <a:xfrm>
              <a:off x="5675153" y="276086"/>
              <a:ext cx="108946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Np1</a:t>
              </a:r>
            </a:p>
          </p:txBody>
        </p:sp>
        <p:sp>
          <p:nvSpPr>
            <p:cNvPr id="830" name="Oval 829">
              <a:extLst>
                <a:ext uri="{FF2B5EF4-FFF2-40B4-BE49-F238E27FC236}">
                  <a16:creationId xmlns:a16="http://schemas.microsoft.com/office/drawing/2014/main" id="{38AAD792-4C42-646D-A567-EC0F860C4061}"/>
                </a:ext>
              </a:extLst>
            </p:cNvPr>
            <p:cNvSpPr/>
            <p:nvPr/>
          </p:nvSpPr>
          <p:spPr>
            <a:xfrm>
              <a:off x="2272487" y="1553649"/>
              <a:ext cx="579076" cy="579076"/>
            </a:xfrm>
            <a:prstGeom prst="ellips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34" name="Straight Arrow Connector 833">
              <a:extLst>
                <a:ext uri="{FF2B5EF4-FFF2-40B4-BE49-F238E27FC236}">
                  <a16:creationId xmlns:a16="http://schemas.microsoft.com/office/drawing/2014/main" id="{69F4BD50-7955-F197-F0B7-D0FB90B620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6700" y="1637989"/>
              <a:ext cx="5325" cy="410396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835">
              <a:extLst>
                <a:ext uri="{FF2B5EF4-FFF2-40B4-BE49-F238E27FC236}">
                  <a16:creationId xmlns:a16="http://schemas.microsoft.com/office/drawing/2014/main" id="{73DEDFB7-7B7A-EEE9-35C3-04311C9ECCFE}"/>
                </a:ext>
              </a:extLst>
            </p:cNvPr>
            <p:cNvCxnSpPr>
              <a:cxnSpLocks/>
            </p:cNvCxnSpPr>
            <p:nvPr/>
          </p:nvCxnSpPr>
          <p:spPr>
            <a:xfrm>
              <a:off x="2565592" y="1123267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836">
              <a:extLst>
                <a:ext uri="{FF2B5EF4-FFF2-40B4-BE49-F238E27FC236}">
                  <a16:creationId xmlns:a16="http://schemas.microsoft.com/office/drawing/2014/main" id="{D1A314AB-4174-BD94-C876-9C9EF5D16F50}"/>
                </a:ext>
              </a:extLst>
            </p:cNvPr>
            <p:cNvCxnSpPr>
              <a:cxnSpLocks/>
            </p:cNvCxnSpPr>
            <p:nvPr/>
          </p:nvCxnSpPr>
          <p:spPr>
            <a:xfrm>
              <a:off x="2457105" y="2469719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837">
              <a:extLst>
                <a:ext uri="{FF2B5EF4-FFF2-40B4-BE49-F238E27FC236}">
                  <a16:creationId xmlns:a16="http://schemas.microsoft.com/office/drawing/2014/main" id="{5DA36902-ADA4-DC87-DFDE-59F54117139E}"/>
                </a:ext>
              </a:extLst>
            </p:cNvPr>
            <p:cNvCxnSpPr/>
            <p:nvPr/>
          </p:nvCxnSpPr>
          <p:spPr>
            <a:xfrm>
              <a:off x="2566959" y="2141099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839">
              <a:extLst>
                <a:ext uri="{FF2B5EF4-FFF2-40B4-BE49-F238E27FC236}">
                  <a16:creationId xmlns:a16="http://schemas.microsoft.com/office/drawing/2014/main" id="{EF49BFDB-A2BF-0421-851C-4BAEB2304218}"/>
                </a:ext>
              </a:extLst>
            </p:cNvPr>
            <p:cNvCxnSpPr>
              <a:cxnSpLocks/>
            </p:cNvCxnSpPr>
            <p:nvPr/>
          </p:nvCxnSpPr>
          <p:spPr>
            <a:xfrm>
              <a:off x="2511596" y="2520112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840">
              <a:extLst>
                <a:ext uri="{FF2B5EF4-FFF2-40B4-BE49-F238E27FC236}">
                  <a16:creationId xmlns:a16="http://schemas.microsoft.com/office/drawing/2014/main" id="{45504FE1-0201-588E-434F-F8735E787EA0}"/>
                </a:ext>
              </a:extLst>
            </p:cNvPr>
            <p:cNvCxnSpPr>
              <a:cxnSpLocks/>
            </p:cNvCxnSpPr>
            <p:nvPr/>
          </p:nvCxnSpPr>
          <p:spPr>
            <a:xfrm>
              <a:off x="2538488" y="2569526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2" name="Oval 841">
              <a:extLst>
                <a:ext uri="{FF2B5EF4-FFF2-40B4-BE49-F238E27FC236}">
                  <a16:creationId xmlns:a16="http://schemas.microsoft.com/office/drawing/2014/main" id="{E53D0947-D24A-5845-E453-F93F3A3BC05D}"/>
                </a:ext>
              </a:extLst>
            </p:cNvPr>
            <p:cNvSpPr/>
            <p:nvPr/>
          </p:nvSpPr>
          <p:spPr>
            <a:xfrm>
              <a:off x="5277798" y="1553078"/>
              <a:ext cx="579076" cy="579076"/>
            </a:xfrm>
            <a:prstGeom prst="ellipse">
              <a:avLst/>
            </a:prstGeom>
            <a:noFill/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43" name="Straight Arrow Connector 842">
              <a:extLst>
                <a:ext uri="{FF2B5EF4-FFF2-40B4-BE49-F238E27FC236}">
                  <a16:creationId xmlns:a16="http://schemas.microsoft.com/office/drawing/2014/main" id="{61C54650-D6E7-D991-9EF8-2F182DF71F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62011" y="1637418"/>
              <a:ext cx="5325" cy="410396"/>
            </a:xfrm>
            <a:prstGeom prst="straightConnector1">
              <a:avLst/>
            </a:prstGeom>
            <a:ln w="38100">
              <a:solidFill>
                <a:srgbClr val="C559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843">
              <a:extLst>
                <a:ext uri="{FF2B5EF4-FFF2-40B4-BE49-F238E27FC236}">
                  <a16:creationId xmlns:a16="http://schemas.microsoft.com/office/drawing/2014/main" id="{2DC94982-2E63-9F00-3535-7884FCDBA2C6}"/>
                </a:ext>
              </a:extLst>
            </p:cNvPr>
            <p:cNvCxnSpPr>
              <a:cxnSpLocks/>
            </p:cNvCxnSpPr>
            <p:nvPr/>
          </p:nvCxnSpPr>
          <p:spPr>
            <a:xfrm>
              <a:off x="5570903" y="1122696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844">
              <a:extLst>
                <a:ext uri="{FF2B5EF4-FFF2-40B4-BE49-F238E27FC236}">
                  <a16:creationId xmlns:a16="http://schemas.microsoft.com/office/drawing/2014/main" id="{752C410A-01C7-EB53-D4A1-91D3DA93E951}"/>
                </a:ext>
              </a:extLst>
            </p:cNvPr>
            <p:cNvCxnSpPr>
              <a:cxnSpLocks/>
            </p:cNvCxnSpPr>
            <p:nvPr/>
          </p:nvCxnSpPr>
          <p:spPr>
            <a:xfrm>
              <a:off x="5452157" y="2469148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845">
              <a:extLst>
                <a:ext uri="{FF2B5EF4-FFF2-40B4-BE49-F238E27FC236}">
                  <a16:creationId xmlns:a16="http://schemas.microsoft.com/office/drawing/2014/main" id="{100AD5AF-5A5F-BFEF-F4F5-0585C718B2F0}"/>
                </a:ext>
              </a:extLst>
            </p:cNvPr>
            <p:cNvCxnSpPr/>
            <p:nvPr/>
          </p:nvCxnSpPr>
          <p:spPr>
            <a:xfrm>
              <a:off x="5562011" y="214052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846">
              <a:extLst>
                <a:ext uri="{FF2B5EF4-FFF2-40B4-BE49-F238E27FC236}">
                  <a16:creationId xmlns:a16="http://schemas.microsoft.com/office/drawing/2014/main" id="{4E8A424A-C595-0ABD-0A38-51166EA686AF}"/>
                </a:ext>
              </a:extLst>
            </p:cNvPr>
            <p:cNvCxnSpPr>
              <a:cxnSpLocks/>
            </p:cNvCxnSpPr>
            <p:nvPr/>
          </p:nvCxnSpPr>
          <p:spPr>
            <a:xfrm>
              <a:off x="5509878" y="2523323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847">
              <a:extLst>
                <a:ext uri="{FF2B5EF4-FFF2-40B4-BE49-F238E27FC236}">
                  <a16:creationId xmlns:a16="http://schemas.microsoft.com/office/drawing/2014/main" id="{BEC691F6-C817-AB47-983F-830909112565}"/>
                </a:ext>
              </a:extLst>
            </p:cNvPr>
            <p:cNvCxnSpPr>
              <a:cxnSpLocks/>
            </p:cNvCxnSpPr>
            <p:nvPr/>
          </p:nvCxnSpPr>
          <p:spPr>
            <a:xfrm>
              <a:off x="5534389" y="2575117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9" name="テキスト プレースホルダー 2">
              <a:extLst>
                <a:ext uri="{FF2B5EF4-FFF2-40B4-BE49-F238E27FC236}">
                  <a16:creationId xmlns:a16="http://schemas.microsoft.com/office/drawing/2014/main" id="{0525B8F6-F609-BF2A-3C43-D1766EF2B51E}"/>
                </a:ext>
              </a:extLst>
            </p:cNvPr>
            <p:cNvSpPr txBox="1">
              <a:spLocks/>
            </p:cNvSpPr>
            <p:nvPr/>
          </p:nvSpPr>
          <p:spPr>
            <a:xfrm>
              <a:off x="6722620" y="276086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ins</a:t>
              </a:r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E5DD6BAA-BC79-5244-49E7-D2C6AA41895E}"/>
                </a:ext>
              </a:extLst>
            </p:cNvPr>
            <p:cNvSpPr/>
            <p:nvPr/>
          </p:nvSpPr>
          <p:spPr>
            <a:xfrm rot="10800000">
              <a:off x="7685013" y="920828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51" name="Straight Connector 850">
              <a:extLst>
                <a:ext uri="{FF2B5EF4-FFF2-40B4-BE49-F238E27FC236}">
                  <a16:creationId xmlns:a16="http://schemas.microsoft.com/office/drawing/2014/main" id="{35C45CBE-0AFA-252E-29F6-A5F4AA7FD690}"/>
                </a:ext>
              </a:extLst>
            </p:cNvPr>
            <p:cNvCxnSpPr>
              <a:cxnSpLocks/>
            </p:cNvCxnSpPr>
            <p:nvPr/>
          </p:nvCxnSpPr>
          <p:spPr>
            <a:xfrm>
              <a:off x="8317560" y="108634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2" name="Oval 851">
              <a:extLst>
                <a:ext uri="{FF2B5EF4-FFF2-40B4-BE49-F238E27FC236}">
                  <a16:creationId xmlns:a16="http://schemas.microsoft.com/office/drawing/2014/main" id="{E787708D-1C26-B41C-FEA3-1143ED43875D}"/>
                </a:ext>
              </a:extLst>
            </p:cNvPr>
            <p:cNvSpPr/>
            <p:nvPr/>
          </p:nvSpPr>
          <p:spPr>
            <a:xfrm>
              <a:off x="8560548" y="1039646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53" name="Straight Connector 852">
              <a:extLst>
                <a:ext uri="{FF2B5EF4-FFF2-40B4-BE49-F238E27FC236}">
                  <a16:creationId xmlns:a16="http://schemas.microsoft.com/office/drawing/2014/main" id="{0A4D7CC8-8A9F-AC2F-ECF8-F0AC97A1826A}"/>
                </a:ext>
              </a:extLst>
            </p:cNvPr>
            <p:cNvCxnSpPr>
              <a:cxnSpLocks/>
            </p:cNvCxnSpPr>
            <p:nvPr/>
          </p:nvCxnSpPr>
          <p:spPr>
            <a:xfrm>
              <a:off x="8630372" y="1087512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DF3DFCA8-5B84-8F7B-013C-CC302EA88FC8}"/>
                </a:ext>
              </a:extLst>
            </p:cNvPr>
            <p:cNvSpPr/>
            <p:nvPr/>
          </p:nvSpPr>
          <p:spPr>
            <a:xfrm rot="10800000">
              <a:off x="8896637" y="915912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55" name="Straight Connector 854">
              <a:extLst>
                <a:ext uri="{FF2B5EF4-FFF2-40B4-BE49-F238E27FC236}">
                  <a16:creationId xmlns:a16="http://schemas.microsoft.com/office/drawing/2014/main" id="{717DFD9D-A842-BBC9-891F-5467CF6A0A1D}"/>
                </a:ext>
              </a:extLst>
            </p:cNvPr>
            <p:cNvCxnSpPr>
              <a:cxnSpLocks/>
            </p:cNvCxnSpPr>
            <p:nvPr/>
          </p:nvCxnSpPr>
          <p:spPr>
            <a:xfrm>
              <a:off x="9536109" y="1085887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CA9A2DCC-F6DA-AB1C-B44B-1C71571AD857}"/>
                </a:ext>
              </a:extLst>
            </p:cNvPr>
            <p:cNvSpPr/>
            <p:nvPr/>
          </p:nvSpPr>
          <p:spPr>
            <a:xfrm rot="10800000">
              <a:off x="9795449" y="931032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57" name="Straight Connector 856">
              <a:extLst>
                <a:ext uri="{FF2B5EF4-FFF2-40B4-BE49-F238E27FC236}">
                  <a16:creationId xmlns:a16="http://schemas.microsoft.com/office/drawing/2014/main" id="{E7039A18-3F02-4A5E-EDC5-2BB3920FC5CF}"/>
                </a:ext>
              </a:extLst>
            </p:cNvPr>
            <p:cNvCxnSpPr>
              <a:cxnSpLocks/>
            </p:cNvCxnSpPr>
            <p:nvPr/>
          </p:nvCxnSpPr>
          <p:spPr>
            <a:xfrm>
              <a:off x="10434921" y="108215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8" name="テキスト プレースホルダー 2">
              <a:extLst>
                <a:ext uri="{FF2B5EF4-FFF2-40B4-BE49-F238E27FC236}">
                  <a16:creationId xmlns:a16="http://schemas.microsoft.com/office/drawing/2014/main" id="{44CD1327-3699-F158-5172-588A58E6F630}"/>
                </a:ext>
              </a:extLst>
            </p:cNvPr>
            <p:cNvSpPr txBox="1">
              <a:spLocks/>
            </p:cNvSpPr>
            <p:nvPr/>
          </p:nvSpPr>
          <p:spPr>
            <a:xfrm>
              <a:off x="7585458" y="276086"/>
              <a:ext cx="108946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Ns1</a:t>
              </a:r>
            </a:p>
          </p:txBody>
        </p:sp>
        <p:sp>
          <p:nvSpPr>
            <p:cNvPr id="859" name="テキスト プレースホルダー 2">
              <a:extLst>
                <a:ext uri="{FF2B5EF4-FFF2-40B4-BE49-F238E27FC236}">
                  <a16:creationId xmlns:a16="http://schemas.microsoft.com/office/drawing/2014/main" id="{5E02A6A1-4AAF-C297-D5A4-8703622CCCFA}"/>
                </a:ext>
              </a:extLst>
            </p:cNvPr>
            <p:cNvSpPr txBox="1">
              <a:spLocks/>
            </p:cNvSpPr>
            <p:nvPr/>
          </p:nvSpPr>
          <p:spPr>
            <a:xfrm>
              <a:off x="8698914" y="276086"/>
              <a:ext cx="108946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Ns1</a:t>
              </a:r>
            </a:p>
          </p:txBody>
        </p:sp>
        <p:sp>
          <p:nvSpPr>
            <p:cNvPr id="860" name="Oval 859">
              <a:extLst>
                <a:ext uri="{FF2B5EF4-FFF2-40B4-BE49-F238E27FC236}">
                  <a16:creationId xmlns:a16="http://schemas.microsoft.com/office/drawing/2014/main" id="{50ACA6C5-213A-C5AE-1961-06907B0F3BF4}"/>
                </a:ext>
              </a:extLst>
            </p:cNvPr>
            <p:cNvSpPr/>
            <p:nvPr/>
          </p:nvSpPr>
          <p:spPr>
            <a:xfrm>
              <a:off x="8317560" y="1562556"/>
              <a:ext cx="579076" cy="579076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61" name="Straight Arrow Connector 860">
              <a:extLst>
                <a:ext uri="{FF2B5EF4-FFF2-40B4-BE49-F238E27FC236}">
                  <a16:creationId xmlns:a16="http://schemas.microsoft.com/office/drawing/2014/main" id="{BE037FE7-B122-CF20-6097-F509ACDAC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01773" y="1646896"/>
              <a:ext cx="5325" cy="41039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861">
              <a:extLst>
                <a:ext uri="{FF2B5EF4-FFF2-40B4-BE49-F238E27FC236}">
                  <a16:creationId xmlns:a16="http://schemas.microsoft.com/office/drawing/2014/main" id="{4C438D32-EC8B-0184-3A56-6BC91603B3F9}"/>
                </a:ext>
              </a:extLst>
            </p:cNvPr>
            <p:cNvCxnSpPr>
              <a:cxnSpLocks/>
            </p:cNvCxnSpPr>
            <p:nvPr/>
          </p:nvCxnSpPr>
          <p:spPr>
            <a:xfrm>
              <a:off x="8610665" y="1132174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Straight Connector 862">
              <a:extLst>
                <a:ext uri="{FF2B5EF4-FFF2-40B4-BE49-F238E27FC236}">
                  <a16:creationId xmlns:a16="http://schemas.microsoft.com/office/drawing/2014/main" id="{8C78F404-F92B-FF9D-C6F8-2717A1B6EDD5}"/>
                </a:ext>
              </a:extLst>
            </p:cNvPr>
            <p:cNvCxnSpPr/>
            <p:nvPr/>
          </p:nvCxnSpPr>
          <p:spPr>
            <a:xfrm>
              <a:off x="8601773" y="2150006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4" name="テキスト プレースホルダー 2">
              <a:extLst>
                <a:ext uri="{FF2B5EF4-FFF2-40B4-BE49-F238E27FC236}">
                  <a16:creationId xmlns:a16="http://schemas.microsoft.com/office/drawing/2014/main" id="{E80ECB28-A500-BD75-B832-9E9BCF52057D}"/>
                </a:ext>
              </a:extLst>
            </p:cNvPr>
            <p:cNvSpPr txBox="1">
              <a:spLocks/>
            </p:cNvSpPr>
            <p:nvPr/>
          </p:nvSpPr>
          <p:spPr>
            <a:xfrm>
              <a:off x="9727525" y="276086"/>
              <a:ext cx="923686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ins</a:t>
              </a:r>
            </a:p>
          </p:txBody>
        </p:sp>
        <p:sp>
          <p:nvSpPr>
            <p:cNvPr id="936" name="テキスト プレースホルダー 2">
              <a:extLst>
                <a:ext uri="{FF2B5EF4-FFF2-40B4-BE49-F238E27FC236}">
                  <a16:creationId xmlns:a16="http://schemas.microsoft.com/office/drawing/2014/main" id="{3F2CCD24-53A2-9772-ED7C-4768FC7D3D90}"/>
                </a:ext>
              </a:extLst>
            </p:cNvPr>
            <p:cNvSpPr txBox="1">
              <a:spLocks/>
            </p:cNvSpPr>
            <p:nvPr/>
          </p:nvSpPr>
          <p:spPr>
            <a:xfrm>
              <a:off x="4178302" y="1521437"/>
              <a:ext cx="1074572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6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Np1</a:t>
              </a:r>
            </a:p>
          </p:txBody>
        </p:sp>
        <p:sp>
          <p:nvSpPr>
            <p:cNvPr id="937" name="テキスト プレースホルダー 2">
              <a:extLst>
                <a:ext uri="{FF2B5EF4-FFF2-40B4-BE49-F238E27FC236}">
                  <a16:creationId xmlns:a16="http://schemas.microsoft.com/office/drawing/2014/main" id="{F539AD39-257B-14B4-52C5-C94FD85EE5DB}"/>
                </a:ext>
              </a:extLst>
            </p:cNvPr>
            <p:cNvSpPr txBox="1">
              <a:spLocks/>
            </p:cNvSpPr>
            <p:nvPr/>
          </p:nvSpPr>
          <p:spPr>
            <a:xfrm>
              <a:off x="7213602" y="1521437"/>
              <a:ext cx="1109684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6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Ns1</a:t>
              </a:r>
            </a:p>
          </p:txBody>
        </p:sp>
        <p:sp>
          <p:nvSpPr>
            <p:cNvPr id="940" name="テキスト プレースホルダー 2">
              <a:extLst>
                <a:ext uri="{FF2B5EF4-FFF2-40B4-BE49-F238E27FC236}">
                  <a16:creationId xmlns:a16="http://schemas.microsoft.com/office/drawing/2014/main" id="{A96E88DE-215E-41B2-521A-E3DD6B51CD60}"/>
                </a:ext>
              </a:extLst>
            </p:cNvPr>
            <p:cNvSpPr txBox="1">
              <a:spLocks/>
            </p:cNvSpPr>
            <p:nvPr/>
          </p:nvSpPr>
          <p:spPr>
            <a:xfrm>
              <a:off x="2871554" y="1586405"/>
              <a:ext cx="1222591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42" name="テキスト プレースホルダー 2">
              <a:extLst>
                <a:ext uri="{FF2B5EF4-FFF2-40B4-BE49-F238E27FC236}">
                  <a16:creationId xmlns:a16="http://schemas.microsoft.com/office/drawing/2014/main" id="{BB8D4146-A9DD-D326-2625-E819C7D96AA2}"/>
                </a:ext>
              </a:extLst>
            </p:cNvPr>
            <p:cNvSpPr txBox="1">
              <a:spLocks/>
            </p:cNvSpPr>
            <p:nvPr/>
          </p:nvSpPr>
          <p:spPr>
            <a:xfrm>
              <a:off x="3747580" y="766813"/>
              <a:ext cx="2088400" cy="177905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endParaRPr kumimoji="1" lang="en-US" altLang="ja-JP" sz="1050" baseline="-2500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43" name="テキスト プレースホルダー 2">
              <a:extLst>
                <a:ext uri="{FF2B5EF4-FFF2-40B4-BE49-F238E27FC236}">
                  <a16:creationId xmlns:a16="http://schemas.microsoft.com/office/drawing/2014/main" id="{F224B20C-D2E7-8C67-F079-2A8F82C46496}"/>
                </a:ext>
              </a:extLst>
            </p:cNvPr>
            <p:cNvSpPr txBox="1">
              <a:spLocks/>
            </p:cNvSpPr>
            <p:nvPr/>
          </p:nvSpPr>
          <p:spPr>
            <a:xfrm>
              <a:off x="3899980" y="2979489"/>
              <a:ext cx="2088400" cy="177905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endParaRPr kumimoji="1" lang="en-US" altLang="ja-JP" sz="1050" baseline="-25000">
                <a:solidFill>
                  <a:schemeClr val="bg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44" name="Straight Connector 943">
              <a:extLst>
                <a:ext uri="{FF2B5EF4-FFF2-40B4-BE49-F238E27FC236}">
                  <a16:creationId xmlns:a16="http://schemas.microsoft.com/office/drawing/2014/main" id="{9560D364-3760-A393-ACE4-08D42742C628}"/>
                </a:ext>
              </a:extLst>
            </p:cNvPr>
            <p:cNvCxnSpPr>
              <a:cxnSpLocks/>
            </p:cNvCxnSpPr>
            <p:nvPr/>
          </p:nvCxnSpPr>
          <p:spPr>
            <a:xfrm>
              <a:off x="8492069" y="2480979"/>
              <a:ext cx="2251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Straight Connector 944">
              <a:extLst>
                <a:ext uri="{FF2B5EF4-FFF2-40B4-BE49-F238E27FC236}">
                  <a16:creationId xmlns:a16="http://schemas.microsoft.com/office/drawing/2014/main" id="{FA24DCBF-D5B6-1574-8639-0863AD29CA34}"/>
                </a:ext>
              </a:extLst>
            </p:cNvPr>
            <p:cNvCxnSpPr>
              <a:cxnSpLocks/>
            </p:cNvCxnSpPr>
            <p:nvPr/>
          </p:nvCxnSpPr>
          <p:spPr>
            <a:xfrm>
              <a:off x="8549790" y="2535154"/>
              <a:ext cx="1179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D4EA9F97-8FB4-E231-6D19-CC9E301A32A0}"/>
                </a:ext>
              </a:extLst>
            </p:cNvPr>
            <p:cNvCxnSpPr>
              <a:cxnSpLocks/>
            </p:cNvCxnSpPr>
            <p:nvPr/>
          </p:nvCxnSpPr>
          <p:spPr>
            <a:xfrm>
              <a:off x="8574301" y="2586948"/>
              <a:ext cx="5896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474EE713-4F2B-AE94-C05E-FF0ED5CA5373}"/>
                </a:ext>
              </a:extLst>
            </p:cNvPr>
            <p:cNvSpPr/>
            <p:nvPr/>
          </p:nvSpPr>
          <p:spPr>
            <a:xfrm rot="5400000">
              <a:off x="839743" y="5261716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64EC784D-28AB-CF82-99B4-A9BC1D3F5E2D}"/>
                </a:ext>
              </a:extLst>
            </p:cNvPr>
            <p:cNvSpPr/>
            <p:nvPr/>
          </p:nvSpPr>
          <p:spPr>
            <a:xfrm rot="5400000">
              <a:off x="1377733" y="5261716"/>
              <a:ext cx="639472" cy="312821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67" name="Straight Connector 866">
              <a:extLst>
                <a:ext uri="{FF2B5EF4-FFF2-40B4-BE49-F238E27FC236}">
                  <a16:creationId xmlns:a16="http://schemas.microsoft.com/office/drawing/2014/main" id="{35C6F4A0-D4B6-508A-4967-7AD0EE1BEC7A}"/>
                </a:ext>
              </a:extLst>
            </p:cNvPr>
            <p:cNvCxnSpPr>
              <a:cxnSpLocks/>
              <a:stCxn id="865" idx="3"/>
            </p:cNvCxnSpPr>
            <p:nvPr/>
          </p:nvCxnSpPr>
          <p:spPr>
            <a:xfrm>
              <a:off x="1159479" y="573786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Straight Connector 867">
              <a:extLst>
                <a:ext uri="{FF2B5EF4-FFF2-40B4-BE49-F238E27FC236}">
                  <a16:creationId xmlns:a16="http://schemas.microsoft.com/office/drawing/2014/main" id="{B6D858B1-0517-EEBE-7373-EE5CE9E0B134}"/>
                </a:ext>
              </a:extLst>
            </p:cNvPr>
            <p:cNvCxnSpPr/>
            <p:nvPr/>
          </p:nvCxnSpPr>
          <p:spPr>
            <a:xfrm>
              <a:off x="1692009" y="573786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868">
              <a:extLst>
                <a:ext uri="{FF2B5EF4-FFF2-40B4-BE49-F238E27FC236}">
                  <a16:creationId xmlns:a16="http://schemas.microsoft.com/office/drawing/2014/main" id="{DD665907-8D5F-8EDD-A4EB-901599599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59479" y="6066483"/>
              <a:ext cx="5325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869">
              <a:extLst>
                <a:ext uri="{FF2B5EF4-FFF2-40B4-BE49-F238E27FC236}">
                  <a16:creationId xmlns:a16="http://schemas.microsoft.com/office/drawing/2014/main" id="{C46017C5-576B-6349-68A5-54B85DA8E660}"/>
                </a:ext>
              </a:extLst>
            </p:cNvPr>
            <p:cNvCxnSpPr>
              <a:cxnSpLocks/>
            </p:cNvCxnSpPr>
            <p:nvPr/>
          </p:nvCxnSpPr>
          <p:spPr>
            <a:xfrm>
              <a:off x="1425744" y="6066483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870">
              <a:extLst>
                <a:ext uri="{FF2B5EF4-FFF2-40B4-BE49-F238E27FC236}">
                  <a16:creationId xmlns:a16="http://schemas.microsoft.com/office/drawing/2014/main" id="{D16F9908-870F-3ED4-6798-23DAB72ADF49}"/>
                </a:ext>
              </a:extLst>
            </p:cNvPr>
            <p:cNvCxnSpPr>
              <a:cxnSpLocks/>
            </p:cNvCxnSpPr>
            <p:nvPr/>
          </p:nvCxnSpPr>
          <p:spPr>
            <a:xfrm>
              <a:off x="1190581" y="6395103"/>
              <a:ext cx="4733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Straight Connector 871">
              <a:extLst>
                <a:ext uri="{FF2B5EF4-FFF2-40B4-BE49-F238E27FC236}">
                  <a16:creationId xmlns:a16="http://schemas.microsoft.com/office/drawing/2014/main" id="{DB13123F-229D-E10D-C413-8D06CB63FE2D}"/>
                </a:ext>
              </a:extLst>
            </p:cNvPr>
            <p:cNvCxnSpPr>
              <a:cxnSpLocks/>
            </p:cNvCxnSpPr>
            <p:nvPr/>
          </p:nvCxnSpPr>
          <p:spPr>
            <a:xfrm>
              <a:off x="1265260" y="6531495"/>
              <a:ext cx="32096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872">
              <a:extLst>
                <a:ext uri="{FF2B5EF4-FFF2-40B4-BE49-F238E27FC236}">
                  <a16:creationId xmlns:a16="http://schemas.microsoft.com/office/drawing/2014/main" id="{0C319C51-4554-3C33-118E-26312592B192}"/>
                </a:ext>
              </a:extLst>
            </p:cNvPr>
            <p:cNvCxnSpPr>
              <a:cxnSpLocks/>
            </p:cNvCxnSpPr>
            <p:nvPr/>
          </p:nvCxnSpPr>
          <p:spPr>
            <a:xfrm>
              <a:off x="1315890" y="6860115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873">
              <a:extLst>
                <a:ext uri="{FF2B5EF4-FFF2-40B4-BE49-F238E27FC236}">
                  <a16:creationId xmlns:a16="http://schemas.microsoft.com/office/drawing/2014/main" id="{4E7624C5-84FE-4E68-E832-51D2DC647F34}"/>
                </a:ext>
              </a:extLst>
            </p:cNvPr>
            <p:cNvCxnSpPr/>
            <p:nvPr/>
          </p:nvCxnSpPr>
          <p:spPr>
            <a:xfrm>
              <a:off x="1425744" y="6531495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874">
              <a:extLst>
                <a:ext uri="{FF2B5EF4-FFF2-40B4-BE49-F238E27FC236}">
                  <a16:creationId xmlns:a16="http://schemas.microsoft.com/office/drawing/2014/main" id="{9961ECEA-9E58-DBF1-E457-1AD7C9332CFE}"/>
                </a:ext>
              </a:extLst>
            </p:cNvPr>
            <p:cNvCxnSpPr>
              <a:cxnSpLocks/>
            </p:cNvCxnSpPr>
            <p:nvPr/>
          </p:nvCxnSpPr>
          <p:spPr>
            <a:xfrm>
              <a:off x="1373611" y="6897623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875">
              <a:extLst>
                <a:ext uri="{FF2B5EF4-FFF2-40B4-BE49-F238E27FC236}">
                  <a16:creationId xmlns:a16="http://schemas.microsoft.com/office/drawing/2014/main" id="{8549B349-CD90-2082-9FF5-E21734009608}"/>
                </a:ext>
              </a:extLst>
            </p:cNvPr>
            <p:cNvCxnSpPr>
              <a:cxnSpLocks/>
            </p:cNvCxnSpPr>
            <p:nvPr/>
          </p:nvCxnSpPr>
          <p:spPr>
            <a:xfrm>
              <a:off x="1398122" y="6935131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876">
              <a:extLst>
                <a:ext uri="{FF2B5EF4-FFF2-40B4-BE49-F238E27FC236}">
                  <a16:creationId xmlns:a16="http://schemas.microsoft.com/office/drawing/2014/main" id="{EDA3B38D-AE65-B172-CC0A-F0C05CCE491A}"/>
                </a:ext>
              </a:extLst>
            </p:cNvPr>
            <p:cNvCxnSpPr/>
            <p:nvPr/>
          </p:nvCxnSpPr>
          <p:spPr>
            <a:xfrm>
              <a:off x="1159479" y="476977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877">
              <a:extLst>
                <a:ext uri="{FF2B5EF4-FFF2-40B4-BE49-F238E27FC236}">
                  <a16:creationId xmlns:a16="http://schemas.microsoft.com/office/drawing/2014/main" id="{6CAD02F6-2204-4D34-7605-8664F0D0A03F}"/>
                </a:ext>
              </a:extLst>
            </p:cNvPr>
            <p:cNvCxnSpPr/>
            <p:nvPr/>
          </p:nvCxnSpPr>
          <p:spPr>
            <a:xfrm>
              <a:off x="1692009" y="476977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878">
              <a:extLst>
                <a:ext uri="{FF2B5EF4-FFF2-40B4-BE49-F238E27FC236}">
                  <a16:creationId xmlns:a16="http://schemas.microsoft.com/office/drawing/2014/main" id="{FFBE4399-D656-2638-EFA1-852BB02BCE24}"/>
                </a:ext>
              </a:extLst>
            </p:cNvPr>
            <p:cNvCxnSpPr>
              <a:cxnSpLocks/>
            </p:cNvCxnSpPr>
            <p:nvPr/>
          </p:nvCxnSpPr>
          <p:spPr>
            <a:xfrm>
              <a:off x="1159479" y="4781409"/>
              <a:ext cx="53253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879">
              <a:extLst>
                <a:ext uri="{FF2B5EF4-FFF2-40B4-BE49-F238E27FC236}">
                  <a16:creationId xmlns:a16="http://schemas.microsoft.com/office/drawing/2014/main" id="{920E6499-CDCF-6E34-949F-47D587A7F948}"/>
                </a:ext>
              </a:extLst>
            </p:cNvPr>
            <p:cNvCxnSpPr>
              <a:cxnSpLocks/>
            </p:cNvCxnSpPr>
            <p:nvPr/>
          </p:nvCxnSpPr>
          <p:spPr>
            <a:xfrm>
              <a:off x="1425744" y="444115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1" name="Rectangle 880">
              <a:extLst>
                <a:ext uri="{FF2B5EF4-FFF2-40B4-BE49-F238E27FC236}">
                  <a16:creationId xmlns:a16="http://schemas.microsoft.com/office/drawing/2014/main" id="{DFCD0427-10B6-2F3F-7A18-00AF0E30961B}"/>
                </a:ext>
              </a:extLst>
            </p:cNvPr>
            <p:cNvSpPr/>
            <p:nvPr/>
          </p:nvSpPr>
          <p:spPr>
            <a:xfrm rot="10800000">
              <a:off x="1692009" y="4301001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82" name="Straight Connector 881">
              <a:extLst>
                <a:ext uri="{FF2B5EF4-FFF2-40B4-BE49-F238E27FC236}">
                  <a16:creationId xmlns:a16="http://schemas.microsoft.com/office/drawing/2014/main" id="{A19A13E1-EA63-AE8B-2D51-06CAB4F8201C}"/>
                </a:ext>
              </a:extLst>
            </p:cNvPr>
            <p:cNvCxnSpPr>
              <a:cxnSpLocks/>
            </p:cNvCxnSpPr>
            <p:nvPr/>
          </p:nvCxnSpPr>
          <p:spPr>
            <a:xfrm>
              <a:off x="1425744" y="4457873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882">
              <a:extLst>
                <a:ext uri="{FF2B5EF4-FFF2-40B4-BE49-F238E27FC236}">
                  <a16:creationId xmlns:a16="http://schemas.microsoft.com/office/drawing/2014/main" id="{FF95800E-329A-CAEB-567C-30E8A0ABFFEB}"/>
                </a:ext>
              </a:extLst>
            </p:cNvPr>
            <p:cNvCxnSpPr>
              <a:cxnSpLocks/>
            </p:cNvCxnSpPr>
            <p:nvPr/>
          </p:nvCxnSpPr>
          <p:spPr>
            <a:xfrm>
              <a:off x="2331481" y="445802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4" name="Oval 883">
              <a:extLst>
                <a:ext uri="{FF2B5EF4-FFF2-40B4-BE49-F238E27FC236}">
                  <a16:creationId xmlns:a16="http://schemas.microsoft.com/office/drawing/2014/main" id="{34B43A61-9A60-6677-4521-7F08EC0EF05A}"/>
                </a:ext>
              </a:extLst>
            </p:cNvPr>
            <p:cNvSpPr/>
            <p:nvPr/>
          </p:nvSpPr>
          <p:spPr>
            <a:xfrm>
              <a:off x="2574469" y="4411323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85" name="Straight Connector 884">
              <a:extLst>
                <a:ext uri="{FF2B5EF4-FFF2-40B4-BE49-F238E27FC236}">
                  <a16:creationId xmlns:a16="http://schemas.microsoft.com/office/drawing/2014/main" id="{FA2E3437-4DDF-0657-80E0-3C37E07AA26A}"/>
                </a:ext>
              </a:extLst>
            </p:cNvPr>
            <p:cNvCxnSpPr>
              <a:cxnSpLocks/>
            </p:cNvCxnSpPr>
            <p:nvPr/>
          </p:nvCxnSpPr>
          <p:spPr>
            <a:xfrm>
              <a:off x="2644293" y="445918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6" name="Rectangle 885">
              <a:extLst>
                <a:ext uri="{FF2B5EF4-FFF2-40B4-BE49-F238E27FC236}">
                  <a16:creationId xmlns:a16="http://schemas.microsoft.com/office/drawing/2014/main" id="{6BDB5F60-1849-3D55-599D-5B6789952CF4}"/>
                </a:ext>
              </a:extLst>
            </p:cNvPr>
            <p:cNvSpPr/>
            <p:nvPr/>
          </p:nvSpPr>
          <p:spPr>
            <a:xfrm rot="10800000">
              <a:off x="2910558" y="4284739"/>
              <a:ext cx="639472" cy="312821"/>
            </a:xfrm>
            <a:prstGeom prst="rect">
              <a:avLst/>
            </a:prstGeom>
            <a:solidFill>
              <a:srgbClr val="616161"/>
            </a:solidFill>
            <a:ln w="28575">
              <a:solidFill>
                <a:srgbClr val="61616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87" name="Straight Connector 886">
              <a:extLst>
                <a:ext uri="{FF2B5EF4-FFF2-40B4-BE49-F238E27FC236}">
                  <a16:creationId xmlns:a16="http://schemas.microsoft.com/office/drawing/2014/main" id="{925ADBC7-0877-7828-FFD3-6AF3A3CE99B9}"/>
                </a:ext>
              </a:extLst>
            </p:cNvPr>
            <p:cNvCxnSpPr>
              <a:cxnSpLocks/>
            </p:cNvCxnSpPr>
            <p:nvPr/>
          </p:nvCxnSpPr>
          <p:spPr>
            <a:xfrm>
              <a:off x="3550030" y="4448762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8" name="Rectangle 887">
              <a:extLst>
                <a:ext uri="{FF2B5EF4-FFF2-40B4-BE49-F238E27FC236}">
                  <a16:creationId xmlns:a16="http://schemas.microsoft.com/office/drawing/2014/main" id="{3212BB73-7F56-CBE3-1F1E-A120D58C7055}"/>
                </a:ext>
              </a:extLst>
            </p:cNvPr>
            <p:cNvSpPr/>
            <p:nvPr/>
          </p:nvSpPr>
          <p:spPr>
            <a:xfrm rot="10800000">
              <a:off x="3809370" y="4292351"/>
              <a:ext cx="639472" cy="312821"/>
            </a:xfrm>
            <a:prstGeom prst="rect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A5315A91-4993-CEE1-6B51-1514FB42610B}"/>
                </a:ext>
              </a:extLst>
            </p:cNvPr>
            <p:cNvCxnSpPr>
              <a:cxnSpLocks/>
            </p:cNvCxnSpPr>
            <p:nvPr/>
          </p:nvCxnSpPr>
          <p:spPr>
            <a:xfrm>
              <a:off x="4444905" y="4448763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0" name="Rectangle 889">
              <a:extLst>
                <a:ext uri="{FF2B5EF4-FFF2-40B4-BE49-F238E27FC236}">
                  <a16:creationId xmlns:a16="http://schemas.microsoft.com/office/drawing/2014/main" id="{C1AF4016-90E4-AB60-4C8B-72B406C2E7B5}"/>
                </a:ext>
              </a:extLst>
            </p:cNvPr>
            <p:cNvSpPr/>
            <p:nvPr/>
          </p:nvSpPr>
          <p:spPr>
            <a:xfrm rot="10800000">
              <a:off x="4704245" y="4292352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D0110739-60C5-66E1-E09F-0930BC320552}"/>
                </a:ext>
              </a:extLst>
            </p:cNvPr>
            <p:cNvCxnSpPr>
              <a:cxnSpLocks/>
            </p:cNvCxnSpPr>
            <p:nvPr/>
          </p:nvCxnSpPr>
          <p:spPr>
            <a:xfrm>
              <a:off x="5336792" y="4457873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2" name="Oval 891">
              <a:extLst>
                <a:ext uri="{FF2B5EF4-FFF2-40B4-BE49-F238E27FC236}">
                  <a16:creationId xmlns:a16="http://schemas.microsoft.com/office/drawing/2014/main" id="{7A70B1F6-66B0-6348-AC54-8AA02F79BE9E}"/>
                </a:ext>
              </a:extLst>
            </p:cNvPr>
            <p:cNvSpPr/>
            <p:nvPr/>
          </p:nvSpPr>
          <p:spPr>
            <a:xfrm>
              <a:off x="5579780" y="4411170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93" name="Straight Connector 892">
              <a:extLst>
                <a:ext uri="{FF2B5EF4-FFF2-40B4-BE49-F238E27FC236}">
                  <a16:creationId xmlns:a16="http://schemas.microsoft.com/office/drawing/2014/main" id="{EF4D526D-E845-814A-5E7B-05C3D29E6D50}"/>
                </a:ext>
              </a:extLst>
            </p:cNvPr>
            <p:cNvCxnSpPr>
              <a:cxnSpLocks/>
            </p:cNvCxnSpPr>
            <p:nvPr/>
          </p:nvCxnSpPr>
          <p:spPr>
            <a:xfrm>
              <a:off x="5649604" y="445903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4" name="Rectangle 893">
              <a:extLst>
                <a:ext uri="{FF2B5EF4-FFF2-40B4-BE49-F238E27FC236}">
                  <a16:creationId xmlns:a16="http://schemas.microsoft.com/office/drawing/2014/main" id="{B6EC4FCF-A67A-35F0-BF8C-323127A5266C}"/>
                </a:ext>
              </a:extLst>
            </p:cNvPr>
            <p:cNvSpPr/>
            <p:nvPr/>
          </p:nvSpPr>
          <p:spPr>
            <a:xfrm rot="10800000">
              <a:off x="5915869" y="4287436"/>
              <a:ext cx="639472" cy="312821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D5FCFE4F-606E-F476-7B38-ACE4A05BD59B}"/>
                </a:ext>
              </a:extLst>
            </p:cNvPr>
            <p:cNvCxnSpPr>
              <a:cxnSpLocks/>
            </p:cNvCxnSpPr>
            <p:nvPr/>
          </p:nvCxnSpPr>
          <p:spPr>
            <a:xfrm>
              <a:off x="6555341" y="445741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6" name="Rectangle 895">
              <a:extLst>
                <a:ext uri="{FF2B5EF4-FFF2-40B4-BE49-F238E27FC236}">
                  <a16:creationId xmlns:a16="http://schemas.microsoft.com/office/drawing/2014/main" id="{841A02B3-F80B-94DA-8EE6-58F62FCDD5A0}"/>
                </a:ext>
              </a:extLst>
            </p:cNvPr>
            <p:cNvSpPr/>
            <p:nvPr/>
          </p:nvSpPr>
          <p:spPr>
            <a:xfrm rot="10800000">
              <a:off x="6814681" y="4302556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4A46AA9A-C9BD-B1EE-488C-A9F8C5B71A57}"/>
                </a:ext>
              </a:extLst>
            </p:cNvPr>
            <p:cNvCxnSpPr>
              <a:cxnSpLocks/>
            </p:cNvCxnSpPr>
            <p:nvPr/>
          </p:nvCxnSpPr>
          <p:spPr>
            <a:xfrm>
              <a:off x="7454153" y="4453678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8" name="テキスト プレースホルダー 2">
              <a:extLst>
                <a:ext uri="{FF2B5EF4-FFF2-40B4-BE49-F238E27FC236}">
                  <a16:creationId xmlns:a16="http://schemas.microsoft.com/office/drawing/2014/main" id="{FFF652AA-E57C-541F-0EE8-6C57E327A0A2}"/>
                </a:ext>
              </a:extLst>
            </p:cNvPr>
            <p:cNvSpPr txBox="1">
              <a:spLocks/>
            </p:cNvSpPr>
            <p:nvPr/>
          </p:nvSpPr>
          <p:spPr>
            <a:xfrm>
              <a:off x="1800675" y="6242562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amb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899" name="テキスト プレースホルダー 2">
              <a:extLst>
                <a:ext uri="{FF2B5EF4-FFF2-40B4-BE49-F238E27FC236}">
                  <a16:creationId xmlns:a16="http://schemas.microsoft.com/office/drawing/2014/main" id="{4515F186-33C2-FA3D-A6BE-B73D57828D89}"/>
                </a:ext>
              </a:extLst>
            </p:cNvPr>
            <p:cNvSpPr txBox="1">
              <a:spLocks/>
            </p:cNvSpPr>
            <p:nvPr/>
          </p:nvSpPr>
          <p:spPr>
            <a:xfrm>
              <a:off x="1695064" y="5696349"/>
              <a:ext cx="1320429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conv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0" name="テキスト プレースホルダー 2">
              <a:extLst>
                <a:ext uri="{FF2B5EF4-FFF2-40B4-BE49-F238E27FC236}">
                  <a16:creationId xmlns:a16="http://schemas.microsoft.com/office/drawing/2014/main" id="{84AF2E45-2147-B3F7-F984-D66DC11FC847}"/>
                </a:ext>
              </a:extLst>
            </p:cNvPr>
            <p:cNvSpPr txBox="1">
              <a:spLocks/>
            </p:cNvSpPr>
            <p:nvPr/>
          </p:nvSpPr>
          <p:spPr>
            <a:xfrm>
              <a:off x="244475" y="5737862"/>
              <a:ext cx="1152517" cy="522864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rad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1" name="テキスト プレースホルダー 2">
              <a:extLst>
                <a:ext uri="{FF2B5EF4-FFF2-40B4-BE49-F238E27FC236}">
                  <a16:creationId xmlns:a16="http://schemas.microsoft.com/office/drawing/2014/main" id="{27507B32-9008-4A9B-C3D8-12E64C00C9CD}"/>
                </a:ext>
              </a:extLst>
            </p:cNvPr>
            <p:cNvSpPr txBox="1">
              <a:spLocks/>
            </p:cNvSpPr>
            <p:nvPr/>
          </p:nvSpPr>
          <p:spPr>
            <a:xfrm>
              <a:off x="1281846" y="3659969"/>
              <a:ext cx="1319014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2" name="テキスト プレースホルダー 2">
              <a:extLst>
                <a:ext uri="{FF2B5EF4-FFF2-40B4-BE49-F238E27FC236}">
                  <a16:creationId xmlns:a16="http://schemas.microsoft.com/office/drawing/2014/main" id="{B812960A-29F9-7C6D-9D60-C5425BF794EF}"/>
                </a:ext>
              </a:extLst>
            </p:cNvPr>
            <p:cNvSpPr txBox="1">
              <a:spLocks/>
            </p:cNvSpPr>
            <p:nvPr/>
          </p:nvSpPr>
          <p:spPr>
            <a:xfrm>
              <a:off x="2440479" y="3659969"/>
              <a:ext cx="1294524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3" name="テキスト プレースホルダー 2">
              <a:extLst>
                <a:ext uri="{FF2B5EF4-FFF2-40B4-BE49-F238E27FC236}">
                  <a16:creationId xmlns:a16="http://schemas.microsoft.com/office/drawing/2014/main" id="{050CDB04-D02E-00A1-D933-BDD832A2ECDB}"/>
                </a:ext>
              </a:extLst>
            </p:cNvPr>
            <p:cNvSpPr txBox="1">
              <a:spLocks/>
            </p:cNvSpPr>
            <p:nvPr/>
          </p:nvSpPr>
          <p:spPr>
            <a:xfrm>
              <a:off x="3574622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TIM</a:t>
              </a:r>
            </a:p>
          </p:txBody>
        </p:sp>
        <p:sp>
          <p:nvSpPr>
            <p:cNvPr id="904" name="テキスト プレースホルダー 2">
              <a:extLst>
                <a:ext uri="{FF2B5EF4-FFF2-40B4-BE49-F238E27FC236}">
                  <a16:creationId xmlns:a16="http://schemas.microsoft.com/office/drawing/2014/main" id="{A0E9BF40-CCC6-1126-4E3C-82500714BE90}"/>
                </a:ext>
              </a:extLst>
            </p:cNvPr>
            <p:cNvSpPr txBox="1">
              <a:spLocks/>
            </p:cNvSpPr>
            <p:nvPr/>
          </p:nvSpPr>
          <p:spPr>
            <a:xfrm>
              <a:off x="4566758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Nsn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5" name="テキスト プレースホルダー 2">
              <a:extLst>
                <a:ext uri="{FF2B5EF4-FFF2-40B4-BE49-F238E27FC236}">
                  <a16:creationId xmlns:a16="http://schemas.microsoft.com/office/drawing/2014/main" id="{0511FCBD-3D96-F3E4-294B-98B00438B83D}"/>
                </a:ext>
              </a:extLst>
            </p:cNvPr>
            <p:cNvSpPr txBox="1">
              <a:spLocks/>
            </p:cNvSpPr>
            <p:nvPr/>
          </p:nvSpPr>
          <p:spPr>
            <a:xfrm>
              <a:off x="5558894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Nsn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06" name="Oval 905">
              <a:extLst>
                <a:ext uri="{FF2B5EF4-FFF2-40B4-BE49-F238E27FC236}">
                  <a16:creationId xmlns:a16="http://schemas.microsoft.com/office/drawing/2014/main" id="{9D2B740B-9027-F381-8B3C-B0D00D52BB96}"/>
                </a:ext>
              </a:extLst>
            </p:cNvPr>
            <p:cNvSpPr/>
            <p:nvPr/>
          </p:nvSpPr>
          <p:spPr>
            <a:xfrm>
              <a:off x="2331481" y="4934651"/>
              <a:ext cx="579076" cy="579076"/>
            </a:xfrm>
            <a:prstGeom prst="ellipse">
              <a:avLst/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07" name="Straight Arrow Connector 906">
              <a:extLst>
                <a:ext uri="{FF2B5EF4-FFF2-40B4-BE49-F238E27FC236}">
                  <a16:creationId xmlns:a16="http://schemas.microsoft.com/office/drawing/2014/main" id="{280DE8C0-7CC2-0F73-7BF9-50114735AF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15694" y="5018991"/>
              <a:ext cx="5325" cy="410396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F19305DF-C5DC-603F-4283-EC4A18BF9D96}"/>
                </a:ext>
              </a:extLst>
            </p:cNvPr>
            <p:cNvCxnSpPr>
              <a:cxnSpLocks/>
            </p:cNvCxnSpPr>
            <p:nvPr/>
          </p:nvCxnSpPr>
          <p:spPr>
            <a:xfrm>
              <a:off x="2624586" y="4504269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D93B6595-FC04-7CCA-274B-A811E6996D18}"/>
                </a:ext>
              </a:extLst>
            </p:cNvPr>
            <p:cNvCxnSpPr>
              <a:cxnSpLocks/>
            </p:cNvCxnSpPr>
            <p:nvPr/>
          </p:nvCxnSpPr>
          <p:spPr>
            <a:xfrm>
              <a:off x="2516099" y="5850721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>
              <a:extLst>
                <a:ext uri="{FF2B5EF4-FFF2-40B4-BE49-F238E27FC236}">
                  <a16:creationId xmlns:a16="http://schemas.microsoft.com/office/drawing/2014/main" id="{9C93E6D2-7E78-E389-DBBE-46331305F1E8}"/>
                </a:ext>
              </a:extLst>
            </p:cNvPr>
            <p:cNvCxnSpPr/>
            <p:nvPr/>
          </p:nvCxnSpPr>
          <p:spPr>
            <a:xfrm>
              <a:off x="2625953" y="5522101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Straight Connector 910">
              <a:extLst>
                <a:ext uri="{FF2B5EF4-FFF2-40B4-BE49-F238E27FC236}">
                  <a16:creationId xmlns:a16="http://schemas.microsoft.com/office/drawing/2014/main" id="{9EFFB12B-B393-4D07-937A-EEBC57005216}"/>
                </a:ext>
              </a:extLst>
            </p:cNvPr>
            <p:cNvCxnSpPr>
              <a:cxnSpLocks/>
            </p:cNvCxnSpPr>
            <p:nvPr/>
          </p:nvCxnSpPr>
          <p:spPr>
            <a:xfrm>
              <a:off x="2573820" y="5888229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C25D25EB-C326-581F-2220-0656D6C30532}"/>
                </a:ext>
              </a:extLst>
            </p:cNvPr>
            <p:cNvCxnSpPr>
              <a:cxnSpLocks/>
            </p:cNvCxnSpPr>
            <p:nvPr/>
          </p:nvCxnSpPr>
          <p:spPr>
            <a:xfrm>
              <a:off x="2598331" y="5925737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3" name="Oval 912">
              <a:extLst>
                <a:ext uri="{FF2B5EF4-FFF2-40B4-BE49-F238E27FC236}">
                  <a16:creationId xmlns:a16="http://schemas.microsoft.com/office/drawing/2014/main" id="{5BC2B061-9E3A-9C4B-8D79-1DAFE839E9CF}"/>
                </a:ext>
              </a:extLst>
            </p:cNvPr>
            <p:cNvSpPr/>
            <p:nvPr/>
          </p:nvSpPr>
          <p:spPr>
            <a:xfrm>
              <a:off x="5336792" y="4934080"/>
              <a:ext cx="579076" cy="579076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14" name="Straight Arrow Connector 913">
              <a:extLst>
                <a:ext uri="{FF2B5EF4-FFF2-40B4-BE49-F238E27FC236}">
                  <a16:creationId xmlns:a16="http://schemas.microsoft.com/office/drawing/2014/main" id="{AEE25F24-3C9E-F454-6901-7BD59FB1D5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1005" y="5018420"/>
              <a:ext cx="5325" cy="410396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95A004AB-3434-32CB-B38E-01404649F84D}"/>
                </a:ext>
              </a:extLst>
            </p:cNvPr>
            <p:cNvCxnSpPr>
              <a:cxnSpLocks/>
            </p:cNvCxnSpPr>
            <p:nvPr/>
          </p:nvCxnSpPr>
          <p:spPr>
            <a:xfrm>
              <a:off x="5629897" y="4503698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915">
              <a:extLst>
                <a:ext uri="{FF2B5EF4-FFF2-40B4-BE49-F238E27FC236}">
                  <a16:creationId xmlns:a16="http://schemas.microsoft.com/office/drawing/2014/main" id="{E7713C8D-84A9-E928-D0A7-EA14B77D01B9}"/>
                </a:ext>
              </a:extLst>
            </p:cNvPr>
            <p:cNvCxnSpPr/>
            <p:nvPr/>
          </p:nvCxnSpPr>
          <p:spPr>
            <a:xfrm>
              <a:off x="5621005" y="5521530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7" name="テキスト プレースホルダー 2">
              <a:extLst>
                <a:ext uri="{FF2B5EF4-FFF2-40B4-BE49-F238E27FC236}">
                  <a16:creationId xmlns:a16="http://schemas.microsoft.com/office/drawing/2014/main" id="{8DA3044F-806E-62EF-D82C-8119BD425258}"/>
                </a:ext>
              </a:extLst>
            </p:cNvPr>
            <p:cNvSpPr txBox="1">
              <a:spLocks/>
            </p:cNvSpPr>
            <p:nvPr/>
          </p:nvSpPr>
          <p:spPr>
            <a:xfrm>
              <a:off x="6573890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ins</a:t>
              </a:r>
            </a:p>
          </p:txBody>
        </p:sp>
        <p:sp>
          <p:nvSpPr>
            <p:cNvPr id="918" name="Rectangle 917">
              <a:extLst>
                <a:ext uri="{FF2B5EF4-FFF2-40B4-BE49-F238E27FC236}">
                  <a16:creationId xmlns:a16="http://schemas.microsoft.com/office/drawing/2014/main" id="{145392B2-362C-0D8F-D22C-A0A592F2D501}"/>
                </a:ext>
              </a:extLst>
            </p:cNvPr>
            <p:cNvSpPr/>
            <p:nvPr/>
          </p:nvSpPr>
          <p:spPr>
            <a:xfrm rot="10800000">
              <a:off x="7744007" y="4301830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32D3505B-C693-2C00-061C-FFFF81DA9C12}"/>
                </a:ext>
              </a:extLst>
            </p:cNvPr>
            <p:cNvCxnSpPr>
              <a:cxnSpLocks/>
            </p:cNvCxnSpPr>
            <p:nvPr/>
          </p:nvCxnSpPr>
          <p:spPr>
            <a:xfrm>
              <a:off x="8376554" y="4467351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0" name="Oval 919">
              <a:extLst>
                <a:ext uri="{FF2B5EF4-FFF2-40B4-BE49-F238E27FC236}">
                  <a16:creationId xmlns:a16="http://schemas.microsoft.com/office/drawing/2014/main" id="{693ECEF0-F898-FBF5-1CAA-7802758B15BB}"/>
                </a:ext>
              </a:extLst>
            </p:cNvPr>
            <p:cNvSpPr/>
            <p:nvPr/>
          </p:nvSpPr>
          <p:spPr>
            <a:xfrm>
              <a:off x="8619542" y="4420648"/>
              <a:ext cx="93099" cy="9309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529C7597-5BD0-EF72-1806-E122D083C3B0}"/>
                </a:ext>
              </a:extLst>
            </p:cNvPr>
            <p:cNvCxnSpPr>
              <a:cxnSpLocks/>
            </p:cNvCxnSpPr>
            <p:nvPr/>
          </p:nvCxnSpPr>
          <p:spPr>
            <a:xfrm>
              <a:off x="8689366" y="4468514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2" name="Rectangle 921">
              <a:extLst>
                <a:ext uri="{FF2B5EF4-FFF2-40B4-BE49-F238E27FC236}">
                  <a16:creationId xmlns:a16="http://schemas.microsoft.com/office/drawing/2014/main" id="{5EB21187-48B4-6D90-73E8-7B0059C512A6}"/>
                </a:ext>
              </a:extLst>
            </p:cNvPr>
            <p:cNvSpPr/>
            <p:nvPr/>
          </p:nvSpPr>
          <p:spPr>
            <a:xfrm rot="10800000">
              <a:off x="8955631" y="4296914"/>
              <a:ext cx="639472" cy="312821"/>
            </a:xfrm>
            <a:prstGeom prst="rect">
              <a:avLst/>
            </a:prstGeom>
            <a:solidFill>
              <a:srgbClr val="C55911"/>
            </a:solidFill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23" name="Straight Connector 922">
              <a:extLst>
                <a:ext uri="{FF2B5EF4-FFF2-40B4-BE49-F238E27FC236}">
                  <a16:creationId xmlns:a16="http://schemas.microsoft.com/office/drawing/2014/main" id="{27261771-DD37-EC2E-462B-EBEB27BBF019}"/>
                </a:ext>
              </a:extLst>
            </p:cNvPr>
            <p:cNvCxnSpPr>
              <a:cxnSpLocks/>
            </p:cNvCxnSpPr>
            <p:nvPr/>
          </p:nvCxnSpPr>
          <p:spPr>
            <a:xfrm>
              <a:off x="9595103" y="4466889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4" name="Rectangle 923">
              <a:extLst>
                <a:ext uri="{FF2B5EF4-FFF2-40B4-BE49-F238E27FC236}">
                  <a16:creationId xmlns:a16="http://schemas.microsoft.com/office/drawing/2014/main" id="{CA03A22B-7925-90C5-05BD-4B56C77995B1}"/>
                </a:ext>
              </a:extLst>
            </p:cNvPr>
            <p:cNvSpPr/>
            <p:nvPr/>
          </p:nvSpPr>
          <p:spPr>
            <a:xfrm rot="10800000">
              <a:off x="9854443" y="4312034"/>
              <a:ext cx="639472" cy="312821"/>
            </a:xfrm>
            <a:prstGeom prst="rect">
              <a:avLst/>
            </a:prstGeom>
            <a:solidFill>
              <a:srgbClr val="00B0F0"/>
            </a:solidFill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05033FC7-1D6B-5812-E9A2-7B0238226C4B}"/>
                </a:ext>
              </a:extLst>
            </p:cNvPr>
            <p:cNvCxnSpPr>
              <a:cxnSpLocks/>
            </p:cNvCxnSpPr>
            <p:nvPr/>
          </p:nvCxnSpPr>
          <p:spPr>
            <a:xfrm>
              <a:off x="10493915" y="4463156"/>
              <a:ext cx="2662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6" name="テキスト プレースホルダー 2">
              <a:extLst>
                <a:ext uri="{FF2B5EF4-FFF2-40B4-BE49-F238E27FC236}">
                  <a16:creationId xmlns:a16="http://schemas.microsoft.com/office/drawing/2014/main" id="{ACB13FC7-EFBB-B9E8-BD4B-B58DA2F13C79}"/>
                </a:ext>
              </a:extLst>
            </p:cNvPr>
            <p:cNvSpPr txBox="1">
              <a:spLocks/>
            </p:cNvSpPr>
            <p:nvPr/>
          </p:nvSpPr>
          <p:spPr>
            <a:xfrm>
              <a:off x="7543166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Npn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27" name="テキスト プレースホルダー 2">
              <a:extLst>
                <a:ext uri="{FF2B5EF4-FFF2-40B4-BE49-F238E27FC236}">
                  <a16:creationId xmlns:a16="http://schemas.microsoft.com/office/drawing/2014/main" id="{9588BE4B-0468-3636-1BE5-D36623F44A44}"/>
                </a:ext>
              </a:extLst>
            </p:cNvPr>
            <p:cNvSpPr txBox="1">
              <a:spLocks/>
            </p:cNvSpPr>
            <p:nvPr/>
          </p:nvSpPr>
          <p:spPr>
            <a:xfrm>
              <a:off x="8794382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Npn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28" name="Oval 927">
              <a:extLst>
                <a:ext uri="{FF2B5EF4-FFF2-40B4-BE49-F238E27FC236}">
                  <a16:creationId xmlns:a16="http://schemas.microsoft.com/office/drawing/2014/main" id="{B2C789E3-10D6-C383-BFC4-E35789083ACC}"/>
                </a:ext>
              </a:extLst>
            </p:cNvPr>
            <p:cNvSpPr/>
            <p:nvPr/>
          </p:nvSpPr>
          <p:spPr>
            <a:xfrm>
              <a:off x="8376554" y="4943558"/>
              <a:ext cx="579076" cy="579076"/>
            </a:xfrm>
            <a:prstGeom prst="ellipse">
              <a:avLst/>
            </a:prstGeom>
            <a:noFill/>
            <a:ln w="38100">
              <a:solidFill>
                <a:srgbClr val="C559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2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929" name="Straight Arrow Connector 928">
              <a:extLst>
                <a:ext uri="{FF2B5EF4-FFF2-40B4-BE49-F238E27FC236}">
                  <a16:creationId xmlns:a16="http://schemas.microsoft.com/office/drawing/2014/main" id="{673FABB3-9E5C-56B2-8F74-F9357D948A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0767" y="5027898"/>
              <a:ext cx="5325" cy="410396"/>
            </a:xfrm>
            <a:prstGeom prst="straightConnector1">
              <a:avLst/>
            </a:prstGeom>
            <a:ln w="38100">
              <a:solidFill>
                <a:srgbClr val="C559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1D6CD4C0-DB76-4749-5898-892A0FE47B85}"/>
                </a:ext>
              </a:extLst>
            </p:cNvPr>
            <p:cNvCxnSpPr>
              <a:cxnSpLocks/>
            </p:cNvCxnSpPr>
            <p:nvPr/>
          </p:nvCxnSpPr>
          <p:spPr>
            <a:xfrm>
              <a:off x="8669659" y="4513176"/>
              <a:ext cx="0" cy="42981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C8FD9574-1A0C-225B-03B3-FE19B517228E}"/>
                </a:ext>
              </a:extLst>
            </p:cNvPr>
            <p:cNvCxnSpPr/>
            <p:nvPr/>
          </p:nvCxnSpPr>
          <p:spPr>
            <a:xfrm>
              <a:off x="8660767" y="5531008"/>
              <a:ext cx="0" cy="3286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2" name="テキスト プレースホルダー 2">
              <a:extLst>
                <a:ext uri="{FF2B5EF4-FFF2-40B4-BE49-F238E27FC236}">
                  <a16:creationId xmlns:a16="http://schemas.microsoft.com/office/drawing/2014/main" id="{BD4211A9-8922-953C-2A9B-60F215F9F607}"/>
                </a:ext>
              </a:extLst>
            </p:cNvPr>
            <p:cNvSpPr txBox="1">
              <a:spLocks/>
            </p:cNvSpPr>
            <p:nvPr/>
          </p:nvSpPr>
          <p:spPr>
            <a:xfrm>
              <a:off x="9786518" y="365996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R</a:t>
              </a:r>
              <a:r>
                <a:rPr kumimoji="1" lang="en-US" altLang="ja-JP" sz="3600" baseline="-250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ins</a:t>
              </a:r>
            </a:p>
          </p:txBody>
        </p:sp>
        <p:grpSp>
          <p:nvGrpSpPr>
            <p:cNvPr id="957" name="Group 956">
              <a:extLst>
                <a:ext uri="{FF2B5EF4-FFF2-40B4-BE49-F238E27FC236}">
                  <a16:creationId xmlns:a16="http://schemas.microsoft.com/office/drawing/2014/main" id="{D5783301-C4FB-C251-CE5A-7A7FA372417C}"/>
                </a:ext>
              </a:extLst>
            </p:cNvPr>
            <p:cNvGrpSpPr/>
            <p:nvPr/>
          </p:nvGrpSpPr>
          <p:grpSpPr>
            <a:xfrm rot="16200000">
              <a:off x="10605490" y="2428886"/>
              <a:ext cx="794196" cy="182451"/>
              <a:chOff x="10939357" y="4494561"/>
              <a:chExt cx="794196" cy="182451"/>
            </a:xfrm>
          </p:grpSpPr>
          <p:sp>
            <p:nvSpPr>
              <p:cNvPr id="933" name="Oval 932">
                <a:extLst>
                  <a:ext uri="{FF2B5EF4-FFF2-40B4-BE49-F238E27FC236}">
                    <a16:creationId xmlns:a16="http://schemas.microsoft.com/office/drawing/2014/main" id="{2C8C95E2-6187-C791-5B08-FCC0CFEA0C68}"/>
                  </a:ext>
                </a:extLst>
              </p:cNvPr>
              <p:cNvSpPr/>
              <p:nvPr/>
            </p:nvSpPr>
            <p:spPr>
              <a:xfrm flipH="1">
                <a:off x="11553249" y="4496708"/>
                <a:ext cx="180304" cy="18030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4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4" name="Oval 933">
                <a:extLst>
                  <a:ext uri="{FF2B5EF4-FFF2-40B4-BE49-F238E27FC236}">
                    <a16:creationId xmlns:a16="http://schemas.microsoft.com/office/drawing/2014/main" id="{D1F5CC90-25A1-82CC-9B3D-167EFEE3B4B9}"/>
                  </a:ext>
                </a:extLst>
              </p:cNvPr>
              <p:cNvSpPr/>
              <p:nvPr/>
            </p:nvSpPr>
            <p:spPr>
              <a:xfrm flipH="1">
                <a:off x="11246303" y="4494561"/>
                <a:ext cx="180304" cy="18030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4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5" name="Oval 934">
                <a:extLst>
                  <a:ext uri="{FF2B5EF4-FFF2-40B4-BE49-F238E27FC236}">
                    <a16:creationId xmlns:a16="http://schemas.microsoft.com/office/drawing/2014/main" id="{A33D89CE-F5F3-8834-A95A-F59BA8A6B9E4}"/>
                  </a:ext>
                </a:extLst>
              </p:cNvPr>
              <p:cNvSpPr/>
              <p:nvPr/>
            </p:nvSpPr>
            <p:spPr>
              <a:xfrm flipH="1">
                <a:off x="10939357" y="4494561"/>
                <a:ext cx="180304" cy="180304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24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38" name="テキスト プレースホルダー 2">
              <a:extLst>
                <a:ext uri="{FF2B5EF4-FFF2-40B4-BE49-F238E27FC236}">
                  <a16:creationId xmlns:a16="http://schemas.microsoft.com/office/drawing/2014/main" id="{B74C02FB-E8EC-924A-D4E7-EE96F8FCE994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7399599" y="490243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Npn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39" name="テキスト プレースホルダー 2">
              <a:extLst>
                <a:ext uri="{FF2B5EF4-FFF2-40B4-BE49-F238E27FC236}">
                  <a16:creationId xmlns:a16="http://schemas.microsoft.com/office/drawing/2014/main" id="{22CF146B-FB8C-D421-FCCA-1202A4893833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4329187" y="4902439"/>
              <a:ext cx="1152517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Nsn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941" name="テキスト プレースホルダー 2">
              <a:extLst>
                <a:ext uri="{FF2B5EF4-FFF2-40B4-BE49-F238E27FC236}">
                  <a16:creationId xmlns:a16="http://schemas.microsoft.com/office/drawing/2014/main" id="{DDE17801-F414-C6D1-6188-9671BB04FD1C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2871553" y="4952184"/>
              <a:ext cx="1525472" cy="548741"/>
            </a:xfrm>
            <a:prstGeom prst="rect">
              <a:avLst/>
            </a:prstGeom>
          </p:spPr>
          <p:txBody>
            <a:bodyPr vert="horz" lIns="91440" tIns="45720" rIns="91440" bIns="45720" numCol="1" spcCol="828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kumimoji="1" lang="en-US" altLang="ja-JP" sz="3600" i="1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P</a:t>
              </a:r>
              <a:r>
                <a:rPr kumimoji="1" lang="en-US" altLang="ja-JP" sz="3600" baseline="-25000" err="1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rPr>
                <a:t>Core</a:t>
              </a:r>
              <a:endPara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947" name="Group 946">
              <a:extLst>
                <a:ext uri="{FF2B5EF4-FFF2-40B4-BE49-F238E27FC236}">
                  <a16:creationId xmlns:a16="http://schemas.microsoft.com/office/drawing/2014/main" id="{7713941B-0412-B968-B7B4-6F3C6B84B5DC}"/>
                </a:ext>
              </a:extLst>
            </p:cNvPr>
            <p:cNvGrpSpPr/>
            <p:nvPr/>
          </p:nvGrpSpPr>
          <p:grpSpPr>
            <a:xfrm flipH="1">
              <a:off x="8548183" y="5875209"/>
              <a:ext cx="225168" cy="99807"/>
              <a:chOff x="10384525" y="2768984"/>
              <a:chExt cx="225168" cy="99807"/>
            </a:xfrm>
          </p:grpSpPr>
          <p:cxnSp>
            <p:nvCxnSpPr>
              <p:cNvPr id="948" name="Straight Connector 947">
                <a:extLst>
                  <a:ext uri="{FF2B5EF4-FFF2-40B4-BE49-F238E27FC236}">
                    <a16:creationId xmlns:a16="http://schemas.microsoft.com/office/drawing/2014/main" id="{7903CF0C-C6AE-887D-2108-C322FB316C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4525" y="2768984"/>
                <a:ext cx="22516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Straight Connector 948">
                <a:extLst>
                  <a:ext uri="{FF2B5EF4-FFF2-40B4-BE49-F238E27FC236}">
                    <a16:creationId xmlns:a16="http://schemas.microsoft.com/office/drawing/2014/main" id="{F193651C-7106-D94B-0A71-184301BB27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39016" y="2819377"/>
                <a:ext cx="11793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0" name="Straight Connector 949">
                <a:extLst>
                  <a:ext uri="{FF2B5EF4-FFF2-40B4-BE49-F238E27FC236}">
                    <a16:creationId xmlns:a16="http://schemas.microsoft.com/office/drawing/2014/main" id="{30D16158-194C-6E05-67C2-C6EBA90E2E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65908" y="2868791"/>
                <a:ext cx="5896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1" name="Group 950">
              <a:extLst>
                <a:ext uri="{FF2B5EF4-FFF2-40B4-BE49-F238E27FC236}">
                  <a16:creationId xmlns:a16="http://schemas.microsoft.com/office/drawing/2014/main" id="{106137EE-F929-7160-B9F9-98527E6DA041}"/>
                </a:ext>
              </a:extLst>
            </p:cNvPr>
            <p:cNvGrpSpPr/>
            <p:nvPr/>
          </p:nvGrpSpPr>
          <p:grpSpPr>
            <a:xfrm flipH="1">
              <a:off x="5504503" y="5860145"/>
              <a:ext cx="225168" cy="99807"/>
              <a:chOff x="10384525" y="2768984"/>
              <a:chExt cx="225168" cy="99807"/>
            </a:xfrm>
          </p:grpSpPr>
          <p:cxnSp>
            <p:nvCxnSpPr>
              <p:cNvPr id="952" name="Straight Connector 951">
                <a:extLst>
                  <a:ext uri="{FF2B5EF4-FFF2-40B4-BE49-F238E27FC236}">
                    <a16:creationId xmlns:a16="http://schemas.microsoft.com/office/drawing/2014/main" id="{82C2D546-58F2-46D9-48C9-1CFA278CB4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4525" y="2768984"/>
                <a:ext cx="22516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3" name="Straight Connector 952">
                <a:extLst>
                  <a:ext uri="{FF2B5EF4-FFF2-40B4-BE49-F238E27FC236}">
                    <a16:creationId xmlns:a16="http://schemas.microsoft.com/office/drawing/2014/main" id="{8738BAC8-EEF5-B91E-0A0F-141EDAEBAA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39016" y="2819377"/>
                <a:ext cx="11793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4" name="Straight Connector 953">
                <a:extLst>
                  <a:ext uri="{FF2B5EF4-FFF2-40B4-BE49-F238E27FC236}">
                    <a16:creationId xmlns:a16="http://schemas.microsoft.com/office/drawing/2014/main" id="{17722C55-5660-D647-2898-37C69430D0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65908" y="2868791"/>
                <a:ext cx="58969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58" name="Arrow: Curved Left 957">
              <a:extLst>
                <a:ext uri="{FF2B5EF4-FFF2-40B4-BE49-F238E27FC236}">
                  <a16:creationId xmlns:a16="http://schemas.microsoft.com/office/drawing/2014/main" id="{E3412B3C-0522-3063-10D9-848B407D58BF}"/>
                </a:ext>
              </a:extLst>
            </p:cNvPr>
            <p:cNvSpPr/>
            <p:nvPr/>
          </p:nvSpPr>
          <p:spPr>
            <a:xfrm>
              <a:off x="10006637" y="1860775"/>
              <a:ext cx="610182" cy="1672507"/>
            </a:xfrm>
            <a:prstGeom prst="curvedLeftArrow">
              <a:avLst>
                <a:gd name="adj1" fmla="val 25000"/>
                <a:gd name="adj2" fmla="val 57329"/>
                <a:gd name="adj3" fmla="val 3177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959" name="Rectangle 958">
            <a:extLst>
              <a:ext uri="{FF2B5EF4-FFF2-40B4-BE49-F238E27FC236}">
                <a16:creationId xmlns:a16="http://schemas.microsoft.com/office/drawing/2014/main" id="{05329F23-F9DD-5846-46ED-983BB2DFE352}"/>
              </a:ext>
            </a:extLst>
          </p:cNvPr>
          <p:cNvSpPr/>
          <p:nvPr/>
        </p:nvSpPr>
        <p:spPr>
          <a:xfrm rot="5400000">
            <a:off x="14312970" y="4612879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CED153C5-145D-1DCF-3CEC-1CCE285040BD}"/>
              </a:ext>
            </a:extLst>
          </p:cNvPr>
          <p:cNvSpPr/>
          <p:nvPr/>
        </p:nvSpPr>
        <p:spPr>
          <a:xfrm rot="5400000">
            <a:off x="14850960" y="4612879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61" name="Straight Connector 960">
            <a:extLst>
              <a:ext uri="{FF2B5EF4-FFF2-40B4-BE49-F238E27FC236}">
                <a16:creationId xmlns:a16="http://schemas.microsoft.com/office/drawing/2014/main" id="{1D30E5B5-24E1-B80E-1D07-B01193C595FE}"/>
              </a:ext>
            </a:extLst>
          </p:cNvPr>
          <p:cNvCxnSpPr>
            <a:cxnSpLocks/>
            <a:stCxn id="959" idx="3"/>
          </p:cNvCxnSpPr>
          <p:nvPr/>
        </p:nvCxnSpPr>
        <p:spPr>
          <a:xfrm>
            <a:off x="14632706" y="508902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Straight Connector 961">
            <a:extLst>
              <a:ext uri="{FF2B5EF4-FFF2-40B4-BE49-F238E27FC236}">
                <a16:creationId xmlns:a16="http://schemas.microsoft.com/office/drawing/2014/main" id="{3E4B32BB-A897-FC2D-B449-D4EE0DAC5E09}"/>
              </a:ext>
            </a:extLst>
          </p:cNvPr>
          <p:cNvCxnSpPr/>
          <p:nvPr/>
        </p:nvCxnSpPr>
        <p:spPr>
          <a:xfrm>
            <a:off x="15165236" y="508902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Straight Connector 962">
            <a:extLst>
              <a:ext uri="{FF2B5EF4-FFF2-40B4-BE49-F238E27FC236}">
                <a16:creationId xmlns:a16="http://schemas.microsoft.com/office/drawing/2014/main" id="{EF3F3EFD-8AB4-F31F-EF2B-ECA57DF6BC57}"/>
              </a:ext>
            </a:extLst>
          </p:cNvPr>
          <p:cNvCxnSpPr>
            <a:cxnSpLocks/>
          </p:cNvCxnSpPr>
          <p:nvPr/>
        </p:nvCxnSpPr>
        <p:spPr>
          <a:xfrm>
            <a:off x="14632706" y="5417646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Straight Connector 963">
            <a:extLst>
              <a:ext uri="{FF2B5EF4-FFF2-40B4-BE49-F238E27FC236}">
                <a16:creationId xmlns:a16="http://schemas.microsoft.com/office/drawing/2014/main" id="{666C98C1-6572-615D-6DAE-BF5E6392F8EF}"/>
              </a:ext>
            </a:extLst>
          </p:cNvPr>
          <p:cNvCxnSpPr>
            <a:cxnSpLocks/>
          </p:cNvCxnSpPr>
          <p:nvPr/>
        </p:nvCxnSpPr>
        <p:spPr>
          <a:xfrm>
            <a:off x="14898971" y="541764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Straight Connector 964">
            <a:extLst>
              <a:ext uri="{FF2B5EF4-FFF2-40B4-BE49-F238E27FC236}">
                <a16:creationId xmlns:a16="http://schemas.microsoft.com/office/drawing/2014/main" id="{DE56E37A-43B4-2090-A0D5-F2684925E625}"/>
              </a:ext>
            </a:extLst>
          </p:cNvPr>
          <p:cNvCxnSpPr>
            <a:cxnSpLocks/>
          </p:cNvCxnSpPr>
          <p:nvPr/>
        </p:nvCxnSpPr>
        <p:spPr>
          <a:xfrm>
            <a:off x="14663808" y="5746266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Straight Connector 965">
            <a:extLst>
              <a:ext uri="{FF2B5EF4-FFF2-40B4-BE49-F238E27FC236}">
                <a16:creationId xmlns:a16="http://schemas.microsoft.com/office/drawing/2014/main" id="{EFA766BD-719D-9A63-8FBD-1BD22182E2BA}"/>
              </a:ext>
            </a:extLst>
          </p:cNvPr>
          <p:cNvCxnSpPr>
            <a:cxnSpLocks/>
          </p:cNvCxnSpPr>
          <p:nvPr/>
        </p:nvCxnSpPr>
        <p:spPr>
          <a:xfrm>
            <a:off x="14738487" y="5882658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Connector 966">
            <a:extLst>
              <a:ext uri="{FF2B5EF4-FFF2-40B4-BE49-F238E27FC236}">
                <a16:creationId xmlns:a16="http://schemas.microsoft.com/office/drawing/2014/main" id="{2EB9FA54-D87B-8CC7-1250-5D14A5EB5D16}"/>
              </a:ext>
            </a:extLst>
          </p:cNvPr>
          <p:cNvCxnSpPr>
            <a:cxnSpLocks/>
          </p:cNvCxnSpPr>
          <p:nvPr/>
        </p:nvCxnSpPr>
        <p:spPr>
          <a:xfrm>
            <a:off x="14789117" y="6211278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Straight Connector 967">
            <a:extLst>
              <a:ext uri="{FF2B5EF4-FFF2-40B4-BE49-F238E27FC236}">
                <a16:creationId xmlns:a16="http://schemas.microsoft.com/office/drawing/2014/main" id="{580191AB-C5E5-DE5A-7843-1435AF872787}"/>
              </a:ext>
            </a:extLst>
          </p:cNvPr>
          <p:cNvCxnSpPr/>
          <p:nvPr/>
        </p:nvCxnSpPr>
        <p:spPr>
          <a:xfrm>
            <a:off x="14898971" y="588265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9" name="Straight Connector 968">
            <a:extLst>
              <a:ext uri="{FF2B5EF4-FFF2-40B4-BE49-F238E27FC236}">
                <a16:creationId xmlns:a16="http://schemas.microsoft.com/office/drawing/2014/main" id="{B5B86904-773F-EB8C-1139-36E391652DC8}"/>
              </a:ext>
            </a:extLst>
          </p:cNvPr>
          <p:cNvCxnSpPr>
            <a:cxnSpLocks/>
          </p:cNvCxnSpPr>
          <p:nvPr/>
        </p:nvCxnSpPr>
        <p:spPr>
          <a:xfrm>
            <a:off x="14846838" y="624878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0" name="Straight Connector 969">
            <a:extLst>
              <a:ext uri="{FF2B5EF4-FFF2-40B4-BE49-F238E27FC236}">
                <a16:creationId xmlns:a16="http://schemas.microsoft.com/office/drawing/2014/main" id="{9CF4C89B-35B9-0FF6-12AD-CFE38955AE31}"/>
              </a:ext>
            </a:extLst>
          </p:cNvPr>
          <p:cNvCxnSpPr>
            <a:cxnSpLocks/>
          </p:cNvCxnSpPr>
          <p:nvPr/>
        </p:nvCxnSpPr>
        <p:spPr>
          <a:xfrm>
            <a:off x="14871349" y="6286294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1" name="Straight Connector 970">
            <a:extLst>
              <a:ext uri="{FF2B5EF4-FFF2-40B4-BE49-F238E27FC236}">
                <a16:creationId xmlns:a16="http://schemas.microsoft.com/office/drawing/2014/main" id="{A3100B63-E626-C2C6-AF96-1528B2102728}"/>
              </a:ext>
            </a:extLst>
          </p:cNvPr>
          <p:cNvCxnSpPr/>
          <p:nvPr/>
        </p:nvCxnSpPr>
        <p:spPr>
          <a:xfrm>
            <a:off x="14632706" y="41209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2" name="Straight Connector 971">
            <a:extLst>
              <a:ext uri="{FF2B5EF4-FFF2-40B4-BE49-F238E27FC236}">
                <a16:creationId xmlns:a16="http://schemas.microsoft.com/office/drawing/2014/main" id="{32A84AF8-64BD-9B1A-B9F9-55F8C75FDA04}"/>
              </a:ext>
            </a:extLst>
          </p:cNvPr>
          <p:cNvCxnSpPr/>
          <p:nvPr/>
        </p:nvCxnSpPr>
        <p:spPr>
          <a:xfrm>
            <a:off x="15165236" y="412093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3" name="Straight Connector 972">
            <a:extLst>
              <a:ext uri="{FF2B5EF4-FFF2-40B4-BE49-F238E27FC236}">
                <a16:creationId xmlns:a16="http://schemas.microsoft.com/office/drawing/2014/main" id="{DE1A0957-DE78-6E02-5D05-DA56B25D6DD4}"/>
              </a:ext>
            </a:extLst>
          </p:cNvPr>
          <p:cNvCxnSpPr>
            <a:cxnSpLocks/>
          </p:cNvCxnSpPr>
          <p:nvPr/>
        </p:nvCxnSpPr>
        <p:spPr>
          <a:xfrm>
            <a:off x="14632706" y="4132572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4" name="Straight Connector 973">
            <a:extLst>
              <a:ext uri="{FF2B5EF4-FFF2-40B4-BE49-F238E27FC236}">
                <a16:creationId xmlns:a16="http://schemas.microsoft.com/office/drawing/2014/main" id="{347FA9B7-570E-3303-9418-27B0B45F59F1}"/>
              </a:ext>
            </a:extLst>
          </p:cNvPr>
          <p:cNvCxnSpPr>
            <a:cxnSpLocks/>
          </p:cNvCxnSpPr>
          <p:nvPr/>
        </p:nvCxnSpPr>
        <p:spPr>
          <a:xfrm>
            <a:off x="14898971" y="3792313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5" name="Rectangle 974">
            <a:extLst>
              <a:ext uri="{FF2B5EF4-FFF2-40B4-BE49-F238E27FC236}">
                <a16:creationId xmlns:a16="http://schemas.microsoft.com/office/drawing/2014/main" id="{6287D492-6DF7-A75D-18A8-E616F87529E3}"/>
              </a:ext>
            </a:extLst>
          </p:cNvPr>
          <p:cNvSpPr/>
          <p:nvPr/>
        </p:nvSpPr>
        <p:spPr>
          <a:xfrm rot="10800000">
            <a:off x="15165236" y="3652164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76" name="Straight Connector 975">
            <a:extLst>
              <a:ext uri="{FF2B5EF4-FFF2-40B4-BE49-F238E27FC236}">
                <a16:creationId xmlns:a16="http://schemas.microsoft.com/office/drawing/2014/main" id="{8C40E4AE-5C50-49B1-3FBB-064C8ED49EE8}"/>
              </a:ext>
            </a:extLst>
          </p:cNvPr>
          <p:cNvCxnSpPr>
            <a:cxnSpLocks/>
          </p:cNvCxnSpPr>
          <p:nvPr/>
        </p:nvCxnSpPr>
        <p:spPr>
          <a:xfrm>
            <a:off x="14898971" y="380903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7" name="Straight Connector 976">
            <a:extLst>
              <a:ext uri="{FF2B5EF4-FFF2-40B4-BE49-F238E27FC236}">
                <a16:creationId xmlns:a16="http://schemas.microsoft.com/office/drawing/2014/main" id="{E797D239-987E-B676-FF98-4FA5491232D2}"/>
              </a:ext>
            </a:extLst>
          </p:cNvPr>
          <p:cNvCxnSpPr>
            <a:cxnSpLocks/>
          </p:cNvCxnSpPr>
          <p:nvPr/>
        </p:nvCxnSpPr>
        <p:spPr>
          <a:xfrm>
            <a:off x="15804708" y="380918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8" name="Oval 977">
            <a:extLst>
              <a:ext uri="{FF2B5EF4-FFF2-40B4-BE49-F238E27FC236}">
                <a16:creationId xmlns:a16="http://schemas.microsoft.com/office/drawing/2014/main" id="{91A141BF-2169-B1FA-E7AC-FA8F5D100F5D}"/>
              </a:ext>
            </a:extLst>
          </p:cNvPr>
          <p:cNvSpPr/>
          <p:nvPr/>
        </p:nvSpPr>
        <p:spPr>
          <a:xfrm>
            <a:off x="16047696" y="376248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79" name="Straight Connector 978">
            <a:extLst>
              <a:ext uri="{FF2B5EF4-FFF2-40B4-BE49-F238E27FC236}">
                <a16:creationId xmlns:a16="http://schemas.microsoft.com/office/drawing/2014/main" id="{14819C85-E418-4F77-677B-48DF8243DB14}"/>
              </a:ext>
            </a:extLst>
          </p:cNvPr>
          <p:cNvCxnSpPr>
            <a:cxnSpLocks/>
          </p:cNvCxnSpPr>
          <p:nvPr/>
        </p:nvCxnSpPr>
        <p:spPr>
          <a:xfrm>
            <a:off x="16117520" y="381035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" name="Rectangle 979">
            <a:extLst>
              <a:ext uri="{FF2B5EF4-FFF2-40B4-BE49-F238E27FC236}">
                <a16:creationId xmlns:a16="http://schemas.microsoft.com/office/drawing/2014/main" id="{268F921C-773F-CE45-9FDE-49FF19E8D3CB}"/>
              </a:ext>
            </a:extLst>
          </p:cNvPr>
          <p:cNvSpPr/>
          <p:nvPr/>
        </p:nvSpPr>
        <p:spPr>
          <a:xfrm rot="10800000">
            <a:off x="16383785" y="3635902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81" name="Straight Connector 980">
            <a:extLst>
              <a:ext uri="{FF2B5EF4-FFF2-40B4-BE49-F238E27FC236}">
                <a16:creationId xmlns:a16="http://schemas.microsoft.com/office/drawing/2014/main" id="{CDEEF065-0A37-6682-A47C-1001A96D8706}"/>
              </a:ext>
            </a:extLst>
          </p:cNvPr>
          <p:cNvCxnSpPr>
            <a:cxnSpLocks/>
          </p:cNvCxnSpPr>
          <p:nvPr/>
        </p:nvCxnSpPr>
        <p:spPr>
          <a:xfrm>
            <a:off x="17023257" y="379992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2" name="Rectangle 981">
            <a:extLst>
              <a:ext uri="{FF2B5EF4-FFF2-40B4-BE49-F238E27FC236}">
                <a16:creationId xmlns:a16="http://schemas.microsoft.com/office/drawing/2014/main" id="{A78AD630-5BA7-6CCF-ABEB-102002867F84}"/>
              </a:ext>
            </a:extLst>
          </p:cNvPr>
          <p:cNvSpPr/>
          <p:nvPr/>
        </p:nvSpPr>
        <p:spPr>
          <a:xfrm rot="10800000">
            <a:off x="17282597" y="3643514"/>
            <a:ext cx="639472" cy="312821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83" name="Straight Connector 982">
            <a:extLst>
              <a:ext uri="{FF2B5EF4-FFF2-40B4-BE49-F238E27FC236}">
                <a16:creationId xmlns:a16="http://schemas.microsoft.com/office/drawing/2014/main" id="{6354AD62-E106-A7CD-A2F0-212938AB5B8E}"/>
              </a:ext>
            </a:extLst>
          </p:cNvPr>
          <p:cNvCxnSpPr>
            <a:cxnSpLocks/>
          </p:cNvCxnSpPr>
          <p:nvPr/>
        </p:nvCxnSpPr>
        <p:spPr>
          <a:xfrm>
            <a:off x="17918132" y="3799926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4" name="テキスト プレースホルダー 2">
            <a:extLst>
              <a:ext uri="{FF2B5EF4-FFF2-40B4-BE49-F238E27FC236}">
                <a16:creationId xmlns:a16="http://schemas.microsoft.com/office/drawing/2014/main" id="{DD7BD68F-8AFE-1349-BFC7-39DE7AB3384F}"/>
              </a:ext>
            </a:extLst>
          </p:cNvPr>
          <p:cNvSpPr txBox="1">
            <a:spLocks/>
          </p:cNvSpPr>
          <p:nvPr/>
        </p:nvSpPr>
        <p:spPr>
          <a:xfrm>
            <a:off x="15273902" y="5593725"/>
            <a:ext cx="1269225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85" name="テキスト プレースホルダー 2">
            <a:extLst>
              <a:ext uri="{FF2B5EF4-FFF2-40B4-BE49-F238E27FC236}">
                <a16:creationId xmlns:a16="http://schemas.microsoft.com/office/drawing/2014/main" id="{904147DF-B6A6-2E42-2662-A1ADFFACF261}"/>
              </a:ext>
            </a:extLst>
          </p:cNvPr>
          <p:cNvSpPr txBox="1">
            <a:spLocks/>
          </p:cNvSpPr>
          <p:nvPr/>
        </p:nvSpPr>
        <p:spPr>
          <a:xfrm>
            <a:off x="15165234" y="5017781"/>
            <a:ext cx="1269228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86" name="テキスト プレースホルダー 2">
            <a:extLst>
              <a:ext uri="{FF2B5EF4-FFF2-40B4-BE49-F238E27FC236}">
                <a16:creationId xmlns:a16="http://schemas.microsoft.com/office/drawing/2014/main" id="{0EC098D1-11D5-0E1E-A6EF-904970B7809F}"/>
              </a:ext>
            </a:extLst>
          </p:cNvPr>
          <p:cNvSpPr txBox="1">
            <a:spLocks/>
          </p:cNvSpPr>
          <p:nvPr/>
        </p:nvSpPr>
        <p:spPr>
          <a:xfrm>
            <a:off x="13690081" y="4999780"/>
            <a:ext cx="1022889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87" name="テキスト プレースホルダー 2">
            <a:extLst>
              <a:ext uri="{FF2B5EF4-FFF2-40B4-BE49-F238E27FC236}">
                <a16:creationId xmlns:a16="http://schemas.microsoft.com/office/drawing/2014/main" id="{E887AA4C-3B94-E0AA-CF89-B5135F40ADD4}"/>
              </a:ext>
            </a:extLst>
          </p:cNvPr>
          <p:cNvSpPr txBox="1">
            <a:spLocks/>
          </p:cNvSpPr>
          <p:nvPr/>
        </p:nvSpPr>
        <p:spPr>
          <a:xfrm>
            <a:off x="15014153" y="3047997"/>
            <a:ext cx="1125408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88" name="テキスト プレースホルダー 2">
            <a:extLst>
              <a:ext uri="{FF2B5EF4-FFF2-40B4-BE49-F238E27FC236}">
                <a16:creationId xmlns:a16="http://schemas.microsoft.com/office/drawing/2014/main" id="{4965FDD3-40DD-908A-BE59-970FC0D1678F}"/>
              </a:ext>
            </a:extLst>
          </p:cNvPr>
          <p:cNvSpPr txBox="1">
            <a:spLocks/>
          </p:cNvSpPr>
          <p:nvPr/>
        </p:nvSpPr>
        <p:spPr>
          <a:xfrm>
            <a:off x="16267499" y="3052892"/>
            <a:ext cx="1125408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89" name="テキスト プレースホルダー 2">
            <a:extLst>
              <a:ext uri="{FF2B5EF4-FFF2-40B4-BE49-F238E27FC236}">
                <a16:creationId xmlns:a16="http://schemas.microsoft.com/office/drawing/2014/main" id="{B7C37018-874C-CD7B-BF9C-9C3ACA6D0F2D}"/>
              </a:ext>
            </a:extLst>
          </p:cNvPr>
          <p:cNvSpPr txBox="1">
            <a:spLocks/>
          </p:cNvSpPr>
          <p:nvPr/>
        </p:nvSpPr>
        <p:spPr>
          <a:xfrm>
            <a:off x="17175286" y="3052892"/>
            <a:ext cx="1125409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990" name="Oval 989">
            <a:extLst>
              <a:ext uri="{FF2B5EF4-FFF2-40B4-BE49-F238E27FC236}">
                <a16:creationId xmlns:a16="http://schemas.microsoft.com/office/drawing/2014/main" id="{C37FD3BA-487D-78D0-39E6-9B39A95C41EE}"/>
              </a:ext>
            </a:extLst>
          </p:cNvPr>
          <p:cNvSpPr/>
          <p:nvPr/>
        </p:nvSpPr>
        <p:spPr>
          <a:xfrm>
            <a:off x="15804708" y="4285814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91" name="Straight Arrow Connector 990">
            <a:extLst>
              <a:ext uri="{FF2B5EF4-FFF2-40B4-BE49-F238E27FC236}">
                <a16:creationId xmlns:a16="http://schemas.microsoft.com/office/drawing/2014/main" id="{36D8FFC6-5F38-C56B-4171-1C52B96B7445}"/>
              </a:ext>
            </a:extLst>
          </p:cNvPr>
          <p:cNvCxnSpPr>
            <a:cxnSpLocks/>
          </p:cNvCxnSpPr>
          <p:nvPr/>
        </p:nvCxnSpPr>
        <p:spPr>
          <a:xfrm flipH="1" flipV="1">
            <a:off x="16088921" y="4370154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Straight Connector 991">
            <a:extLst>
              <a:ext uri="{FF2B5EF4-FFF2-40B4-BE49-F238E27FC236}">
                <a16:creationId xmlns:a16="http://schemas.microsoft.com/office/drawing/2014/main" id="{DE4B468E-B77F-F129-8EDD-5AFF9050DF0F}"/>
              </a:ext>
            </a:extLst>
          </p:cNvPr>
          <p:cNvCxnSpPr>
            <a:cxnSpLocks/>
          </p:cNvCxnSpPr>
          <p:nvPr/>
        </p:nvCxnSpPr>
        <p:spPr>
          <a:xfrm>
            <a:off x="16097813" y="3855432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3" name="Straight Connector 992">
            <a:extLst>
              <a:ext uri="{FF2B5EF4-FFF2-40B4-BE49-F238E27FC236}">
                <a16:creationId xmlns:a16="http://schemas.microsoft.com/office/drawing/2014/main" id="{DCDBC7A0-78CE-6DF9-3958-0E9329683A8F}"/>
              </a:ext>
            </a:extLst>
          </p:cNvPr>
          <p:cNvCxnSpPr>
            <a:cxnSpLocks/>
          </p:cNvCxnSpPr>
          <p:nvPr/>
        </p:nvCxnSpPr>
        <p:spPr>
          <a:xfrm>
            <a:off x="15989326" y="520188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Straight Connector 993">
            <a:extLst>
              <a:ext uri="{FF2B5EF4-FFF2-40B4-BE49-F238E27FC236}">
                <a16:creationId xmlns:a16="http://schemas.microsoft.com/office/drawing/2014/main" id="{25C3792C-2A2C-EE04-318F-498D75143E2E}"/>
              </a:ext>
            </a:extLst>
          </p:cNvPr>
          <p:cNvCxnSpPr/>
          <p:nvPr/>
        </p:nvCxnSpPr>
        <p:spPr>
          <a:xfrm>
            <a:off x="16099180" y="487326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5" name="Straight Connector 994">
            <a:extLst>
              <a:ext uri="{FF2B5EF4-FFF2-40B4-BE49-F238E27FC236}">
                <a16:creationId xmlns:a16="http://schemas.microsoft.com/office/drawing/2014/main" id="{F18AB24A-068C-22D6-5B98-082A32F7877A}"/>
              </a:ext>
            </a:extLst>
          </p:cNvPr>
          <p:cNvCxnSpPr>
            <a:cxnSpLocks/>
          </p:cNvCxnSpPr>
          <p:nvPr/>
        </p:nvCxnSpPr>
        <p:spPr>
          <a:xfrm>
            <a:off x="16047047" y="5239392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" name="Straight Connector 995">
            <a:extLst>
              <a:ext uri="{FF2B5EF4-FFF2-40B4-BE49-F238E27FC236}">
                <a16:creationId xmlns:a16="http://schemas.microsoft.com/office/drawing/2014/main" id="{594401F1-0B89-546A-72B6-2CE04506916B}"/>
              </a:ext>
            </a:extLst>
          </p:cNvPr>
          <p:cNvCxnSpPr>
            <a:cxnSpLocks/>
          </p:cNvCxnSpPr>
          <p:nvPr/>
        </p:nvCxnSpPr>
        <p:spPr>
          <a:xfrm>
            <a:off x="16071558" y="527690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Straight Connector 996">
            <a:extLst>
              <a:ext uri="{FF2B5EF4-FFF2-40B4-BE49-F238E27FC236}">
                <a16:creationId xmlns:a16="http://schemas.microsoft.com/office/drawing/2014/main" id="{800EF939-4D2A-418F-1895-0D05155DF8F8}"/>
              </a:ext>
            </a:extLst>
          </p:cNvPr>
          <p:cNvCxnSpPr>
            <a:cxnSpLocks/>
          </p:cNvCxnSpPr>
          <p:nvPr/>
        </p:nvCxnSpPr>
        <p:spPr>
          <a:xfrm>
            <a:off x="18501694" y="1414228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8" name="Rectangle 997">
            <a:extLst>
              <a:ext uri="{FF2B5EF4-FFF2-40B4-BE49-F238E27FC236}">
                <a16:creationId xmlns:a16="http://schemas.microsoft.com/office/drawing/2014/main" id="{5068ACD8-67E6-858C-92C5-9FA4D37AE024}"/>
              </a:ext>
            </a:extLst>
          </p:cNvPr>
          <p:cNvSpPr/>
          <p:nvPr/>
        </p:nvSpPr>
        <p:spPr>
          <a:xfrm rot="10800000">
            <a:off x="19101158" y="5931492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999" name="Straight Connector 998">
            <a:extLst>
              <a:ext uri="{FF2B5EF4-FFF2-40B4-BE49-F238E27FC236}">
                <a16:creationId xmlns:a16="http://schemas.microsoft.com/office/drawing/2014/main" id="{9642D2E8-FC76-B45A-62D5-2EB41BF506A8}"/>
              </a:ext>
            </a:extLst>
          </p:cNvPr>
          <p:cNvCxnSpPr>
            <a:cxnSpLocks/>
          </p:cNvCxnSpPr>
          <p:nvPr/>
        </p:nvCxnSpPr>
        <p:spPr>
          <a:xfrm>
            <a:off x="19733705" y="609701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Oval 999">
            <a:extLst>
              <a:ext uri="{FF2B5EF4-FFF2-40B4-BE49-F238E27FC236}">
                <a16:creationId xmlns:a16="http://schemas.microsoft.com/office/drawing/2014/main" id="{ECC53CE4-B375-92A9-4BD9-EB7CEF255544}"/>
              </a:ext>
            </a:extLst>
          </p:cNvPr>
          <p:cNvSpPr/>
          <p:nvPr/>
        </p:nvSpPr>
        <p:spPr>
          <a:xfrm>
            <a:off x="19976693" y="605031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01" name="Straight Connector 1000">
            <a:extLst>
              <a:ext uri="{FF2B5EF4-FFF2-40B4-BE49-F238E27FC236}">
                <a16:creationId xmlns:a16="http://schemas.microsoft.com/office/drawing/2014/main" id="{64FAC047-74FD-4830-2514-E74C50B089E0}"/>
              </a:ext>
            </a:extLst>
          </p:cNvPr>
          <p:cNvCxnSpPr>
            <a:cxnSpLocks/>
          </p:cNvCxnSpPr>
          <p:nvPr/>
        </p:nvCxnSpPr>
        <p:spPr>
          <a:xfrm>
            <a:off x="20046517" y="609817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7BE04E33-D258-F158-C07B-AE93AF946182}"/>
              </a:ext>
            </a:extLst>
          </p:cNvPr>
          <p:cNvSpPr/>
          <p:nvPr/>
        </p:nvSpPr>
        <p:spPr>
          <a:xfrm rot="10800000">
            <a:off x="20312782" y="5926576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03" name="Straight Connector 1002">
            <a:extLst>
              <a:ext uri="{FF2B5EF4-FFF2-40B4-BE49-F238E27FC236}">
                <a16:creationId xmlns:a16="http://schemas.microsoft.com/office/drawing/2014/main" id="{B48C9EE5-15F5-0E70-15E3-66D9054BD050}"/>
              </a:ext>
            </a:extLst>
          </p:cNvPr>
          <p:cNvCxnSpPr>
            <a:cxnSpLocks/>
          </p:cNvCxnSpPr>
          <p:nvPr/>
        </p:nvCxnSpPr>
        <p:spPr>
          <a:xfrm>
            <a:off x="20952254" y="609655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6CDF6EA0-FF8F-3EC3-C150-B9958D736BB1}"/>
              </a:ext>
            </a:extLst>
          </p:cNvPr>
          <p:cNvSpPr/>
          <p:nvPr/>
        </p:nvSpPr>
        <p:spPr>
          <a:xfrm rot="5400000">
            <a:off x="19705017" y="5187228"/>
            <a:ext cx="639472" cy="312821"/>
          </a:xfrm>
          <a:prstGeom prst="rect">
            <a:avLst/>
          </a:prstGeom>
          <a:solidFill>
            <a:srgbClr val="00B0F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05" name="Straight Connector 1004">
            <a:extLst>
              <a:ext uri="{FF2B5EF4-FFF2-40B4-BE49-F238E27FC236}">
                <a16:creationId xmlns:a16="http://schemas.microsoft.com/office/drawing/2014/main" id="{3D64B944-8F61-6FAA-DF5C-AFDBD6C1A30D}"/>
              </a:ext>
            </a:extLst>
          </p:cNvPr>
          <p:cNvCxnSpPr>
            <a:cxnSpLocks/>
          </p:cNvCxnSpPr>
          <p:nvPr/>
        </p:nvCxnSpPr>
        <p:spPr>
          <a:xfrm>
            <a:off x="18493584" y="4411354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6" name="テキスト プレースホルダー 2">
            <a:extLst>
              <a:ext uri="{FF2B5EF4-FFF2-40B4-BE49-F238E27FC236}">
                <a16:creationId xmlns:a16="http://schemas.microsoft.com/office/drawing/2014/main" id="{FFD10E3F-5236-11F8-21E3-D6A408E9455F}"/>
              </a:ext>
            </a:extLst>
          </p:cNvPr>
          <p:cNvSpPr txBox="1">
            <a:spLocks/>
          </p:cNvSpPr>
          <p:nvPr/>
        </p:nvSpPr>
        <p:spPr>
          <a:xfrm>
            <a:off x="18801585" y="6198740"/>
            <a:ext cx="1093529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1007" name="テキスト プレースホルダー 2">
            <a:extLst>
              <a:ext uri="{FF2B5EF4-FFF2-40B4-BE49-F238E27FC236}">
                <a16:creationId xmlns:a16="http://schemas.microsoft.com/office/drawing/2014/main" id="{86E1881C-0603-AB9E-6B72-FEF667A07880}"/>
              </a:ext>
            </a:extLst>
          </p:cNvPr>
          <p:cNvSpPr txBox="1">
            <a:spLocks/>
          </p:cNvSpPr>
          <p:nvPr/>
        </p:nvSpPr>
        <p:spPr>
          <a:xfrm>
            <a:off x="20257692" y="6198740"/>
            <a:ext cx="1130818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1008" name="Oval 1007">
            <a:extLst>
              <a:ext uri="{FF2B5EF4-FFF2-40B4-BE49-F238E27FC236}">
                <a16:creationId xmlns:a16="http://schemas.microsoft.com/office/drawing/2014/main" id="{D916FA0D-F98B-925E-0377-AA0F28BD1DCD}"/>
              </a:ext>
            </a:extLst>
          </p:cNvPr>
          <p:cNvSpPr/>
          <p:nvPr/>
        </p:nvSpPr>
        <p:spPr>
          <a:xfrm>
            <a:off x="19733705" y="6573220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09" name="Straight Arrow Connector 1008">
            <a:extLst>
              <a:ext uri="{FF2B5EF4-FFF2-40B4-BE49-F238E27FC236}">
                <a16:creationId xmlns:a16="http://schemas.microsoft.com/office/drawing/2014/main" id="{99DFCA53-2E71-E51F-23A2-DBC5EF2101B8}"/>
              </a:ext>
            </a:extLst>
          </p:cNvPr>
          <p:cNvCxnSpPr>
            <a:cxnSpLocks/>
          </p:cNvCxnSpPr>
          <p:nvPr/>
        </p:nvCxnSpPr>
        <p:spPr>
          <a:xfrm flipH="1" flipV="1">
            <a:off x="20017918" y="6657560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Straight Connector 1009">
            <a:extLst>
              <a:ext uri="{FF2B5EF4-FFF2-40B4-BE49-F238E27FC236}">
                <a16:creationId xmlns:a16="http://schemas.microsoft.com/office/drawing/2014/main" id="{07E06485-4319-C2AC-F210-8D21A3147200}"/>
              </a:ext>
            </a:extLst>
          </p:cNvPr>
          <p:cNvCxnSpPr>
            <a:cxnSpLocks/>
          </p:cNvCxnSpPr>
          <p:nvPr/>
        </p:nvCxnSpPr>
        <p:spPr>
          <a:xfrm>
            <a:off x="20026810" y="614283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1" name="Straight Connector 1010">
            <a:extLst>
              <a:ext uri="{FF2B5EF4-FFF2-40B4-BE49-F238E27FC236}">
                <a16:creationId xmlns:a16="http://schemas.microsoft.com/office/drawing/2014/main" id="{F0FD6735-4929-6E7D-5F56-5E156F549A35}"/>
              </a:ext>
            </a:extLst>
          </p:cNvPr>
          <p:cNvCxnSpPr>
            <a:cxnSpLocks/>
          </p:cNvCxnSpPr>
          <p:nvPr/>
        </p:nvCxnSpPr>
        <p:spPr>
          <a:xfrm>
            <a:off x="19908064" y="7489290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2" name="Straight Connector 1011">
            <a:extLst>
              <a:ext uri="{FF2B5EF4-FFF2-40B4-BE49-F238E27FC236}">
                <a16:creationId xmlns:a16="http://schemas.microsoft.com/office/drawing/2014/main" id="{7E23B59D-C809-5F90-8B07-CE1CADD4F273}"/>
              </a:ext>
            </a:extLst>
          </p:cNvPr>
          <p:cNvCxnSpPr/>
          <p:nvPr/>
        </p:nvCxnSpPr>
        <p:spPr>
          <a:xfrm>
            <a:off x="20017918" y="716067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3" name="Straight Connector 1012">
            <a:extLst>
              <a:ext uri="{FF2B5EF4-FFF2-40B4-BE49-F238E27FC236}">
                <a16:creationId xmlns:a16="http://schemas.microsoft.com/office/drawing/2014/main" id="{D09B1A45-0049-CB2C-3FF8-C582286CFC87}"/>
              </a:ext>
            </a:extLst>
          </p:cNvPr>
          <p:cNvCxnSpPr>
            <a:cxnSpLocks/>
          </p:cNvCxnSpPr>
          <p:nvPr/>
        </p:nvCxnSpPr>
        <p:spPr>
          <a:xfrm>
            <a:off x="19965785" y="752679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Straight Connector 1013">
            <a:extLst>
              <a:ext uri="{FF2B5EF4-FFF2-40B4-BE49-F238E27FC236}">
                <a16:creationId xmlns:a16="http://schemas.microsoft.com/office/drawing/2014/main" id="{776D2DD9-B6FE-D5F9-338D-11D9FA5DC9F7}"/>
              </a:ext>
            </a:extLst>
          </p:cNvPr>
          <p:cNvCxnSpPr>
            <a:cxnSpLocks/>
          </p:cNvCxnSpPr>
          <p:nvPr/>
        </p:nvCxnSpPr>
        <p:spPr>
          <a:xfrm>
            <a:off x="19990296" y="7564306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5" name="テキスト プレースホルダー 2">
            <a:extLst>
              <a:ext uri="{FF2B5EF4-FFF2-40B4-BE49-F238E27FC236}">
                <a16:creationId xmlns:a16="http://schemas.microsoft.com/office/drawing/2014/main" id="{2CC12861-18B3-A67F-8DCB-8BAA8C9A13CA}"/>
              </a:ext>
            </a:extLst>
          </p:cNvPr>
          <p:cNvSpPr txBox="1">
            <a:spLocks/>
          </p:cNvSpPr>
          <p:nvPr/>
        </p:nvSpPr>
        <p:spPr>
          <a:xfrm>
            <a:off x="20141004" y="50239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A60914C3-A8E2-875C-2B62-D4C1CD512280}"/>
              </a:ext>
            </a:extLst>
          </p:cNvPr>
          <p:cNvSpPr/>
          <p:nvPr/>
        </p:nvSpPr>
        <p:spPr>
          <a:xfrm rot="10800000">
            <a:off x="19131506" y="4259506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17" name="Straight Connector 1016">
            <a:extLst>
              <a:ext uri="{FF2B5EF4-FFF2-40B4-BE49-F238E27FC236}">
                <a16:creationId xmlns:a16="http://schemas.microsoft.com/office/drawing/2014/main" id="{8E826DD5-3B13-D080-830E-134874F1B412}"/>
              </a:ext>
            </a:extLst>
          </p:cNvPr>
          <p:cNvCxnSpPr>
            <a:cxnSpLocks/>
          </p:cNvCxnSpPr>
          <p:nvPr/>
        </p:nvCxnSpPr>
        <p:spPr>
          <a:xfrm>
            <a:off x="19764053" y="4425027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8" name="Oval 1017">
            <a:extLst>
              <a:ext uri="{FF2B5EF4-FFF2-40B4-BE49-F238E27FC236}">
                <a16:creationId xmlns:a16="http://schemas.microsoft.com/office/drawing/2014/main" id="{C92F10C5-F977-98CF-6C5F-BA2D30BF32E0}"/>
              </a:ext>
            </a:extLst>
          </p:cNvPr>
          <p:cNvSpPr/>
          <p:nvPr/>
        </p:nvSpPr>
        <p:spPr>
          <a:xfrm>
            <a:off x="19981641" y="4378324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19" name="Straight Connector 1018">
            <a:extLst>
              <a:ext uri="{FF2B5EF4-FFF2-40B4-BE49-F238E27FC236}">
                <a16:creationId xmlns:a16="http://schemas.microsoft.com/office/drawing/2014/main" id="{805E2EAB-6A29-62C6-7705-6A5F8CC617A4}"/>
              </a:ext>
            </a:extLst>
          </p:cNvPr>
          <p:cNvCxnSpPr>
            <a:cxnSpLocks/>
          </p:cNvCxnSpPr>
          <p:nvPr/>
        </p:nvCxnSpPr>
        <p:spPr>
          <a:xfrm>
            <a:off x="20076865" y="442619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0" name="Rectangle 1019">
            <a:extLst>
              <a:ext uri="{FF2B5EF4-FFF2-40B4-BE49-F238E27FC236}">
                <a16:creationId xmlns:a16="http://schemas.microsoft.com/office/drawing/2014/main" id="{4E3A1F82-9BB1-B683-0D3C-3FC018D530F0}"/>
              </a:ext>
            </a:extLst>
          </p:cNvPr>
          <p:cNvSpPr/>
          <p:nvPr/>
        </p:nvSpPr>
        <p:spPr>
          <a:xfrm rot="10800000">
            <a:off x="20343130" y="4254590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21" name="テキスト プレースホルダー 2">
            <a:extLst>
              <a:ext uri="{FF2B5EF4-FFF2-40B4-BE49-F238E27FC236}">
                <a16:creationId xmlns:a16="http://schemas.microsoft.com/office/drawing/2014/main" id="{1D7EAA92-1989-8E42-0CB5-1DA6BC54F5B3}"/>
              </a:ext>
            </a:extLst>
          </p:cNvPr>
          <p:cNvSpPr txBox="1">
            <a:spLocks/>
          </p:cNvSpPr>
          <p:nvPr/>
        </p:nvSpPr>
        <p:spPr>
          <a:xfrm>
            <a:off x="18715934" y="3684758"/>
            <a:ext cx="120561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sp>
        <p:nvSpPr>
          <p:cNvPr id="1022" name="テキスト プレースホルダー 2">
            <a:extLst>
              <a:ext uri="{FF2B5EF4-FFF2-40B4-BE49-F238E27FC236}">
                <a16:creationId xmlns:a16="http://schemas.microsoft.com/office/drawing/2014/main" id="{68BF0044-39C1-9597-0999-97192CA401ED}"/>
              </a:ext>
            </a:extLst>
          </p:cNvPr>
          <p:cNvSpPr txBox="1">
            <a:spLocks/>
          </p:cNvSpPr>
          <p:nvPr/>
        </p:nvSpPr>
        <p:spPr>
          <a:xfrm>
            <a:off x="20250331" y="3684758"/>
            <a:ext cx="1136143" cy="5487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sp>
        <p:nvSpPr>
          <p:cNvPr id="1023" name="Oval 1022">
            <a:extLst>
              <a:ext uri="{FF2B5EF4-FFF2-40B4-BE49-F238E27FC236}">
                <a16:creationId xmlns:a16="http://schemas.microsoft.com/office/drawing/2014/main" id="{A378EAAC-7CCF-3A85-D916-B1DA9B0A2589}"/>
              </a:ext>
            </a:extLst>
          </p:cNvPr>
          <p:cNvSpPr/>
          <p:nvPr/>
        </p:nvSpPr>
        <p:spPr>
          <a:xfrm>
            <a:off x="19139057" y="4755353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1A13D857-3586-87BC-A133-AABFD79E3EC5}"/>
              </a:ext>
            </a:extLst>
          </p:cNvPr>
          <p:cNvCxnSpPr>
            <a:cxnSpLocks/>
          </p:cNvCxnSpPr>
          <p:nvPr/>
        </p:nvCxnSpPr>
        <p:spPr>
          <a:xfrm flipV="1">
            <a:off x="19297550" y="4883084"/>
            <a:ext cx="248168" cy="31476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7AEADE53-BECA-4B78-19C2-4D8F4C4B2318}"/>
              </a:ext>
            </a:extLst>
          </p:cNvPr>
          <p:cNvCxnSpPr>
            <a:cxnSpLocks/>
            <a:stCxn id="1018" idx="7"/>
            <a:endCxn id="1023" idx="7"/>
          </p:cNvCxnSpPr>
          <p:nvPr/>
        </p:nvCxnSpPr>
        <p:spPr>
          <a:xfrm flipH="1">
            <a:off x="19633329" y="4391958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テキスト プレースホルダー 2">
            <a:extLst>
              <a:ext uri="{FF2B5EF4-FFF2-40B4-BE49-F238E27FC236}">
                <a16:creationId xmlns:a16="http://schemas.microsoft.com/office/drawing/2014/main" id="{97003437-B238-223F-B965-B741A2523174}"/>
              </a:ext>
            </a:extLst>
          </p:cNvPr>
          <p:cNvSpPr txBox="1">
            <a:spLocks/>
          </p:cNvSpPr>
          <p:nvPr/>
        </p:nvSpPr>
        <p:spPr>
          <a:xfrm>
            <a:off x="18727039" y="6805355"/>
            <a:ext cx="120506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1027" name="テキスト プレースホルダー 2">
            <a:extLst>
              <a:ext uri="{FF2B5EF4-FFF2-40B4-BE49-F238E27FC236}">
                <a16:creationId xmlns:a16="http://schemas.microsoft.com/office/drawing/2014/main" id="{256866F0-3BEB-B758-357B-A3180FD44D1F}"/>
              </a:ext>
            </a:extLst>
          </p:cNvPr>
          <p:cNvSpPr txBox="1">
            <a:spLocks/>
          </p:cNvSpPr>
          <p:nvPr/>
        </p:nvSpPr>
        <p:spPr>
          <a:xfrm>
            <a:off x="18488480" y="5306142"/>
            <a:ext cx="1079138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246FA7BB-1225-AE48-170E-18817044CCE7}"/>
              </a:ext>
            </a:extLst>
          </p:cNvPr>
          <p:cNvCxnSpPr>
            <a:cxnSpLocks/>
          </p:cNvCxnSpPr>
          <p:nvPr/>
        </p:nvCxnSpPr>
        <p:spPr>
          <a:xfrm>
            <a:off x="18518780" y="6096162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E0DE2923-126E-C479-C511-EA85A1ED169C}"/>
              </a:ext>
            </a:extLst>
          </p:cNvPr>
          <p:cNvGrpSpPr/>
          <p:nvPr/>
        </p:nvGrpSpPr>
        <p:grpSpPr>
          <a:xfrm rot="5400000">
            <a:off x="18938008" y="5089914"/>
            <a:ext cx="225168" cy="403636"/>
            <a:chOff x="5124498" y="3780453"/>
            <a:chExt cx="225168" cy="403636"/>
          </a:xfrm>
        </p:grpSpPr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02E2A3DA-D2B7-B7BE-C762-1CDA1EF8B54D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2DA5BB8B-13A2-F401-2B4B-13C929ABD92F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6A77258B-C088-ED15-0E5B-A03B7BF74ABC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0CCDFB0A-FA21-B4D9-D696-8AA2280F79BF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A70B1A43-2226-1584-F09A-791ECCE5CB4A}"/>
              </a:ext>
            </a:extLst>
          </p:cNvPr>
          <p:cNvCxnSpPr>
            <a:cxnSpLocks/>
          </p:cNvCxnSpPr>
          <p:nvPr/>
        </p:nvCxnSpPr>
        <p:spPr>
          <a:xfrm>
            <a:off x="20028217" y="5675687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7A75C903-1EF7-CB11-4C52-1B63D52142DE}"/>
              </a:ext>
            </a:extLst>
          </p:cNvPr>
          <p:cNvCxnSpPr>
            <a:cxnSpLocks/>
          </p:cNvCxnSpPr>
          <p:nvPr/>
        </p:nvCxnSpPr>
        <p:spPr>
          <a:xfrm>
            <a:off x="20012442" y="4370528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C95D932C-C858-4A17-6139-C39F42FF4A57}"/>
              </a:ext>
            </a:extLst>
          </p:cNvPr>
          <p:cNvGrpSpPr/>
          <p:nvPr/>
        </p:nvGrpSpPr>
        <p:grpSpPr>
          <a:xfrm rot="16200000">
            <a:off x="19620820" y="3576859"/>
            <a:ext cx="794196" cy="182451"/>
            <a:chOff x="5478663" y="1384702"/>
            <a:chExt cx="794196" cy="182451"/>
          </a:xfrm>
        </p:grpSpPr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0C1307B4-EF8D-A0C5-98A2-86254D0FBB5C}"/>
                </a:ext>
              </a:extLst>
            </p:cNvPr>
            <p:cNvSpPr/>
            <p:nvPr/>
          </p:nvSpPr>
          <p:spPr>
            <a:xfrm>
              <a:off x="5478663" y="1386849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0DD8C25A-1BDD-2560-6998-01DECD751AF6}"/>
                </a:ext>
              </a:extLst>
            </p:cNvPr>
            <p:cNvSpPr/>
            <p:nvPr/>
          </p:nvSpPr>
          <p:spPr>
            <a:xfrm>
              <a:off x="5785609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EA231660-B5E3-FACE-33A2-0F2339C22FCE}"/>
                </a:ext>
              </a:extLst>
            </p:cNvPr>
            <p:cNvSpPr/>
            <p:nvPr/>
          </p:nvSpPr>
          <p:spPr>
            <a:xfrm>
              <a:off x="6092555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</p:grp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2FCA024-E9AD-4998-E3C4-0CF80E314114}"/>
              </a:ext>
            </a:extLst>
          </p:cNvPr>
          <p:cNvSpPr/>
          <p:nvPr/>
        </p:nvSpPr>
        <p:spPr>
          <a:xfrm rot="10800000" flipV="1">
            <a:off x="19125343" y="1246993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680CBE7F-A4F2-422B-8A78-8F8970AE8DCD}"/>
              </a:ext>
            </a:extLst>
          </p:cNvPr>
          <p:cNvCxnSpPr>
            <a:cxnSpLocks/>
          </p:cNvCxnSpPr>
          <p:nvPr/>
        </p:nvCxnSpPr>
        <p:spPr>
          <a:xfrm flipV="1">
            <a:off x="19757890" y="139429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Oval 1041">
            <a:extLst>
              <a:ext uri="{FF2B5EF4-FFF2-40B4-BE49-F238E27FC236}">
                <a16:creationId xmlns:a16="http://schemas.microsoft.com/office/drawing/2014/main" id="{DAF19E65-1FB6-141B-E14C-E61ACE27B4E4}"/>
              </a:ext>
            </a:extLst>
          </p:cNvPr>
          <p:cNvSpPr/>
          <p:nvPr/>
        </p:nvSpPr>
        <p:spPr>
          <a:xfrm flipV="1">
            <a:off x="20000878" y="1347897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A97392F7-E32F-BE2D-462A-1D279E703AB2}"/>
              </a:ext>
            </a:extLst>
          </p:cNvPr>
          <p:cNvCxnSpPr>
            <a:cxnSpLocks/>
          </p:cNvCxnSpPr>
          <p:nvPr/>
        </p:nvCxnSpPr>
        <p:spPr>
          <a:xfrm flipV="1">
            <a:off x="20070702" y="139313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0DA3C19A-71C3-B899-DE39-D11BB8DCC3BB}"/>
              </a:ext>
            </a:extLst>
          </p:cNvPr>
          <p:cNvSpPr/>
          <p:nvPr/>
        </p:nvSpPr>
        <p:spPr>
          <a:xfrm rot="10800000" flipV="1">
            <a:off x="20336967" y="1251909"/>
            <a:ext cx="639472" cy="312821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22EE451D-61D5-254C-416C-E55258C26D0D}"/>
              </a:ext>
            </a:extLst>
          </p:cNvPr>
          <p:cNvCxnSpPr>
            <a:cxnSpLocks/>
          </p:cNvCxnSpPr>
          <p:nvPr/>
        </p:nvCxnSpPr>
        <p:spPr>
          <a:xfrm flipV="1">
            <a:off x="20976439" y="139475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EA8C9BE0-93F6-21DE-B4D9-50A15DF7FC33}"/>
              </a:ext>
            </a:extLst>
          </p:cNvPr>
          <p:cNvSpPr/>
          <p:nvPr/>
        </p:nvSpPr>
        <p:spPr>
          <a:xfrm rot="16200000" flipV="1">
            <a:off x="19729202" y="1991257"/>
            <a:ext cx="639472" cy="312821"/>
          </a:xfrm>
          <a:prstGeom prst="rect">
            <a:avLst/>
          </a:prstGeom>
          <a:solidFill>
            <a:srgbClr val="00B0F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BF0FF2AE-B8BE-FB59-33A3-E9DBC5E2A188}"/>
              </a:ext>
            </a:extLst>
          </p:cNvPr>
          <p:cNvCxnSpPr>
            <a:cxnSpLocks/>
          </p:cNvCxnSpPr>
          <p:nvPr/>
        </p:nvCxnSpPr>
        <p:spPr>
          <a:xfrm flipV="1">
            <a:off x="18517769" y="3079952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テキスト プレースホルダー 2">
            <a:extLst>
              <a:ext uri="{FF2B5EF4-FFF2-40B4-BE49-F238E27FC236}">
                <a16:creationId xmlns:a16="http://schemas.microsoft.com/office/drawing/2014/main" id="{447D8BC8-CC95-4CFB-C358-C33638ECA341}"/>
              </a:ext>
            </a:extLst>
          </p:cNvPr>
          <p:cNvSpPr txBox="1">
            <a:spLocks/>
          </p:cNvSpPr>
          <p:nvPr/>
        </p:nvSpPr>
        <p:spPr>
          <a:xfrm>
            <a:off x="18834387" y="621644"/>
            <a:ext cx="113614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49" name="テキスト プレースホルダー 2">
            <a:extLst>
              <a:ext uri="{FF2B5EF4-FFF2-40B4-BE49-F238E27FC236}">
                <a16:creationId xmlns:a16="http://schemas.microsoft.com/office/drawing/2014/main" id="{33E224D9-867E-C189-4730-DF04D528E7EF}"/>
              </a:ext>
            </a:extLst>
          </p:cNvPr>
          <p:cNvSpPr txBox="1">
            <a:spLocks/>
          </p:cNvSpPr>
          <p:nvPr/>
        </p:nvSpPr>
        <p:spPr>
          <a:xfrm>
            <a:off x="20244168" y="621644"/>
            <a:ext cx="1136135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50" name="Oval 1049">
            <a:extLst>
              <a:ext uri="{FF2B5EF4-FFF2-40B4-BE49-F238E27FC236}">
                <a16:creationId xmlns:a16="http://schemas.microsoft.com/office/drawing/2014/main" id="{A04EA267-1452-1AD1-D90C-6AB0E336E2F0}"/>
              </a:ext>
            </a:extLst>
          </p:cNvPr>
          <p:cNvSpPr/>
          <p:nvPr/>
        </p:nvSpPr>
        <p:spPr>
          <a:xfrm flipV="1">
            <a:off x="19757890" y="339010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5B65CBFE-037A-B8DA-DF21-B59422919E68}"/>
              </a:ext>
            </a:extLst>
          </p:cNvPr>
          <p:cNvCxnSpPr>
            <a:cxnSpLocks/>
          </p:cNvCxnSpPr>
          <p:nvPr/>
        </p:nvCxnSpPr>
        <p:spPr>
          <a:xfrm flipH="1">
            <a:off x="20042103" y="423350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6272D173-FCF1-65D5-FC80-E86F9515B10A}"/>
              </a:ext>
            </a:extLst>
          </p:cNvPr>
          <p:cNvCxnSpPr>
            <a:cxnSpLocks/>
          </p:cNvCxnSpPr>
          <p:nvPr/>
        </p:nvCxnSpPr>
        <p:spPr>
          <a:xfrm flipV="1">
            <a:off x="20050995" y="918657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C48F2D84-96F5-008D-3BC5-F07907A0EC91}"/>
              </a:ext>
            </a:extLst>
          </p:cNvPr>
          <p:cNvCxnSpPr>
            <a:cxnSpLocks/>
          </p:cNvCxnSpPr>
          <p:nvPr/>
        </p:nvCxnSpPr>
        <p:spPr>
          <a:xfrm flipV="1">
            <a:off x="19932249" y="201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A6D5D65E-8E49-5611-8F46-CB9059ACF20A}"/>
              </a:ext>
            </a:extLst>
          </p:cNvPr>
          <p:cNvCxnSpPr/>
          <p:nvPr/>
        </p:nvCxnSpPr>
        <p:spPr>
          <a:xfrm flipV="1">
            <a:off x="20042103" y="201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B581F634-A604-ED2D-1CBE-168E517A7276}"/>
              </a:ext>
            </a:extLst>
          </p:cNvPr>
          <p:cNvCxnSpPr>
            <a:cxnSpLocks/>
          </p:cNvCxnSpPr>
          <p:nvPr/>
        </p:nvCxnSpPr>
        <p:spPr>
          <a:xfrm flipV="1">
            <a:off x="19989970" y="-35492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19F04AEB-E8EF-F7BF-96DA-9D28ABE3EE0C}"/>
              </a:ext>
            </a:extLst>
          </p:cNvPr>
          <p:cNvCxnSpPr>
            <a:cxnSpLocks/>
          </p:cNvCxnSpPr>
          <p:nvPr/>
        </p:nvCxnSpPr>
        <p:spPr>
          <a:xfrm flipV="1">
            <a:off x="20014481" y="-7300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7" name="テキスト プレースホルダー 2">
            <a:extLst>
              <a:ext uri="{FF2B5EF4-FFF2-40B4-BE49-F238E27FC236}">
                <a16:creationId xmlns:a16="http://schemas.microsoft.com/office/drawing/2014/main" id="{30F484BE-62FE-C054-F745-50EA2E6F7F40}"/>
              </a:ext>
            </a:extLst>
          </p:cNvPr>
          <p:cNvSpPr txBox="1">
            <a:spLocks/>
          </p:cNvSpPr>
          <p:nvPr/>
        </p:nvSpPr>
        <p:spPr>
          <a:xfrm>
            <a:off x="20165189" y="1842838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5D814E2-806F-D778-A9D2-37DF2FC909D7}"/>
              </a:ext>
            </a:extLst>
          </p:cNvPr>
          <p:cNvSpPr/>
          <p:nvPr/>
        </p:nvSpPr>
        <p:spPr>
          <a:xfrm rot="10800000" flipV="1">
            <a:off x="19155691" y="2918979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28549BBF-D915-644B-CE88-8194DB4D5408}"/>
              </a:ext>
            </a:extLst>
          </p:cNvPr>
          <p:cNvCxnSpPr>
            <a:cxnSpLocks/>
          </p:cNvCxnSpPr>
          <p:nvPr/>
        </p:nvCxnSpPr>
        <p:spPr>
          <a:xfrm flipV="1">
            <a:off x="19788238" y="306627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Oval 1059">
            <a:extLst>
              <a:ext uri="{FF2B5EF4-FFF2-40B4-BE49-F238E27FC236}">
                <a16:creationId xmlns:a16="http://schemas.microsoft.com/office/drawing/2014/main" id="{47BE0AF1-F62E-ECA4-0BDE-4815F342855A}"/>
              </a:ext>
            </a:extLst>
          </p:cNvPr>
          <p:cNvSpPr/>
          <p:nvPr/>
        </p:nvSpPr>
        <p:spPr>
          <a:xfrm flipV="1">
            <a:off x="20005826" y="3019883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80FCB0C8-1BAE-83B2-10D9-FD0776292485}"/>
              </a:ext>
            </a:extLst>
          </p:cNvPr>
          <p:cNvCxnSpPr>
            <a:cxnSpLocks/>
          </p:cNvCxnSpPr>
          <p:nvPr/>
        </p:nvCxnSpPr>
        <p:spPr>
          <a:xfrm flipV="1">
            <a:off x="20101050" y="306511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6B4C141B-AEA6-D0B7-2125-C518302D5997}"/>
              </a:ext>
            </a:extLst>
          </p:cNvPr>
          <p:cNvSpPr/>
          <p:nvPr/>
        </p:nvSpPr>
        <p:spPr>
          <a:xfrm rot="10800000" flipV="1">
            <a:off x="20367315" y="2923895"/>
            <a:ext cx="639472" cy="312821"/>
          </a:xfrm>
          <a:prstGeom prst="rect">
            <a:avLst/>
          </a:prstGeom>
          <a:solidFill>
            <a:srgbClr val="C55911"/>
          </a:solidFill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63" name="テキスト プレースホルダー 2">
            <a:extLst>
              <a:ext uri="{FF2B5EF4-FFF2-40B4-BE49-F238E27FC236}">
                <a16:creationId xmlns:a16="http://schemas.microsoft.com/office/drawing/2014/main" id="{88E2EF45-A0D7-9FF5-15F6-ABB3544B23AF}"/>
              </a:ext>
            </a:extLst>
          </p:cNvPr>
          <p:cNvSpPr txBox="1">
            <a:spLocks/>
          </p:cNvSpPr>
          <p:nvPr/>
        </p:nvSpPr>
        <p:spPr>
          <a:xfrm>
            <a:off x="18691562" y="3175257"/>
            <a:ext cx="120723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64" name="テキスト プレースホルダー 2">
            <a:extLst>
              <a:ext uri="{FF2B5EF4-FFF2-40B4-BE49-F238E27FC236}">
                <a16:creationId xmlns:a16="http://schemas.microsoft.com/office/drawing/2014/main" id="{72DF25E4-6638-AC59-8932-D54A5B6BB5EC}"/>
              </a:ext>
            </a:extLst>
          </p:cNvPr>
          <p:cNvSpPr txBox="1">
            <a:spLocks/>
          </p:cNvSpPr>
          <p:nvPr/>
        </p:nvSpPr>
        <p:spPr>
          <a:xfrm>
            <a:off x="20274516" y="3175257"/>
            <a:ext cx="1202195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65" name="Oval 1064">
            <a:extLst>
              <a:ext uri="{FF2B5EF4-FFF2-40B4-BE49-F238E27FC236}">
                <a16:creationId xmlns:a16="http://schemas.microsoft.com/office/drawing/2014/main" id="{8379EAB9-E7B6-3566-EE71-497983264121}"/>
              </a:ext>
            </a:extLst>
          </p:cNvPr>
          <p:cNvSpPr/>
          <p:nvPr/>
        </p:nvSpPr>
        <p:spPr>
          <a:xfrm flipV="1">
            <a:off x="19163242" y="2156877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66" name="Straight Arrow Connector 1065">
            <a:extLst>
              <a:ext uri="{FF2B5EF4-FFF2-40B4-BE49-F238E27FC236}">
                <a16:creationId xmlns:a16="http://schemas.microsoft.com/office/drawing/2014/main" id="{B344B61F-F620-FAFB-21E8-88B51D144944}"/>
              </a:ext>
            </a:extLst>
          </p:cNvPr>
          <p:cNvCxnSpPr>
            <a:cxnSpLocks/>
          </p:cNvCxnSpPr>
          <p:nvPr/>
        </p:nvCxnSpPr>
        <p:spPr>
          <a:xfrm>
            <a:off x="19321735" y="2293455"/>
            <a:ext cx="248168" cy="314767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4907A22C-F83B-17B9-6CE3-099D9D8974B3}"/>
              </a:ext>
            </a:extLst>
          </p:cNvPr>
          <p:cNvCxnSpPr>
            <a:cxnSpLocks/>
            <a:stCxn id="1060" idx="7"/>
            <a:endCxn id="1065" idx="7"/>
          </p:cNvCxnSpPr>
          <p:nvPr/>
        </p:nvCxnSpPr>
        <p:spPr>
          <a:xfrm flipH="1" flipV="1">
            <a:off x="19657514" y="2651149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8" name="テキスト プレースホルダー 2">
            <a:extLst>
              <a:ext uri="{FF2B5EF4-FFF2-40B4-BE49-F238E27FC236}">
                <a16:creationId xmlns:a16="http://schemas.microsoft.com/office/drawing/2014/main" id="{350414B0-B2A8-FFA9-8BF6-F5CACAC9816A}"/>
              </a:ext>
            </a:extLst>
          </p:cNvPr>
          <p:cNvSpPr txBox="1">
            <a:spLocks/>
          </p:cNvSpPr>
          <p:nvPr/>
        </p:nvSpPr>
        <p:spPr>
          <a:xfrm>
            <a:off x="18795962" y="-108133"/>
            <a:ext cx="113614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69" name="テキスト プレースホルダー 2">
            <a:extLst>
              <a:ext uri="{FF2B5EF4-FFF2-40B4-BE49-F238E27FC236}">
                <a16:creationId xmlns:a16="http://schemas.microsoft.com/office/drawing/2014/main" id="{BAA1ADBB-2A9D-A0C8-AFE3-C44AF2098656}"/>
              </a:ext>
            </a:extLst>
          </p:cNvPr>
          <p:cNvSpPr txBox="1">
            <a:spLocks/>
          </p:cNvSpPr>
          <p:nvPr/>
        </p:nvSpPr>
        <p:spPr>
          <a:xfrm>
            <a:off x="18493584" y="1413268"/>
            <a:ext cx="1078637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01F00577-DFC0-32F9-D4FB-D288AF24E109}"/>
              </a:ext>
            </a:extLst>
          </p:cNvPr>
          <p:cNvCxnSpPr>
            <a:cxnSpLocks/>
          </p:cNvCxnSpPr>
          <p:nvPr/>
        </p:nvCxnSpPr>
        <p:spPr>
          <a:xfrm>
            <a:off x="18493584" y="1395144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D9985376-BA0F-7986-E630-E23A0144A263}"/>
              </a:ext>
            </a:extLst>
          </p:cNvPr>
          <p:cNvGrpSpPr/>
          <p:nvPr/>
        </p:nvGrpSpPr>
        <p:grpSpPr>
          <a:xfrm rot="16200000" flipV="1">
            <a:off x="18962193" y="1997756"/>
            <a:ext cx="225168" cy="403636"/>
            <a:chOff x="5124498" y="3780453"/>
            <a:chExt cx="225168" cy="403636"/>
          </a:xfrm>
        </p:grpSpPr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2B543370-DAA9-42B5-62B4-6CDF13CFF85A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FB7EAC0F-1EBB-5DCD-A932-BA751425E651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005F15F6-66A6-2DF5-4D94-CD491AC4ED91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5CBB3D0A-5F7E-A43D-4854-78D118589DA1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3FA75E4C-678E-4D61-E40E-22DF089CA2FA}"/>
              </a:ext>
            </a:extLst>
          </p:cNvPr>
          <p:cNvCxnSpPr>
            <a:cxnSpLocks/>
          </p:cNvCxnSpPr>
          <p:nvPr/>
        </p:nvCxnSpPr>
        <p:spPr>
          <a:xfrm flipV="1">
            <a:off x="20052402" y="138580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Connector 1076">
            <a:extLst>
              <a:ext uri="{FF2B5EF4-FFF2-40B4-BE49-F238E27FC236}">
                <a16:creationId xmlns:a16="http://schemas.microsoft.com/office/drawing/2014/main" id="{460F05F2-4244-1D83-0FEB-2F359A8A1F7B}"/>
              </a:ext>
            </a:extLst>
          </p:cNvPr>
          <p:cNvCxnSpPr>
            <a:cxnSpLocks/>
          </p:cNvCxnSpPr>
          <p:nvPr/>
        </p:nvCxnSpPr>
        <p:spPr>
          <a:xfrm flipV="1">
            <a:off x="20036627" y="2465753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05330CB-ED71-7DEC-95E3-B3994DEBD676}"/>
              </a:ext>
            </a:extLst>
          </p:cNvPr>
          <p:cNvSpPr/>
          <p:nvPr/>
        </p:nvSpPr>
        <p:spPr>
          <a:xfrm rot="16200000" flipH="1">
            <a:off x="25183878" y="4537863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EEA87154-CBDD-4198-A666-4B1F3D1A7AF5}"/>
              </a:ext>
            </a:extLst>
          </p:cNvPr>
          <p:cNvSpPr/>
          <p:nvPr/>
        </p:nvSpPr>
        <p:spPr>
          <a:xfrm rot="16200000" flipH="1">
            <a:off x="24645888" y="4537863"/>
            <a:ext cx="639472" cy="312821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80" name="Straight Connector 1079">
            <a:extLst>
              <a:ext uri="{FF2B5EF4-FFF2-40B4-BE49-F238E27FC236}">
                <a16:creationId xmlns:a16="http://schemas.microsoft.com/office/drawing/2014/main" id="{988A18B0-CF4A-E343-52B5-3E756D0BCDC9}"/>
              </a:ext>
            </a:extLst>
          </p:cNvPr>
          <p:cNvCxnSpPr>
            <a:cxnSpLocks/>
            <a:stCxn id="1078" idx="3"/>
          </p:cNvCxnSpPr>
          <p:nvPr/>
        </p:nvCxnSpPr>
        <p:spPr>
          <a:xfrm flipH="1">
            <a:off x="25503614" y="501401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Straight Connector 1080">
            <a:extLst>
              <a:ext uri="{FF2B5EF4-FFF2-40B4-BE49-F238E27FC236}">
                <a16:creationId xmlns:a16="http://schemas.microsoft.com/office/drawing/2014/main" id="{6689F430-73F9-3BDE-A751-CE1296BE5511}"/>
              </a:ext>
            </a:extLst>
          </p:cNvPr>
          <p:cNvCxnSpPr/>
          <p:nvPr/>
        </p:nvCxnSpPr>
        <p:spPr>
          <a:xfrm flipH="1">
            <a:off x="24971084" y="501401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Straight Connector 1081">
            <a:extLst>
              <a:ext uri="{FF2B5EF4-FFF2-40B4-BE49-F238E27FC236}">
                <a16:creationId xmlns:a16="http://schemas.microsoft.com/office/drawing/2014/main" id="{CAFF35A2-1A01-7829-246D-129979D66A8F}"/>
              </a:ext>
            </a:extLst>
          </p:cNvPr>
          <p:cNvCxnSpPr>
            <a:cxnSpLocks/>
          </p:cNvCxnSpPr>
          <p:nvPr/>
        </p:nvCxnSpPr>
        <p:spPr>
          <a:xfrm flipH="1">
            <a:off x="24971084" y="5342630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Straight Connector 1082">
            <a:extLst>
              <a:ext uri="{FF2B5EF4-FFF2-40B4-BE49-F238E27FC236}">
                <a16:creationId xmlns:a16="http://schemas.microsoft.com/office/drawing/2014/main" id="{C8B71F45-095D-0E59-98ED-252105514D80}"/>
              </a:ext>
            </a:extLst>
          </p:cNvPr>
          <p:cNvCxnSpPr>
            <a:cxnSpLocks/>
          </p:cNvCxnSpPr>
          <p:nvPr/>
        </p:nvCxnSpPr>
        <p:spPr>
          <a:xfrm flipH="1">
            <a:off x="25237349" y="534263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Straight Connector 1083">
            <a:extLst>
              <a:ext uri="{FF2B5EF4-FFF2-40B4-BE49-F238E27FC236}">
                <a16:creationId xmlns:a16="http://schemas.microsoft.com/office/drawing/2014/main" id="{6F14CB40-88F7-B4F3-9D50-4FC8C28111E3}"/>
              </a:ext>
            </a:extLst>
          </p:cNvPr>
          <p:cNvCxnSpPr>
            <a:cxnSpLocks/>
          </p:cNvCxnSpPr>
          <p:nvPr/>
        </p:nvCxnSpPr>
        <p:spPr>
          <a:xfrm flipH="1">
            <a:off x="24999144" y="5671250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Straight Connector 1084">
            <a:extLst>
              <a:ext uri="{FF2B5EF4-FFF2-40B4-BE49-F238E27FC236}">
                <a16:creationId xmlns:a16="http://schemas.microsoft.com/office/drawing/2014/main" id="{111BDB64-97F3-31D6-1420-AB83FA67BD3B}"/>
              </a:ext>
            </a:extLst>
          </p:cNvPr>
          <p:cNvCxnSpPr>
            <a:cxnSpLocks/>
          </p:cNvCxnSpPr>
          <p:nvPr/>
        </p:nvCxnSpPr>
        <p:spPr>
          <a:xfrm flipH="1">
            <a:off x="25076865" y="5807642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Straight Connector 1085">
            <a:extLst>
              <a:ext uri="{FF2B5EF4-FFF2-40B4-BE49-F238E27FC236}">
                <a16:creationId xmlns:a16="http://schemas.microsoft.com/office/drawing/2014/main" id="{0FA6764D-0B28-0131-DDB2-AD338D6EFE65}"/>
              </a:ext>
            </a:extLst>
          </p:cNvPr>
          <p:cNvCxnSpPr>
            <a:cxnSpLocks/>
          </p:cNvCxnSpPr>
          <p:nvPr/>
        </p:nvCxnSpPr>
        <p:spPr>
          <a:xfrm flipH="1">
            <a:off x="25122035" y="6136262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5150F085-4D2F-139E-5C73-0B2ABB1D167C}"/>
              </a:ext>
            </a:extLst>
          </p:cNvPr>
          <p:cNvCxnSpPr/>
          <p:nvPr/>
        </p:nvCxnSpPr>
        <p:spPr>
          <a:xfrm flipH="1">
            <a:off x="25237349" y="580764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A07448F7-FBA7-F1F0-77D1-9DBE7CB70768}"/>
              </a:ext>
            </a:extLst>
          </p:cNvPr>
          <p:cNvCxnSpPr>
            <a:cxnSpLocks/>
          </p:cNvCxnSpPr>
          <p:nvPr/>
        </p:nvCxnSpPr>
        <p:spPr>
          <a:xfrm flipH="1">
            <a:off x="25171544" y="6173770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Straight Connector 1088">
            <a:extLst>
              <a:ext uri="{FF2B5EF4-FFF2-40B4-BE49-F238E27FC236}">
                <a16:creationId xmlns:a16="http://schemas.microsoft.com/office/drawing/2014/main" id="{A82EBF58-8DB3-C906-9222-5A86D7278FA0}"/>
              </a:ext>
            </a:extLst>
          </p:cNvPr>
          <p:cNvCxnSpPr>
            <a:cxnSpLocks/>
          </p:cNvCxnSpPr>
          <p:nvPr/>
        </p:nvCxnSpPr>
        <p:spPr>
          <a:xfrm flipH="1">
            <a:off x="25206002" y="621127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Straight Connector 1089">
            <a:extLst>
              <a:ext uri="{FF2B5EF4-FFF2-40B4-BE49-F238E27FC236}">
                <a16:creationId xmlns:a16="http://schemas.microsoft.com/office/drawing/2014/main" id="{EAEF027D-0FED-EA0C-5F09-60ACD1565EDD}"/>
              </a:ext>
            </a:extLst>
          </p:cNvPr>
          <p:cNvCxnSpPr/>
          <p:nvPr/>
        </p:nvCxnSpPr>
        <p:spPr>
          <a:xfrm flipH="1">
            <a:off x="25503614" y="404591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741B6714-C288-A467-241B-7F8B297C0E51}"/>
              </a:ext>
            </a:extLst>
          </p:cNvPr>
          <p:cNvCxnSpPr/>
          <p:nvPr/>
        </p:nvCxnSpPr>
        <p:spPr>
          <a:xfrm flipH="1">
            <a:off x="24971084" y="404591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Straight Connector 1091">
            <a:extLst>
              <a:ext uri="{FF2B5EF4-FFF2-40B4-BE49-F238E27FC236}">
                <a16:creationId xmlns:a16="http://schemas.microsoft.com/office/drawing/2014/main" id="{B946DF22-C1E6-C65D-E615-AB804BBA3062}"/>
              </a:ext>
            </a:extLst>
          </p:cNvPr>
          <p:cNvCxnSpPr>
            <a:cxnSpLocks/>
          </p:cNvCxnSpPr>
          <p:nvPr/>
        </p:nvCxnSpPr>
        <p:spPr>
          <a:xfrm flipH="1">
            <a:off x="24971084" y="4057556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B54AB372-4CE3-5F44-18B2-4DFEBB73D8D8}"/>
              </a:ext>
            </a:extLst>
          </p:cNvPr>
          <p:cNvCxnSpPr>
            <a:cxnSpLocks/>
          </p:cNvCxnSpPr>
          <p:nvPr/>
        </p:nvCxnSpPr>
        <p:spPr>
          <a:xfrm flipH="1">
            <a:off x="25237349" y="3717297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177571A6-6295-2932-01C9-0727270556EE}"/>
              </a:ext>
            </a:extLst>
          </p:cNvPr>
          <p:cNvSpPr/>
          <p:nvPr/>
        </p:nvSpPr>
        <p:spPr>
          <a:xfrm rot="10800000" flipH="1">
            <a:off x="24331612" y="3577148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95" name="Straight Connector 1094">
            <a:extLst>
              <a:ext uri="{FF2B5EF4-FFF2-40B4-BE49-F238E27FC236}">
                <a16:creationId xmlns:a16="http://schemas.microsoft.com/office/drawing/2014/main" id="{E7543D9C-490B-CEC1-6CC2-B62F7738C137}"/>
              </a:ext>
            </a:extLst>
          </p:cNvPr>
          <p:cNvCxnSpPr>
            <a:cxnSpLocks/>
          </p:cNvCxnSpPr>
          <p:nvPr/>
        </p:nvCxnSpPr>
        <p:spPr>
          <a:xfrm flipH="1">
            <a:off x="24971084" y="3734020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>
            <a:extLst>
              <a:ext uri="{FF2B5EF4-FFF2-40B4-BE49-F238E27FC236}">
                <a16:creationId xmlns:a16="http://schemas.microsoft.com/office/drawing/2014/main" id="{770CCF57-A0FA-8256-CCE0-5DB723902E7A}"/>
              </a:ext>
            </a:extLst>
          </p:cNvPr>
          <p:cNvCxnSpPr>
            <a:cxnSpLocks/>
          </p:cNvCxnSpPr>
          <p:nvPr/>
        </p:nvCxnSpPr>
        <p:spPr>
          <a:xfrm flipH="1">
            <a:off x="24065347" y="373417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" name="Oval 1096">
            <a:extLst>
              <a:ext uri="{FF2B5EF4-FFF2-40B4-BE49-F238E27FC236}">
                <a16:creationId xmlns:a16="http://schemas.microsoft.com/office/drawing/2014/main" id="{2E1ADA05-2780-CE35-50F3-792C99BB3844}"/>
              </a:ext>
            </a:extLst>
          </p:cNvPr>
          <p:cNvSpPr/>
          <p:nvPr/>
        </p:nvSpPr>
        <p:spPr>
          <a:xfrm flipH="1">
            <a:off x="23995525" y="368747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098" name="Straight Connector 1097">
            <a:extLst>
              <a:ext uri="{FF2B5EF4-FFF2-40B4-BE49-F238E27FC236}">
                <a16:creationId xmlns:a16="http://schemas.microsoft.com/office/drawing/2014/main" id="{BCFD4AC6-9C82-A1D9-3914-F4CC0C6C32C7}"/>
              </a:ext>
            </a:extLst>
          </p:cNvPr>
          <p:cNvCxnSpPr>
            <a:cxnSpLocks/>
          </p:cNvCxnSpPr>
          <p:nvPr/>
        </p:nvCxnSpPr>
        <p:spPr>
          <a:xfrm flipH="1">
            <a:off x="23752535" y="3735336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ECB71899-E1D5-F8DD-CF53-2F14CE1A426D}"/>
              </a:ext>
            </a:extLst>
          </p:cNvPr>
          <p:cNvSpPr/>
          <p:nvPr/>
        </p:nvSpPr>
        <p:spPr>
          <a:xfrm rot="10800000" flipH="1">
            <a:off x="23113063" y="3560886"/>
            <a:ext cx="639472" cy="312821"/>
          </a:xfrm>
          <a:prstGeom prst="rect">
            <a:avLst/>
          </a:prstGeom>
          <a:solidFill>
            <a:srgbClr val="616161"/>
          </a:solidFill>
          <a:ln w="28575">
            <a:solidFill>
              <a:srgbClr val="6161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100" name="Straight Connector 1099">
            <a:extLst>
              <a:ext uri="{FF2B5EF4-FFF2-40B4-BE49-F238E27FC236}">
                <a16:creationId xmlns:a16="http://schemas.microsoft.com/office/drawing/2014/main" id="{FD79735E-6AF4-340F-7E6E-0EEACA6ABD49}"/>
              </a:ext>
            </a:extLst>
          </p:cNvPr>
          <p:cNvCxnSpPr>
            <a:cxnSpLocks/>
          </p:cNvCxnSpPr>
          <p:nvPr/>
        </p:nvCxnSpPr>
        <p:spPr>
          <a:xfrm flipH="1">
            <a:off x="22846798" y="372490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CA6D86F1-2D93-0389-4C58-1BF3613BECD0}"/>
              </a:ext>
            </a:extLst>
          </p:cNvPr>
          <p:cNvSpPr/>
          <p:nvPr/>
        </p:nvSpPr>
        <p:spPr>
          <a:xfrm rot="10800000" flipH="1">
            <a:off x="22214251" y="3568498"/>
            <a:ext cx="639472" cy="312821"/>
          </a:xfrm>
          <a:prstGeom prst="rect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102" name="Straight Connector 1101">
            <a:extLst>
              <a:ext uri="{FF2B5EF4-FFF2-40B4-BE49-F238E27FC236}">
                <a16:creationId xmlns:a16="http://schemas.microsoft.com/office/drawing/2014/main" id="{4D7B3167-A553-34E2-8F2E-B683DB7AA982}"/>
              </a:ext>
            </a:extLst>
          </p:cNvPr>
          <p:cNvCxnSpPr>
            <a:cxnSpLocks/>
          </p:cNvCxnSpPr>
          <p:nvPr/>
        </p:nvCxnSpPr>
        <p:spPr>
          <a:xfrm flipH="1">
            <a:off x="21649160" y="3724910"/>
            <a:ext cx="5737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3" name="テキスト プレースホルダー 2">
            <a:extLst>
              <a:ext uri="{FF2B5EF4-FFF2-40B4-BE49-F238E27FC236}">
                <a16:creationId xmlns:a16="http://schemas.microsoft.com/office/drawing/2014/main" id="{E0364203-06AC-DA57-6C8E-1707E77A0F91}"/>
              </a:ext>
            </a:extLst>
          </p:cNvPr>
          <p:cNvSpPr txBox="1">
            <a:spLocks/>
          </p:cNvSpPr>
          <p:nvPr/>
        </p:nvSpPr>
        <p:spPr>
          <a:xfrm flipH="1">
            <a:off x="25549814" y="5518709"/>
            <a:ext cx="1327827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04" name="テキスト プレースホルダー 2">
            <a:extLst>
              <a:ext uri="{FF2B5EF4-FFF2-40B4-BE49-F238E27FC236}">
                <a16:creationId xmlns:a16="http://schemas.microsoft.com/office/drawing/2014/main" id="{9B75987A-9F23-9262-09FE-B2E935FDF19B}"/>
              </a:ext>
            </a:extLst>
          </p:cNvPr>
          <p:cNvSpPr txBox="1">
            <a:spLocks/>
          </p:cNvSpPr>
          <p:nvPr/>
        </p:nvSpPr>
        <p:spPr>
          <a:xfrm flipH="1">
            <a:off x="24047397" y="4942765"/>
            <a:ext cx="1242917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05" name="テキスト プレースホルダー 2">
            <a:extLst>
              <a:ext uri="{FF2B5EF4-FFF2-40B4-BE49-F238E27FC236}">
                <a16:creationId xmlns:a16="http://schemas.microsoft.com/office/drawing/2014/main" id="{B49F5A75-A61E-19FD-F35F-6CA7FFCA8201}"/>
              </a:ext>
            </a:extLst>
          </p:cNvPr>
          <p:cNvSpPr txBox="1">
            <a:spLocks/>
          </p:cNvSpPr>
          <p:nvPr/>
        </p:nvSpPr>
        <p:spPr>
          <a:xfrm flipH="1">
            <a:off x="25582375" y="4964521"/>
            <a:ext cx="1163817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06" name="テキスト プレースホルダー 2">
            <a:extLst>
              <a:ext uri="{FF2B5EF4-FFF2-40B4-BE49-F238E27FC236}">
                <a16:creationId xmlns:a16="http://schemas.microsoft.com/office/drawing/2014/main" id="{7D9F8152-615B-C911-FA94-89D9DAAEF24B}"/>
              </a:ext>
            </a:extLst>
          </p:cNvPr>
          <p:cNvSpPr txBox="1">
            <a:spLocks/>
          </p:cNvSpPr>
          <p:nvPr/>
        </p:nvSpPr>
        <p:spPr>
          <a:xfrm flipH="1">
            <a:off x="24198478" y="2972981"/>
            <a:ext cx="1376341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07" name="テキスト プレースホルダー 2">
            <a:extLst>
              <a:ext uri="{FF2B5EF4-FFF2-40B4-BE49-F238E27FC236}">
                <a16:creationId xmlns:a16="http://schemas.microsoft.com/office/drawing/2014/main" id="{5DFD1995-408E-0714-4565-4B9D1564D084}"/>
              </a:ext>
            </a:extLst>
          </p:cNvPr>
          <p:cNvSpPr txBox="1">
            <a:spLocks/>
          </p:cNvSpPr>
          <p:nvPr/>
        </p:nvSpPr>
        <p:spPr>
          <a:xfrm flipH="1">
            <a:off x="22945132" y="2977876"/>
            <a:ext cx="130118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08" name="テキスト プレースホルダー 2">
            <a:extLst>
              <a:ext uri="{FF2B5EF4-FFF2-40B4-BE49-F238E27FC236}">
                <a16:creationId xmlns:a16="http://schemas.microsoft.com/office/drawing/2014/main" id="{24DA71D3-222A-851A-3131-089BCF9F7E3F}"/>
              </a:ext>
            </a:extLst>
          </p:cNvPr>
          <p:cNvSpPr txBox="1">
            <a:spLocks/>
          </p:cNvSpPr>
          <p:nvPr/>
        </p:nvSpPr>
        <p:spPr>
          <a:xfrm flipH="1">
            <a:off x="21930378" y="2977876"/>
            <a:ext cx="1267715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6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1109" name="Oval 1108">
            <a:extLst>
              <a:ext uri="{FF2B5EF4-FFF2-40B4-BE49-F238E27FC236}">
                <a16:creationId xmlns:a16="http://schemas.microsoft.com/office/drawing/2014/main" id="{6076598C-33C4-9DDE-CE48-B731CE7DE380}"/>
              </a:ext>
            </a:extLst>
          </p:cNvPr>
          <p:cNvSpPr/>
          <p:nvPr/>
        </p:nvSpPr>
        <p:spPr>
          <a:xfrm flipH="1">
            <a:off x="23752536" y="4210798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110" name="Straight Arrow Connector 1109">
            <a:extLst>
              <a:ext uri="{FF2B5EF4-FFF2-40B4-BE49-F238E27FC236}">
                <a16:creationId xmlns:a16="http://schemas.microsoft.com/office/drawing/2014/main" id="{268A7522-2A63-567E-E5BF-C04F577D247F}"/>
              </a:ext>
            </a:extLst>
          </p:cNvPr>
          <p:cNvCxnSpPr>
            <a:cxnSpLocks/>
          </p:cNvCxnSpPr>
          <p:nvPr/>
        </p:nvCxnSpPr>
        <p:spPr>
          <a:xfrm flipV="1">
            <a:off x="24042074" y="4295138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Straight Connector 1110">
            <a:extLst>
              <a:ext uri="{FF2B5EF4-FFF2-40B4-BE49-F238E27FC236}">
                <a16:creationId xmlns:a16="http://schemas.microsoft.com/office/drawing/2014/main" id="{D797D6CC-6419-27AB-C0F9-62BD411668B7}"/>
              </a:ext>
            </a:extLst>
          </p:cNvPr>
          <p:cNvCxnSpPr>
            <a:cxnSpLocks/>
          </p:cNvCxnSpPr>
          <p:nvPr/>
        </p:nvCxnSpPr>
        <p:spPr>
          <a:xfrm flipH="1">
            <a:off x="24038507" y="3780416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>
            <a:extLst>
              <a:ext uri="{FF2B5EF4-FFF2-40B4-BE49-F238E27FC236}">
                <a16:creationId xmlns:a16="http://schemas.microsoft.com/office/drawing/2014/main" id="{2F3B1712-1305-99F6-F1AF-1645A8C194B1}"/>
              </a:ext>
            </a:extLst>
          </p:cNvPr>
          <p:cNvCxnSpPr>
            <a:cxnSpLocks/>
          </p:cNvCxnSpPr>
          <p:nvPr/>
        </p:nvCxnSpPr>
        <p:spPr>
          <a:xfrm flipH="1">
            <a:off x="23921826" y="5126868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Straight Connector 1112">
            <a:extLst>
              <a:ext uri="{FF2B5EF4-FFF2-40B4-BE49-F238E27FC236}">
                <a16:creationId xmlns:a16="http://schemas.microsoft.com/office/drawing/2014/main" id="{997F9EE2-C962-32A8-D665-991D229BDF43}"/>
              </a:ext>
            </a:extLst>
          </p:cNvPr>
          <p:cNvCxnSpPr/>
          <p:nvPr/>
        </p:nvCxnSpPr>
        <p:spPr>
          <a:xfrm flipH="1">
            <a:off x="24037140" y="479824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Straight Connector 1113">
            <a:extLst>
              <a:ext uri="{FF2B5EF4-FFF2-40B4-BE49-F238E27FC236}">
                <a16:creationId xmlns:a16="http://schemas.microsoft.com/office/drawing/2014/main" id="{FE333A72-7197-B3D1-E397-630E822EB491}"/>
              </a:ext>
            </a:extLst>
          </p:cNvPr>
          <p:cNvCxnSpPr>
            <a:cxnSpLocks/>
          </p:cNvCxnSpPr>
          <p:nvPr/>
        </p:nvCxnSpPr>
        <p:spPr>
          <a:xfrm flipH="1">
            <a:off x="23971335" y="5164376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Connector 1114">
            <a:extLst>
              <a:ext uri="{FF2B5EF4-FFF2-40B4-BE49-F238E27FC236}">
                <a16:creationId xmlns:a16="http://schemas.microsoft.com/office/drawing/2014/main" id="{FAD47A2E-7453-C477-4572-EA8C4D41BB8B}"/>
              </a:ext>
            </a:extLst>
          </p:cNvPr>
          <p:cNvCxnSpPr>
            <a:cxnSpLocks/>
          </p:cNvCxnSpPr>
          <p:nvPr/>
        </p:nvCxnSpPr>
        <p:spPr>
          <a:xfrm flipH="1">
            <a:off x="24005793" y="5201884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Connector 1115">
            <a:extLst>
              <a:ext uri="{FF2B5EF4-FFF2-40B4-BE49-F238E27FC236}">
                <a16:creationId xmlns:a16="http://schemas.microsoft.com/office/drawing/2014/main" id="{BE94B308-F53C-891F-FC9B-8D7B39B76EAE}"/>
              </a:ext>
            </a:extLst>
          </p:cNvPr>
          <p:cNvCxnSpPr>
            <a:cxnSpLocks/>
          </p:cNvCxnSpPr>
          <p:nvPr/>
        </p:nvCxnSpPr>
        <p:spPr>
          <a:xfrm>
            <a:off x="20997298" y="4413418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Connector 1116">
            <a:extLst>
              <a:ext uri="{FF2B5EF4-FFF2-40B4-BE49-F238E27FC236}">
                <a16:creationId xmlns:a16="http://schemas.microsoft.com/office/drawing/2014/main" id="{7D5172E9-20DD-CBFF-7A45-5F3C2E674598}"/>
              </a:ext>
            </a:extLst>
          </p:cNvPr>
          <p:cNvCxnSpPr>
            <a:cxnSpLocks/>
          </p:cNvCxnSpPr>
          <p:nvPr/>
        </p:nvCxnSpPr>
        <p:spPr>
          <a:xfrm>
            <a:off x="21022494" y="6098226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Straight Connector 1117">
            <a:extLst>
              <a:ext uri="{FF2B5EF4-FFF2-40B4-BE49-F238E27FC236}">
                <a16:creationId xmlns:a16="http://schemas.microsoft.com/office/drawing/2014/main" id="{359CC998-2D90-4FDE-6491-F008E5A9A879}"/>
              </a:ext>
            </a:extLst>
          </p:cNvPr>
          <p:cNvCxnSpPr>
            <a:cxnSpLocks/>
          </p:cNvCxnSpPr>
          <p:nvPr/>
        </p:nvCxnSpPr>
        <p:spPr>
          <a:xfrm flipV="1">
            <a:off x="21021483" y="3082016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Connector 1118">
            <a:extLst>
              <a:ext uri="{FF2B5EF4-FFF2-40B4-BE49-F238E27FC236}">
                <a16:creationId xmlns:a16="http://schemas.microsoft.com/office/drawing/2014/main" id="{EA8B75C3-BA03-5C75-E479-D47BDF8D53BA}"/>
              </a:ext>
            </a:extLst>
          </p:cNvPr>
          <p:cNvCxnSpPr>
            <a:cxnSpLocks/>
          </p:cNvCxnSpPr>
          <p:nvPr/>
        </p:nvCxnSpPr>
        <p:spPr>
          <a:xfrm>
            <a:off x="20997298" y="1397208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Straight Connector 1119">
            <a:extLst>
              <a:ext uri="{FF2B5EF4-FFF2-40B4-BE49-F238E27FC236}">
                <a16:creationId xmlns:a16="http://schemas.microsoft.com/office/drawing/2014/main" id="{30756579-024D-1273-D0E9-6E59CBFCC88D}"/>
              </a:ext>
            </a:extLst>
          </p:cNvPr>
          <p:cNvCxnSpPr>
            <a:cxnSpLocks/>
          </p:cNvCxnSpPr>
          <p:nvPr/>
        </p:nvCxnSpPr>
        <p:spPr>
          <a:xfrm>
            <a:off x="21631470" y="1414334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1" name="テキスト プレースホルダー 2">
            <a:extLst>
              <a:ext uri="{FF2B5EF4-FFF2-40B4-BE49-F238E27FC236}">
                <a16:creationId xmlns:a16="http://schemas.microsoft.com/office/drawing/2014/main" id="{A319C0F7-9B79-4462-3D9B-880FB8497EEA}"/>
              </a:ext>
            </a:extLst>
          </p:cNvPr>
          <p:cNvSpPr txBox="1">
            <a:spLocks/>
          </p:cNvSpPr>
          <p:nvPr/>
        </p:nvSpPr>
        <p:spPr>
          <a:xfrm>
            <a:off x="16404312" y="4335294"/>
            <a:ext cx="1163438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22" name="テキスト プレースホルダー 2">
            <a:extLst>
              <a:ext uri="{FF2B5EF4-FFF2-40B4-BE49-F238E27FC236}">
                <a16:creationId xmlns:a16="http://schemas.microsoft.com/office/drawing/2014/main" id="{645D1788-3A70-C15F-A1B5-FF09E5A72AFA}"/>
              </a:ext>
            </a:extLst>
          </p:cNvPr>
          <p:cNvSpPr txBox="1">
            <a:spLocks/>
          </p:cNvSpPr>
          <p:nvPr/>
        </p:nvSpPr>
        <p:spPr>
          <a:xfrm>
            <a:off x="22716074" y="4275659"/>
            <a:ext cx="126316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6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6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6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1124" name="Group 1123">
            <a:extLst>
              <a:ext uri="{FF2B5EF4-FFF2-40B4-BE49-F238E27FC236}">
                <a16:creationId xmlns:a16="http://schemas.microsoft.com/office/drawing/2014/main" id="{1E0BFA0F-C2EC-1DD8-FBF3-AF3D19E21C83}"/>
              </a:ext>
            </a:extLst>
          </p:cNvPr>
          <p:cNvGrpSpPr/>
          <p:nvPr/>
        </p:nvGrpSpPr>
        <p:grpSpPr>
          <a:xfrm>
            <a:off x="2325745" y="-2064036"/>
            <a:ext cx="2447948" cy="1233452"/>
            <a:chOff x="-640017" y="6252944"/>
            <a:chExt cx="2447948" cy="1233452"/>
          </a:xfrm>
        </p:grpSpPr>
        <p:sp>
          <p:nvSpPr>
            <p:cNvPr id="1141" name="Rectangle 1140">
              <a:extLst>
                <a:ext uri="{FF2B5EF4-FFF2-40B4-BE49-F238E27FC236}">
                  <a16:creationId xmlns:a16="http://schemas.microsoft.com/office/drawing/2014/main" id="{EA6808B8-CBDD-58A6-4B02-67AF075A5F75}"/>
                </a:ext>
              </a:extLst>
            </p:cNvPr>
            <p:cNvSpPr/>
            <p:nvPr/>
          </p:nvSpPr>
          <p:spPr>
            <a:xfrm>
              <a:off x="-640016" y="6252944"/>
              <a:ext cx="2447947" cy="123345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142" name="Rectangle 1141">
              <a:extLst>
                <a:ext uri="{FF2B5EF4-FFF2-40B4-BE49-F238E27FC236}">
                  <a16:creationId xmlns:a16="http://schemas.microsoft.com/office/drawing/2014/main" id="{DDD57C7A-B23E-3824-6909-7B1808A19F81}"/>
                </a:ext>
              </a:extLst>
            </p:cNvPr>
            <p:cNvSpPr/>
            <p:nvPr/>
          </p:nvSpPr>
          <p:spPr>
            <a:xfrm>
              <a:off x="-640017" y="6851607"/>
              <a:ext cx="2447947" cy="36127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1143" name="Group 1142">
              <a:extLst>
                <a:ext uri="{FF2B5EF4-FFF2-40B4-BE49-F238E27FC236}">
                  <a16:creationId xmlns:a16="http://schemas.microsoft.com/office/drawing/2014/main" id="{1C00A11E-353B-0D03-4435-8304A30A677E}"/>
                </a:ext>
              </a:extLst>
            </p:cNvPr>
            <p:cNvGrpSpPr/>
            <p:nvPr/>
          </p:nvGrpSpPr>
          <p:grpSpPr>
            <a:xfrm>
              <a:off x="-468301" y="6417870"/>
              <a:ext cx="2104517" cy="903600"/>
              <a:chOff x="-464224" y="6412550"/>
              <a:chExt cx="2104517" cy="903600"/>
            </a:xfrm>
          </p:grpSpPr>
          <p:grpSp>
            <p:nvGrpSpPr>
              <p:cNvPr id="1144" name="Group 1143">
                <a:extLst>
                  <a:ext uri="{FF2B5EF4-FFF2-40B4-BE49-F238E27FC236}">
                    <a16:creationId xmlns:a16="http://schemas.microsoft.com/office/drawing/2014/main" id="{67AC0B61-B11D-4520-B26E-28EEA2E5EBEC}"/>
                  </a:ext>
                </a:extLst>
              </p:cNvPr>
              <p:cNvGrpSpPr/>
              <p:nvPr/>
            </p:nvGrpSpPr>
            <p:grpSpPr>
              <a:xfrm>
                <a:off x="-464224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1173" name="Rectangle 1172">
                  <a:extLst>
                    <a:ext uri="{FF2B5EF4-FFF2-40B4-BE49-F238E27FC236}">
                      <a16:creationId xmlns:a16="http://schemas.microsoft.com/office/drawing/2014/main" id="{535B3A51-F111-2424-0F49-2228D5D23704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4" name="Rectangle 1173">
                  <a:extLst>
                    <a:ext uri="{FF2B5EF4-FFF2-40B4-BE49-F238E27FC236}">
                      <a16:creationId xmlns:a16="http://schemas.microsoft.com/office/drawing/2014/main" id="{6B3B5A63-C321-210C-70F7-A4D49DDFCEB0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5" name="Rectangle 1174">
                  <a:extLst>
                    <a:ext uri="{FF2B5EF4-FFF2-40B4-BE49-F238E27FC236}">
                      <a16:creationId xmlns:a16="http://schemas.microsoft.com/office/drawing/2014/main" id="{E9F65792-B3E0-2F2C-F570-29B7E48478DC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6" name="Rectangle 1175">
                  <a:extLst>
                    <a:ext uri="{FF2B5EF4-FFF2-40B4-BE49-F238E27FC236}">
                      <a16:creationId xmlns:a16="http://schemas.microsoft.com/office/drawing/2014/main" id="{1AD6F38E-2A25-6884-C11D-1C607E872A27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7" name="フローチャート: 和接合 16">
                  <a:extLst>
                    <a:ext uri="{FF2B5EF4-FFF2-40B4-BE49-F238E27FC236}">
                      <a16:creationId xmlns:a16="http://schemas.microsoft.com/office/drawing/2014/main" id="{F3BB723D-8BA2-1F41-C120-E1BE64E58EFB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8" name="Rectangle 1177">
                  <a:extLst>
                    <a:ext uri="{FF2B5EF4-FFF2-40B4-BE49-F238E27FC236}">
                      <a16:creationId xmlns:a16="http://schemas.microsoft.com/office/drawing/2014/main" id="{81B19BEB-D26D-3F1D-409A-EB7BADA3BD2C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79" name="Group 1178">
                  <a:extLst>
                    <a:ext uri="{FF2B5EF4-FFF2-40B4-BE49-F238E27FC236}">
                      <a16:creationId xmlns:a16="http://schemas.microsoft.com/office/drawing/2014/main" id="{5BB12968-8A58-C140-A145-42A92B5C96AD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98" name="楕円 300">
                    <a:extLst>
                      <a:ext uri="{FF2B5EF4-FFF2-40B4-BE49-F238E27FC236}">
                        <a16:creationId xmlns:a16="http://schemas.microsoft.com/office/drawing/2014/main" id="{6C917417-A0AC-3F4C-2F01-5871B83CE10D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99" name="楕円 301">
                    <a:extLst>
                      <a:ext uri="{FF2B5EF4-FFF2-40B4-BE49-F238E27FC236}">
                        <a16:creationId xmlns:a16="http://schemas.microsoft.com/office/drawing/2014/main" id="{B56CB8C8-3F4B-3F42-B5BA-002D803C5A85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80" name="Rectangle 1179">
                  <a:extLst>
                    <a:ext uri="{FF2B5EF4-FFF2-40B4-BE49-F238E27FC236}">
                      <a16:creationId xmlns:a16="http://schemas.microsoft.com/office/drawing/2014/main" id="{1C8EB8C5-0B38-E7E2-E46E-1BE3F2BB7744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1" name="フローチャート: 和接合 16">
                  <a:extLst>
                    <a:ext uri="{FF2B5EF4-FFF2-40B4-BE49-F238E27FC236}">
                      <a16:creationId xmlns:a16="http://schemas.microsoft.com/office/drawing/2014/main" id="{3B64D40F-E7B4-C195-4618-65AF1C1F432D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2" name="Rectangle 1181">
                  <a:extLst>
                    <a:ext uri="{FF2B5EF4-FFF2-40B4-BE49-F238E27FC236}">
                      <a16:creationId xmlns:a16="http://schemas.microsoft.com/office/drawing/2014/main" id="{AEB2AB3A-7EC0-3380-DAE1-0DD112171EE4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83" name="Group 1182">
                  <a:extLst>
                    <a:ext uri="{FF2B5EF4-FFF2-40B4-BE49-F238E27FC236}">
                      <a16:creationId xmlns:a16="http://schemas.microsoft.com/office/drawing/2014/main" id="{7C87E267-6EE3-A421-85C0-B0B23210E636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96" name="楕円 300">
                    <a:extLst>
                      <a:ext uri="{FF2B5EF4-FFF2-40B4-BE49-F238E27FC236}">
                        <a16:creationId xmlns:a16="http://schemas.microsoft.com/office/drawing/2014/main" id="{B5C74E11-F6BC-696B-1AB5-133CD01FC14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97" name="楕円 301">
                    <a:extLst>
                      <a:ext uri="{FF2B5EF4-FFF2-40B4-BE49-F238E27FC236}">
                        <a16:creationId xmlns:a16="http://schemas.microsoft.com/office/drawing/2014/main" id="{0C23069E-533B-48CF-7B9C-09477CB5B2F4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84" name="Rectangle 1183">
                  <a:extLst>
                    <a:ext uri="{FF2B5EF4-FFF2-40B4-BE49-F238E27FC236}">
                      <a16:creationId xmlns:a16="http://schemas.microsoft.com/office/drawing/2014/main" id="{53BB518B-97FE-5A1D-BFCD-EAC6BFB8DC13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5" name="フローチャート: 和接合 16">
                  <a:extLst>
                    <a:ext uri="{FF2B5EF4-FFF2-40B4-BE49-F238E27FC236}">
                      <a16:creationId xmlns:a16="http://schemas.microsoft.com/office/drawing/2014/main" id="{C75E008E-D846-A4DC-ECF1-77C0D5C54682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6" name="Rectangle 1185">
                  <a:extLst>
                    <a:ext uri="{FF2B5EF4-FFF2-40B4-BE49-F238E27FC236}">
                      <a16:creationId xmlns:a16="http://schemas.microsoft.com/office/drawing/2014/main" id="{F62C0BE7-1087-CE19-A39F-CB9B97DBA3D1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87" name="Group 1186">
                  <a:extLst>
                    <a:ext uri="{FF2B5EF4-FFF2-40B4-BE49-F238E27FC236}">
                      <a16:creationId xmlns:a16="http://schemas.microsoft.com/office/drawing/2014/main" id="{4D844959-54CF-373D-5A88-13FC16C35BAE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94" name="楕円 300">
                    <a:extLst>
                      <a:ext uri="{FF2B5EF4-FFF2-40B4-BE49-F238E27FC236}">
                        <a16:creationId xmlns:a16="http://schemas.microsoft.com/office/drawing/2014/main" id="{62EBDA37-86E5-82F6-5183-2E44E8937D3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95" name="楕円 301">
                    <a:extLst>
                      <a:ext uri="{FF2B5EF4-FFF2-40B4-BE49-F238E27FC236}">
                        <a16:creationId xmlns:a16="http://schemas.microsoft.com/office/drawing/2014/main" id="{9590503A-5499-C5D9-4FDC-8B936A278843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88" name="Rectangle 1187">
                  <a:extLst>
                    <a:ext uri="{FF2B5EF4-FFF2-40B4-BE49-F238E27FC236}">
                      <a16:creationId xmlns:a16="http://schemas.microsoft.com/office/drawing/2014/main" id="{094A00C2-7BD3-640A-CEBA-C6350172D6C9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9" name="フローチャート: 和接合 16">
                  <a:extLst>
                    <a:ext uri="{FF2B5EF4-FFF2-40B4-BE49-F238E27FC236}">
                      <a16:creationId xmlns:a16="http://schemas.microsoft.com/office/drawing/2014/main" id="{E990BBE5-CD7F-498D-A417-321578296D90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0" name="Rectangle 1189">
                  <a:extLst>
                    <a:ext uri="{FF2B5EF4-FFF2-40B4-BE49-F238E27FC236}">
                      <a16:creationId xmlns:a16="http://schemas.microsoft.com/office/drawing/2014/main" id="{749E2BEC-FFA8-E9CC-A282-5DC4B595C2FC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91" name="Group 1190">
                  <a:extLst>
                    <a:ext uri="{FF2B5EF4-FFF2-40B4-BE49-F238E27FC236}">
                      <a16:creationId xmlns:a16="http://schemas.microsoft.com/office/drawing/2014/main" id="{AF19C85A-85F0-66EB-5CBF-078E2593FBA7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92" name="楕円 300">
                    <a:extLst>
                      <a:ext uri="{FF2B5EF4-FFF2-40B4-BE49-F238E27FC236}">
                        <a16:creationId xmlns:a16="http://schemas.microsoft.com/office/drawing/2014/main" id="{B29FABBD-DAEA-FF9F-F706-B1D9ECE1E29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93" name="楕円 301">
                    <a:extLst>
                      <a:ext uri="{FF2B5EF4-FFF2-40B4-BE49-F238E27FC236}">
                        <a16:creationId xmlns:a16="http://schemas.microsoft.com/office/drawing/2014/main" id="{403A1022-D616-EB8B-F861-1BE0E340EAF8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1145" name="Group 1144">
                <a:extLst>
                  <a:ext uri="{FF2B5EF4-FFF2-40B4-BE49-F238E27FC236}">
                    <a16:creationId xmlns:a16="http://schemas.microsoft.com/office/drawing/2014/main" id="{CE1D3A24-9BAA-03B8-B732-4CEEB0264B99}"/>
                  </a:ext>
                </a:extLst>
              </p:cNvPr>
              <p:cNvGrpSpPr/>
              <p:nvPr/>
            </p:nvGrpSpPr>
            <p:grpSpPr>
              <a:xfrm>
                <a:off x="729493" y="6412550"/>
                <a:ext cx="910800" cy="903600"/>
                <a:chOff x="4781761" y="3434449"/>
                <a:chExt cx="1320364" cy="1319180"/>
              </a:xfrm>
            </p:grpSpPr>
            <p:sp>
              <p:nvSpPr>
                <p:cNvPr id="1146" name="Rectangle 1145">
                  <a:extLst>
                    <a:ext uri="{FF2B5EF4-FFF2-40B4-BE49-F238E27FC236}">
                      <a16:creationId xmlns:a16="http://schemas.microsoft.com/office/drawing/2014/main" id="{649D2348-80C7-FE63-AC7A-375D916FBEC8}"/>
                    </a:ext>
                  </a:extLst>
                </p:cNvPr>
                <p:cNvSpPr/>
                <p:nvPr/>
              </p:nvSpPr>
              <p:spPr>
                <a:xfrm>
                  <a:off x="4781762" y="3434450"/>
                  <a:ext cx="1318530" cy="1319179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7" name="Rectangle 1146">
                  <a:extLst>
                    <a:ext uri="{FF2B5EF4-FFF2-40B4-BE49-F238E27FC236}">
                      <a16:creationId xmlns:a16="http://schemas.microsoft.com/office/drawing/2014/main" id="{AAFF7DE4-05AD-33FF-447A-E0407DAF5370}"/>
                    </a:ext>
                  </a:extLst>
                </p:cNvPr>
                <p:cNvSpPr/>
                <p:nvPr/>
              </p:nvSpPr>
              <p:spPr>
                <a:xfrm rot="5400000">
                  <a:off x="5419682" y="2796528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8" name="Rectangle 1147">
                  <a:extLst>
                    <a:ext uri="{FF2B5EF4-FFF2-40B4-BE49-F238E27FC236}">
                      <a16:creationId xmlns:a16="http://schemas.microsoft.com/office/drawing/2014/main" id="{4DFF7101-0866-0702-F3D1-6445C8972B2F}"/>
                    </a:ext>
                  </a:extLst>
                </p:cNvPr>
                <p:cNvSpPr/>
                <p:nvPr/>
              </p:nvSpPr>
              <p:spPr>
                <a:xfrm rot="5400000">
                  <a:off x="5421515" y="4073016"/>
                  <a:ext cx="42690" cy="1318531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9" name="Rectangle 1148">
                  <a:extLst>
                    <a:ext uri="{FF2B5EF4-FFF2-40B4-BE49-F238E27FC236}">
                      <a16:creationId xmlns:a16="http://schemas.microsoft.com/office/drawing/2014/main" id="{C3852423-5012-398C-1F0F-A7794B4A7CAC}"/>
                    </a:ext>
                  </a:extLst>
                </p:cNvPr>
                <p:cNvSpPr/>
                <p:nvPr/>
              </p:nvSpPr>
              <p:spPr>
                <a:xfrm rot="5400000">
                  <a:off x="5380410" y="3077921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0" name="フローチャート: 和接合 16">
                  <a:extLst>
                    <a:ext uri="{FF2B5EF4-FFF2-40B4-BE49-F238E27FC236}">
                      <a16:creationId xmlns:a16="http://schemas.microsoft.com/office/drawing/2014/main" id="{FC8029D1-06A0-256C-D8DF-3D9A3F0CEA04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665101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1" name="Rectangle 1150">
                  <a:extLst>
                    <a:ext uri="{FF2B5EF4-FFF2-40B4-BE49-F238E27FC236}">
                      <a16:creationId xmlns:a16="http://schemas.microsoft.com/office/drawing/2014/main" id="{66C625F9-E435-EE81-A35B-0E3118488208}"/>
                    </a:ext>
                  </a:extLst>
                </p:cNvPr>
                <p:cNvSpPr/>
                <p:nvPr/>
              </p:nvSpPr>
              <p:spPr>
                <a:xfrm rot="5400000">
                  <a:off x="5380789" y="2919101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52" name="Group 1151">
                  <a:extLst>
                    <a:ext uri="{FF2B5EF4-FFF2-40B4-BE49-F238E27FC236}">
                      <a16:creationId xmlns:a16="http://schemas.microsoft.com/office/drawing/2014/main" id="{D9DD238E-63FE-FDD4-5D74-4D4EE3F1281E}"/>
                    </a:ext>
                  </a:extLst>
                </p:cNvPr>
                <p:cNvGrpSpPr/>
                <p:nvPr/>
              </p:nvGrpSpPr>
              <p:grpSpPr>
                <a:xfrm>
                  <a:off x="5411389" y="3507419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71" name="楕円 300">
                    <a:extLst>
                      <a:ext uri="{FF2B5EF4-FFF2-40B4-BE49-F238E27FC236}">
                        <a16:creationId xmlns:a16="http://schemas.microsoft.com/office/drawing/2014/main" id="{AE93722F-2A7F-32F1-6E4F-15309D1A796F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72" name="楕円 301">
                    <a:extLst>
                      <a:ext uri="{FF2B5EF4-FFF2-40B4-BE49-F238E27FC236}">
                        <a16:creationId xmlns:a16="http://schemas.microsoft.com/office/drawing/2014/main" id="{49E01D58-8F9D-9D4F-70DC-9181E5864596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53" name="Rectangle 1152">
                  <a:extLst>
                    <a:ext uri="{FF2B5EF4-FFF2-40B4-BE49-F238E27FC236}">
                      <a16:creationId xmlns:a16="http://schemas.microsoft.com/office/drawing/2014/main" id="{D63CAC9D-9D6C-59FD-A933-7D854A05896F}"/>
                    </a:ext>
                  </a:extLst>
                </p:cNvPr>
                <p:cNvSpPr/>
                <p:nvPr/>
              </p:nvSpPr>
              <p:spPr>
                <a:xfrm rot="5400000">
                  <a:off x="5380410" y="3396323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4" name="フローチャート: 和接合 16">
                  <a:extLst>
                    <a:ext uri="{FF2B5EF4-FFF2-40B4-BE49-F238E27FC236}">
                      <a16:creationId xmlns:a16="http://schemas.microsoft.com/office/drawing/2014/main" id="{ED39E22B-7E1C-9320-0DA7-88D92901CF9B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3983503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5" name="Rectangle 1154">
                  <a:extLst>
                    <a:ext uri="{FF2B5EF4-FFF2-40B4-BE49-F238E27FC236}">
                      <a16:creationId xmlns:a16="http://schemas.microsoft.com/office/drawing/2014/main" id="{AAA36C65-0F08-B245-E4F5-5295DC3B385A}"/>
                    </a:ext>
                  </a:extLst>
                </p:cNvPr>
                <p:cNvSpPr/>
                <p:nvPr/>
              </p:nvSpPr>
              <p:spPr>
                <a:xfrm rot="5400000">
                  <a:off x="5380789" y="3237503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56" name="Group 1155">
                  <a:extLst>
                    <a:ext uri="{FF2B5EF4-FFF2-40B4-BE49-F238E27FC236}">
                      <a16:creationId xmlns:a16="http://schemas.microsoft.com/office/drawing/2014/main" id="{EE5D985C-8816-B587-75E2-F24720B300A6}"/>
                    </a:ext>
                  </a:extLst>
                </p:cNvPr>
                <p:cNvGrpSpPr/>
                <p:nvPr/>
              </p:nvGrpSpPr>
              <p:grpSpPr>
                <a:xfrm>
                  <a:off x="5411389" y="3825821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69" name="楕円 300">
                    <a:extLst>
                      <a:ext uri="{FF2B5EF4-FFF2-40B4-BE49-F238E27FC236}">
                        <a16:creationId xmlns:a16="http://schemas.microsoft.com/office/drawing/2014/main" id="{515CA505-104F-D7EF-835B-247638064EB9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70" name="楕円 301">
                    <a:extLst>
                      <a:ext uri="{FF2B5EF4-FFF2-40B4-BE49-F238E27FC236}">
                        <a16:creationId xmlns:a16="http://schemas.microsoft.com/office/drawing/2014/main" id="{B809C286-E6E2-4BFE-9296-D5B614A9196E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57" name="Rectangle 1156">
                  <a:extLst>
                    <a:ext uri="{FF2B5EF4-FFF2-40B4-BE49-F238E27FC236}">
                      <a16:creationId xmlns:a16="http://schemas.microsoft.com/office/drawing/2014/main" id="{831FDF4F-51F5-A151-6635-6B2F3CEBBADE}"/>
                    </a:ext>
                  </a:extLst>
                </p:cNvPr>
                <p:cNvSpPr/>
                <p:nvPr/>
              </p:nvSpPr>
              <p:spPr>
                <a:xfrm rot="5400000">
                  <a:off x="5380410" y="3714725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8" name="フローチャート: 和接合 16">
                  <a:extLst>
                    <a:ext uri="{FF2B5EF4-FFF2-40B4-BE49-F238E27FC236}">
                      <a16:creationId xmlns:a16="http://schemas.microsoft.com/office/drawing/2014/main" id="{898968B8-B060-B96A-4B80-EC0319CB1574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301905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9" name="Rectangle 1158">
                  <a:extLst>
                    <a:ext uri="{FF2B5EF4-FFF2-40B4-BE49-F238E27FC236}">
                      <a16:creationId xmlns:a16="http://schemas.microsoft.com/office/drawing/2014/main" id="{5A24E9EC-8194-6A5F-CCB7-5CBE87573D44}"/>
                    </a:ext>
                  </a:extLst>
                </p:cNvPr>
                <p:cNvSpPr/>
                <p:nvPr/>
              </p:nvSpPr>
              <p:spPr>
                <a:xfrm rot="5400000">
                  <a:off x="5380789" y="3555905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60" name="Group 1159">
                  <a:extLst>
                    <a:ext uri="{FF2B5EF4-FFF2-40B4-BE49-F238E27FC236}">
                      <a16:creationId xmlns:a16="http://schemas.microsoft.com/office/drawing/2014/main" id="{0C3E9A1C-D73A-DD2C-9E1F-AF92EA8B65BA}"/>
                    </a:ext>
                  </a:extLst>
                </p:cNvPr>
                <p:cNvGrpSpPr/>
                <p:nvPr/>
              </p:nvGrpSpPr>
              <p:grpSpPr>
                <a:xfrm>
                  <a:off x="5411389" y="4144223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67" name="楕円 300">
                    <a:extLst>
                      <a:ext uri="{FF2B5EF4-FFF2-40B4-BE49-F238E27FC236}">
                        <a16:creationId xmlns:a16="http://schemas.microsoft.com/office/drawing/2014/main" id="{B6300EDB-8251-951C-8A38-D2AA952E527A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68" name="楕円 301">
                    <a:extLst>
                      <a:ext uri="{FF2B5EF4-FFF2-40B4-BE49-F238E27FC236}">
                        <a16:creationId xmlns:a16="http://schemas.microsoft.com/office/drawing/2014/main" id="{231DB041-0411-B561-56CD-5DC19215BCF1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61" name="Rectangle 1160">
                  <a:extLst>
                    <a:ext uri="{FF2B5EF4-FFF2-40B4-BE49-F238E27FC236}">
                      <a16:creationId xmlns:a16="http://schemas.microsoft.com/office/drawing/2014/main" id="{0D08EA88-D3AC-91BD-8B07-9BEAA046ECCA}"/>
                    </a:ext>
                  </a:extLst>
                </p:cNvPr>
                <p:cNvSpPr/>
                <p:nvPr/>
              </p:nvSpPr>
              <p:spPr>
                <a:xfrm rot="5400000">
                  <a:off x="5380410" y="4033129"/>
                  <a:ext cx="118800" cy="1235561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2" name="フローチャート: 和接合 16">
                  <a:extLst>
                    <a:ext uri="{FF2B5EF4-FFF2-40B4-BE49-F238E27FC236}">
                      <a16:creationId xmlns:a16="http://schemas.microsoft.com/office/drawing/2014/main" id="{CFCDF420-B1CB-A0E5-CCA3-EF8B1575646C}"/>
                    </a:ext>
                  </a:extLst>
                </p:cNvPr>
                <p:cNvSpPr/>
                <p:nvPr/>
              </p:nvSpPr>
              <p:spPr bwMode="auto">
                <a:xfrm rot="10800000">
                  <a:off x="5409210" y="4620309"/>
                  <a:ext cx="61200" cy="61200"/>
                </a:xfrm>
                <a:prstGeom prst="flowChartSummingJunction">
                  <a:avLst/>
                </a:prstGeom>
                <a:solidFill>
                  <a:srgbClr val="FFC000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3" name="Rectangle 1162">
                  <a:extLst>
                    <a:ext uri="{FF2B5EF4-FFF2-40B4-BE49-F238E27FC236}">
                      <a16:creationId xmlns:a16="http://schemas.microsoft.com/office/drawing/2014/main" id="{6E8623B6-3307-B207-9775-2B46F34F68C0}"/>
                    </a:ext>
                  </a:extLst>
                </p:cNvPr>
                <p:cNvSpPr/>
                <p:nvPr/>
              </p:nvSpPr>
              <p:spPr>
                <a:xfrm rot="5400000">
                  <a:off x="5380789" y="3874307"/>
                  <a:ext cx="118800" cy="1234800"/>
                </a:xfrm>
                <a:prstGeom prst="rect">
                  <a:avLst/>
                </a:prstGeom>
                <a:solidFill>
                  <a:srgbClr val="C5591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164" name="Group 1163">
                  <a:extLst>
                    <a:ext uri="{FF2B5EF4-FFF2-40B4-BE49-F238E27FC236}">
                      <a16:creationId xmlns:a16="http://schemas.microsoft.com/office/drawing/2014/main" id="{A5B43209-DE78-A537-0F40-517D515364D6}"/>
                    </a:ext>
                  </a:extLst>
                </p:cNvPr>
                <p:cNvGrpSpPr/>
                <p:nvPr/>
              </p:nvGrpSpPr>
              <p:grpSpPr>
                <a:xfrm>
                  <a:off x="5411389" y="4462625"/>
                  <a:ext cx="57600" cy="58165"/>
                  <a:chOff x="5550747" y="2678351"/>
                  <a:chExt cx="57600" cy="58165"/>
                </a:xfrm>
              </p:grpSpPr>
              <p:sp>
                <p:nvSpPr>
                  <p:cNvPr id="1165" name="楕円 300">
                    <a:extLst>
                      <a:ext uri="{FF2B5EF4-FFF2-40B4-BE49-F238E27FC236}">
                        <a16:creationId xmlns:a16="http://schemas.microsoft.com/office/drawing/2014/main" id="{4C0B523F-4BB4-F07A-57F2-20CFE5105F12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50747" y="2678351"/>
                    <a:ext cx="57600" cy="58165"/>
                  </a:xfrm>
                  <a:prstGeom prst="ellipse">
                    <a:avLst/>
                  </a:prstGeom>
                  <a:noFill/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66" name="楕円 301">
                    <a:extLst>
                      <a:ext uri="{FF2B5EF4-FFF2-40B4-BE49-F238E27FC236}">
                        <a16:creationId xmlns:a16="http://schemas.microsoft.com/office/drawing/2014/main" id="{239B54FC-E41E-EC79-499C-272EE25F466B}"/>
                      </a:ext>
                    </a:extLst>
                  </p:cNvPr>
                  <p:cNvSpPr/>
                  <p:nvPr/>
                </p:nvSpPr>
                <p:spPr bwMode="auto">
                  <a:xfrm rot="10800000">
                    <a:off x="5572276" y="2700163"/>
                    <a:ext cx="14542" cy="14541"/>
                  </a:xfrm>
                  <a:prstGeom prst="ellipse">
                    <a:avLst/>
                  </a:prstGeom>
                  <a:solidFill>
                    <a:schemeClr val="tx1"/>
                  </a:solidFill>
                  <a:ln w="6350">
                    <a:solidFill>
                      <a:srgbClr val="10101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ja-JP" altLang="en-US" sz="1600">
                      <a:latin typeface="Times New Roman" panose="02020603050405020304" pitchFamily="18" charset="0"/>
                      <a:ea typeface="Malgun Gothic" panose="020B0503020000020004" pitchFamily="34" charset="-127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</p:grpSp>
      <p:cxnSp>
        <p:nvCxnSpPr>
          <p:cNvPr id="1125" name="Straight Arrow Connector 1124">
            <a:extLst>
              <a:ext uri="{FF2B5EF4-FFF2-40B4-BE49-F238E27FC236}">
                <a16:creationId xmlns:a16="http://schemas.microsoft.com/office/drawing/2014/main" id="{44D1EE5C-6F1B-285E-8828-D6A9E81F4572}"/>
              </a:ext>
            </a:extLst>
          </p:cNvPr>
          <p:cNvCxnSpPr>
            <a:cxnSpLocks/>
          </p:cNvCxnSpPr>
          <p:nvPr/>
        </p:nvCxnSpPr>
        <p:spPr>
          <a:xfrm>
            <a:off x="5752070" y="-1973368"/>
            <a:ext cx="0" cy="120551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6" name="Group 1125">
            <a:extLst>
              <a:ext uri="{FF2B5EF4-FFF2-40B4-BE49-F238E27FC236}">
                <a16:creationId xmlns:a16="http://schemas.microsoft.com/office/drawing/2014/main" id="{3D019789-C34D-0D49-E4F9-BAE2D6284B06}"/>
              </a:ext>
            </a:extLst>
          </p:cNvPr>
          <p:cNvGrpSpPr/>
          <p:nvPr/>
        </p:nvGrpSpPr>
        <p:grpSpPr>
          <a:xfrm>
            <a:off x="5995012" y="-2293902"/>
            <a:ext cx="2821049" cy="1584047"/>
            <a:chOff x="4304402" y="1365316"/>
            <a:chExt cx="2821049" cy="1584047"/>
          </a:xfrm>
        </p:grpSpPr>
        <p:sp>
          <p:nvSpPr>
            <p:cNvPr id="1131" name="Rectangle 1130">
              <a:extLst>
                <a:ext uri="{FF2B5EF4-FFF2-40B4-BE49-F238E27FC236}">
                  <a16:creationId xmlns:a16="http://schemas.microsoft.com/office/drawing/2014/main" id="{41EA0C5B-F29E-6F7D-ED76-E399A8752192}"/>
                </a:ext>
              </a:extLst>
            </p:cNvPr>
            <p:cNvSpPr/>
            <p:nvPr/>
          </p:nvSpPr>
          <p:spPr>
            <a:xfrm>
              <a:off x="4307196" y="2609621"/>
              <a:ext cx="2818254" cy="33974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132" name="Rectangle 1131">
              <a:extLst>
                <a:ext uri="{FF2B5EF4-FFF2-40B4-BE49-F238E27FC236}">
                  <a16:creationId xmlns:a16="http://schemas.microsoft.com/office/drawing/2014/main" id="{259C87CA-3CD8-6217-4C4A-6B575B58027C}"/>
                </a:ext>
              </a:extLst>
            </p:cNvPr>
            <p:cNvSpPr/>
            <p:nvPr/>
          </p:nvSpPr>
          <p:spPr>
            <a:xfrm rot="5400000">
              <a:off x="5552314" y="936934"/>
              <a:ext cx="328015" cy="281825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133" name="Rectangle 1132">
              <a:extLst>
                <a:ext uri="{FF2B5EF4-FFF2-40B4-BE49-F238E27FC236}">
                  <a16:creationId xmlns:a16="http://schemas.microsoft.com/office/drawing/2014/main" id="{B89AAE77-E043-412B-ED7D-A4DB64C1519D}"/>
                </a:ext>
              </a:extLst>
            </p:cNvPr>
            <p:cNvSpPr/>
            <p:nvPr/>
          </p:nvSpPr>
          <p:spPr>
            <a:xfrm rot="5400000">
              <a:off x="5663954" y="1149210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47443037-DC46-C316-5313-F7D5403A44E4}"/>
                </a:ext>
              </a:extLst>
            </p:cNvPr>
            <p:cNvSpPr/>
            <p:nvPr/>
          </p:nvSpPr>
          <p:spPr>
            <a:xfrm rot="5400000">
              <a:off x="5552315" y="529233"/>
              <a:ext cx="328015" cy="2818257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135" name="Rectangle 1134">
              <a:extLst>
                <a:ext uri="{FF2B5EF4-FFF2-40B4-BE49-F238E27FC236}">
                  <a16:creationId xmlns:a16="http://schemas.microsoft.com/office/drawing/2014/main" id="{D6272AFA-A710-5B71-E085-ED2D170D85A3}"/>
                </a:ext>
              </a:extLst>
            </p:cNvPr>
            <p:cNvSpPr/>
            <p:nvPr/>
          </p:nvSpPr>
          <p:spPr>
            <a:xfrm rot="5400000">
              <a:off x="5549523" y="120195"/>
              <a:ext cx="328015" cy="281825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pic>
          <p:nvPicPr>
            <p:cNvPr id="1136" name="Picture 1135">
              <a:extLst>
                <a:ext uri="{FF2B5EF4-FFF2-40B4-BE49-F238E27FC236}">
                  <a16:creationId xmlns:a16="http://schemas.microsoft.com/office/drawing/2014/main" id="{F3787306-8273-F768-078C-C210DE0EF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1943522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pic>
          <p:nvPicPr>
            <p:cNvPr id="1137" name="Picture 1136">
              <a:extLst>
                <a:ext uri="{FF2B5EF4-FFF2-40B4-BE49-F238E27FC236}">
                  <a16:creationId xmlns:a16="http://schemas.microsoft.com/office/drawing/2014/main" id="{8F36F27F-2A01-961F-66BF-43B772B72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8637" y="151090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cxnSp>
          <p:nvCxnSpPr>
            <p:cNvPr id="1138" name="Straight Connector 1137">
              <a:extLst>
                <a:ext uri="{FF2B5EF4-FFF2-40B4-BE49-F238E27FC236}">
                  <a16:creationId xmlns:a16="http://schemas.microsoft.com/office/drawing/2014/main" id="{81C8F944-AAA2-3E2A-E651-3F0AE9D137F3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1624565"/>
              <a:ext cx="0" cy="533036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9" name="Straight Connector 1138">
              <a:extLst>
                <a:ext uri="{FF2B5EF4-FFF2-40B4-BE49-F238E27FC236}">
                  <a16:creationId xmlns:a16="http://schemas.microsoft.com/office/drawing/2014/main" id="{71207F83-5123-9D4A-000E-180D2C66C05A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2196275"/>
              <a:ext cx="0" cy="530994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40" name="Picture 1139">
              <a:extLst>
                <a:ext uri="{FF2B5EF4-FFF2-40B4-BE49-F238E27FC236}">
                  <a16:creationId xmlns:a16="http://schemas.microsoft.com/office/drawing/2014/main" id="{FB7DD44C-9E34-5E6B-7121-2E167D81B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237613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</p:grpSp>
      <p:sp>
        <p:nvSpPr>
          <p:cNvPr id="1127" name="テキスト プレースホルダー 2">
            <a:extLst>
              <a:ext uri="{FF2B5EF4-FFF2-40B4-BE49-F238E27FC236}">
                <a16:creationId xmlns:a16="http://schemas.microsoft.com/office/drawing/2014/main" id="{00248A63-71A3-872F-08CB-30AFDB5BBA11}"/>
              </a:ext>
            </a:extLst>
          </p:cNvPr>
          <p:cNvSpPr txBox="1">
            <a:spLocks/>
          </p:cNvSpPr>
          <p:nvPr/>
        </p:nvSpPr>
        <p:spPr>
          <a:xfrm rot="5400000">
            <a:off x="4780315" y="-1684774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High </a:t>
            </a:r>
            <a:r>
              <a:rPr kumimoji="1" lang="en-US" altLang="ja-JP" sz="14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4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400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28" name="テキスト プレースホルダー 2">
            <a:extLst>
              <a:ext uri="{FF2B5EF4-FFF2-40B4-BE49-F238E27FC236}">
                <a16:creationId xmlns:a16="http://schemas.microsoft.com/office/drawing/2014/main" id="{145CEE70-04CA-3BCE-6257-4ED9018439AB}"/>
              </a:ext>
            </a:extLst>
          </p:cNvPr>
          <p:cNvSpPr txBox="1">
            <a:spLocks/>
          </p:cNvSpPr>
          <p:nvPr/>
        </p:nvSpPr>
        <p:spPr>
          <a:xfrm>
            <a:off x="5042281" y="-2245353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1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inside</a:t>
            </a:r>
            <a:endParaRPr kumimoji="1" lang="en-US" altLang="ja-JP" sz="11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29" name="テキスト プレースホルダー 2">
            <a:extLst>
              <a:ext uri="{FF2B5EF4-FFF2-40B4-BE49-F238E27FC236}">
                <a16:creationId xmlns:a16="http://schemas.microsoft.com/office/drawing/2014/main" id="{6DE5AA82-C250-65C1-81D6-8038E8435670}"/>
              </a:ext>
            </a:extLst>
          </p:cNvPr>
          <p:cNvSpPr txBox="1">
            <a:spLocks/>
          </p:cNvSpPr>
          <p:nvPr/>
        </p:nvSpPr>
        <p:spPr>
          <a:xfrm>
            <a:off x="5013631" y="-715409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1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ambient</a:t>
            </a:r>
            <a:endParaRPr kumimoji="1" lang="en-US" altLang="ja-JP" sz="11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2F11612C-2586-2DF1-FEB0-175AA087B3AE}"/>
              </a:ext>
            </a:extLst>
          </p:cNvPr>
          <p:cNvSpPr/>
          <p:nvPr/>
        </p:nvSpPr>
        <p:spPr>
          <a:xfrm>
            <a:off x="3567646" y="-1443266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200" name="Straight Connector 1199">
            <a:extLst>
              <a:ext uri="{FF2B5EF4-FFF2-40B4-BE49-F238E27FC236}">
                <a16:creationId xmlns:a16="http://schemas.microsoft.com/office/drawing/2014/main" id="{759898E6-185D-CFA5-C11C-FFC3CAE5BD45}"/>
              </a:ext>
            </a:extLst>
          </p:cNvPr>
          <p:cNvCxnSpPr/>
          <p:nvPr/>
        </p:nvCxnSpPr>
        <p:spPr>
          <a:xfrm flipV="1">
            <a:off x="4879435" y="-2355780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Straight Connector 1200">
            <a:extLst>
              <a:ext uri="{FF2B5EF4-FFF2-40B4-BE49-F238E27FC236}">
                <a16:creationId xmlns:a16="http://schemas.microsoft.com/office/drawing/2014/main" id="{D06D1F10-B147-3984-F7C3-078568DA8F09}"/>
              </a:ext>
            </a:extLst>
          </p:cNvPr>
          <p:cNvCxnSpPr>
            <a:cxnSpLocks/>
          </p:cNvCxnSpPr>
          <p:nvPr/>
        </p:nvCxnSpPr>
        <p:spPr>
          <a:xfrm flipH="1" flipV="1">
            <a:off x="4904835" y="-818332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03" name="Group 1202">
            <a:extLst>
              <a:ext uri="{FF2B5EF4-FFF2-40B4-BE49-F238E27FC236}">
                <a16:creationId xmlns:a16="http://schemas.microsoft.com/office/drawing/2014/main" id="{2B5B9B5C-A557-6051-3002-BE910A70D92F}"/>
              </a:ext>
            </a:extLst>
          </p:cNvPr>
          <p:cNvGrpSpPr/>
          <p:nvPr/>
        </p:nvGrpSpPr>
        <p:grpSpPr>
          <a:xfrm>
            <a:off x="14672850" y="-3354835"/>
            <a:ext cx="2447948" cy="1233452"/>
            <a:chOff x="3747245" y="5034265"/>
            <a:chExt cx="3097925" cy="1560957"/>
          </a:xfrm>
        </p:grpSpPr>
        <p:sp>
          <p:nvSpPr>
            <p:cNvPr id="1230" name="Rectangle 1229">
              <a:extLst>
                <a:ext uri="{FF2B5EF4-FFF2-40B4-BE49-F238E27FC236}">
                  <a16:creationId xmlns:a16="http://schemas.microsoft.com/office/drawing/2014/main" id="{ACB50E02-0CF0-66AF-6D14-40B3985894A5}"/>
                </a:ext>
              </a:extLst>
            </p:cNvPr>
            <p:cNvSpPr/>
            <p:nvPr/>
          </p:nvSpPr>
          <p:spPr>
            <a:xfrm>
              <a:off x="3747246" y="5034265"/>
              <a:ext cx="3097924" cy="1560957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31" name="Rectangle 1230">
              <a:extLst>
                <a:ext uri="{FF2B5EF4-FFF2-40B4-BE49-F238E27FC236}">
                  <a16:creationId xmlns:a16="http://schemas.microsoft.com/office/drawing/2014/main" id="{D725EDA3-201A-CDAF-C7D0-B4FA10A85C96}"/>
                </a:ext>
              </a:extLst>
            </p:cNvPr>
            <p:cNvSpPr/>
            <p:nvPr/>
          </p:nvSpPr>
          <p:spPr>
            <a:xfrm>
              <a:off x="3747245" y="5791884"/>
              <a:ext cx="3097924" cy="4571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grpSp>
          <p:nvGrpSpPr>
            <p:cNvPr id="1232" name="Group 1231">
              <a:extLst>
                <a:ext uri="{FF2B5EF4-FFF2-40B4-BE49-F238E27FC236}">
                  <a16:creationId xmlns:a16="http://schemas.microsoft.com/office/drawing/2014/main" id="{A39947ED-45F6-14AF-2733-4E9900E75BF7}"/>
                </a:ext>
              </a:extLst>
            </p:cNvPr>
            <p:cNvGrpSpPr/>
            <p:nvPr/>
          </p:nvGrpSpPr>
          <p:grpSpPr>
            <a:xfrm flipH="1">
              <a:off x="3969715" y="5239449"/>
              <a:ext cx="1151411" cy="1142317"/>
              <a:chOff x="6978166" y="2617955"/>
              <a:chExt cx="1320364" cy="1319180"/>
            </a:xfrm>
          </p:grpSpPr>
          <p:sp>
            <p:nvSpPr>
              <p:cNvPr id="1265" name="Rectangle 1264">
                <a:extLst>
                  <a:ext uri="{FF2B5EF4-FFF2-40B4-BE49-F238E27FC236}">
                    <a16:creationId xmlns:a16="http://schemas.microsoft.com/office/drawing/2014/main" id="{BB431349-1F5F-8D38-DDA8-DEC7C2B673FE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6" name="Rectangle 1265">
                <a:extLst>
                  <a:ext uri="{FF2B5EF4-FFF2-40B4-BE49-F238E27FC236}">
                    <a16:creationId xmlns:a16="http://schemas.microsoft.com/office/drawing/2014/main" id="{6948206F-5EB9-7276-4E81-8B0A74008A2B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7" name="Rectangle 1266">
                <a:extLst>
                  <a:ext uri="{FF2B5EF4-FFF2-40B4-BE49-F238E27FC236}">
                    <a16:creationId xmlns:a16="http://schemas.microsoft.com/office/drawing/2014/main" id="{17399440-8979-A6EF-50B5-FEB3995911B7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68" name="Group 1267">
                <a:extLst>
                  <a:ext uri="{FF2B5EF4-FFF2-40B4-BE49-F238E27FC236}">
                    <a16:creationId xmlns:a16="http://schemas.microsoft.com/office/drawing/2014/main" id="{B72AA74B-A0E5-48ED-E259-E73AC1DEAC22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94" name="Rectangle 1293">
                  <a:extLst>
                    <a:ext uri="{FF2B5EF4-FFF2-40B4-BE49-F238E27FC236}">
                      <a16:creationId xmlns:a16="http://schemas.microsoft.com/office/drawing/2014/main" id="{FE3A5984-5E4F-F491-4356-D8F3F304BC3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5" name="フローチャート: 和接合 16">
                  <a:extLst>
                    <a:ext uri="{FF2B5EF4-FFF2-40B4-BE49-F238E27FC236}">
                      <a16:creationId xmlns:a16="http://schemas.microsoft.com/office/drawing/2014/main" id="{D42964CA-A413-F0A6-124D-16C1F51857F8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69" name="Rectangle 1268">
                <a:extLst>
                  <a:ext uri="{FF2B5EF4-FFF2-40B4-BE49-F238E27FC236}">
                    <a16:creationId xmlns:a16="http://schemas.microsoft.com/office/drawing/2014/main" id="{B5AFBE50-970E-BC47-6EC1-1344ECB62944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70" name="Group 1269">
                <a:extLst>
                  <a:ext uri="{FF2B5EF4-FFF2-40B4-BE49-F238E27FC236}">
                    <a16:creationId xmlns:a16="http://schemas.microsoft.com/office/drawing/2014/main" id="{CEF9CA67-E4C6-91FE-428F-3D8C8E7713D6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292" name="楕円 300">
                  <a:extLst>
                    <a:ext uri="{FF2B5EF4-FFF2-40B4-BE49-F238E27FC236}">
                      <a16:creationId xmlns:a16="http://schemas.microsoft.com/office/drawing/2014/main" id="{C42EDF69-4776-A4F7-4361-9605901C835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3" name="楕円 301">
                  <a:extLst>
                    <a:ext uri="{FF2B5EF4-FFF2-40B4-BE49-F238E27FC236}">
                      <a16:creationId xmlns:a16="http://schemas.microsoft.com/office/drawing/2014/main" id="{85143BD0-8C57-53FD-3C26-3DDEE8DF45A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71" name="Group 1270">
                <a:extLst>
                  <a:ext uri="{FF2B5EF4-FFF2-40B4-BE49-F238E27FC236}">
                    <a16:creationId xmlns:a16="http://schemas.microsoft.com/office/drawing/2014/main" id="{E7B294A0-0F6F-297E-A9C1-454AC7623215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90" name="Rectangle 1289">
                  <a:extLst>
                    <a:ext uri="{FF2B5EF4-FFF2-40B4-BE49-F238E27FC236}">
                      <a16:creationId xmlns:a16="http://schemas.microsoft.com/office/drawing/2014/main" id="{84265075-9A93-11B8-8396-798D9CDE4E4D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1" name="フローチャート: 和接合 16">
                  <a:extLst>
                    <a:ext uri="{FF2B5EF4-FFF2-40B4-BE49-F238E27FC236}">
                      <a16:creationId xmlns:a16="http://schemas.microsoft.com/office/drawing/2014/main" id="{6F45E872-CC48-D74A-9B2B-936B7ACBDE0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72" name="Rectangle 1271">
                <a:extLst>
                  <a:ext uri="{FF2B5EF4-FFF2-40B4-BE49-F238E27FC236}">
                    <a16:creationId xmlns:a16="http://schemas.microsoft.com/office/drawing/2014/main" id="{E1D83173-EFD0-913F-73D0-C4F51BE04EB6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73" name="Group 1272">
                <a:extLst>
                  <a:ext uri="{FF2B5EF4-FFF2-40B4-BE49-F238E27FC236}">
                    <a16:creationId xmlns:a16="http://schemas.microsoft.com/office/drawing/2014/main" id="{228F9C2A-7036-8373-B113-FA2D22F6942B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288" name="楕円 300">
                  <a:extLst>
                    <a:ext uri="{FF2B5EF4-FFF2-40B4-BE49-F238E27FC236}">
                      <a16:creationId xmlns:a16="http://schemas.microsoft.com/office/drawing/2014/main" id="{6208F64D-D4C8-2EE3-4273-AD11C0CD00D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9" name="楕円 301">
                  <a:extLst>
                    <a:ext uri="{FF2B5EF4-FFF2-40B4-BE49-F238E27FC236}">
                      <a16:creationId xmlns:a16="http://schemas.microsoft.com/office/drawing/2014/main" id="{A6E51D6B-9D18-3336-AFC0-24224BDFD4B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74" name="Group 1273">
                <a:extLst>
                  <a:ext uri="{FF2B5EF4-FFF2-40B4-BE49-F238E27FC236}">
                    <a16:creationId xmlns:a16="http://schemas.microsoft.com/office/drawing/2014/main" id="{3DFE001A-4127-59B6-F82F-EBB31BFE332A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86" name="Rectangle 1285">
                  <a:extLst>
                    <a:ext uri="{FF2B5EF4-FFF2-40B4-BE49-F238E27FC236}">
                      <a16:creationId xmlns:a16="http://schemas.microsoft.com/office/drawing/2014/main" id="{5C15E4A6-1EC8-FB07-CB7C-21C26BD25BF3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7" name="フローチャート: 和接合 16">
                  <a:extLst>
                    <a:ext uri="{FF2B5EF4-FFF2-40B4-BE49-F238E27FC236}">
                      <a16:creationId xmlns:a16="http://schemas.microsoft.com/office/drawing/2014/main" id="{36848F1C-253D-ED40-43A9-7B4EAC9FA33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75" name="Rectangle 1274">
                <a:extLst>
                  <a:ext uri="{FF2B5EF4-FFF2-40B4-BE49-F238E27FC236}">
                    <a16:creationId xmlns:a16="http://schemas.microsoft.com/office/drawing/2014/main" id="{00DB18BD-2933-5064-A1F0-3C321AB0479D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76" name="Group 1275">
                <a:extLst>
                  <a:ext uri="{FF2B5EF4-FFF2-40B4-BE49-F238E27FC236}">
                    <a16:creationId xmlns:a16="http://schemas.microsoft.com/office/drawing/2014/main" id="{D443C85C-9703-3AD8-C6D2-1081C7B23866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284" name="楕円 300">
                  <a:extLst>
                    <a:ext uri="{FF2B5EF4-FFF2-40B4-BE49-F238E27FC236}">
                      <a16:creationId xmlns:a16="http://schemas.microsoft.com/office/drawing/2014/main" id="{EA286D33-3FE3-0962-3BDD-A6896D674F6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5" name="楕円 301">
                  <a:extLst>
                    <a:ext uri="{FF2B5EF4-FFF2-40B4-BE49-F238E27FC236}">
                      <a16:creationId xmlns:a16="http://schemas.microsoft.com/office/drawing/2014/main" id="{F41AA316-0BDE-5175-7EC3-5169A01D3E4E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77" name="Group 1276">
                <a:extLst>
                  <a:ext uri="{FF2B5EF4-FFF2-40B4-BE49-F238E27FC236}">
                    <a16:creationId xmlns:a16="http://schemas.microsoft.com/office/drawing/2014/main" id="{5E2F6A73-1291-A9EB-954F-57A52FD4D599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82" name="Rectangle 1281">
                  <a:extLst>
                    <a:ext uri="{FF2B5EF4-FFF2-40B4-BE49-F238E27FC236}">
                      <a16:creationId xmlns:a16="http://schemas.microsoft.com/office/drawing/2014/main" id="{F300E648-E7ED-A149-8889-76660E968CB9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3" name="フローチャート: 和接合 16">
                  <a:extLst>
                    <a:ext uri="{FF2B5EF4-FFF2-40B4-BE49-F238E27FC236}">
                      <a16:creationId xmlns:a16="http://schemas.microsoft.com/office/drawing/2014/main" id="{A5400BA6-35BE-D784-CCC8-08C8A0DA71A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78" name="Rectangle 1277">
                <a:extLst>
                  <a:ext uri="{FF2B5EF4-FFF2-40B4-BE49-F238E27FC236}">
                    <a16:creationId xmlns:a16="http://schemas.microsoft.com/office/drawing/2014/main" id="{ED037396-7A54-7DFD-9C12-527B1DF480DA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79" name="Group 1278">
                <a:extLst>
                  <a:ext uri="{FF2B5EF4-FFF2-40B4-BE49-F238E27FC236}">
                    <a16:creationId xmlns:a16="http://schemas.microsoft.com/office/drawing/2014/main" id="{205E1290-EC99-5365-ACEE-06B5DA0E8F14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1280" name="楕円 300">
                  <a:extLst>
                    <a:ext uri="{FF2B5EF4-FFF2-40B4-BE49-F238E27FC236}">
                      <a16:creationId xmlns:a16="http://schemas.microsoft.com/office/drawing/2014/main" id="{CFA20C3F-BC3D-8160-B8D6-3975B7E56F74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81" name="楕円 301">
                  <a:extLst>
                    <a:ext uri="{FF2B5EF4-FFF2-40B4-BE49-F238E27FC236}">
                      <a16:creationId xmlns:a16="http://schemas.microsoft.com/office/drawing/2014/main" id="{BF58578D-B495-55DB-9B71-5B332EBC9391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FF386BC9-161E-0590-2AF4-6C1931EC44FF}"/>
                </a:ext>
              </a:extLst>
            </p:cNvPr>
            <p:cNvGrpSpPr/>
            <p:nvPr/>
          </p:nvGrpSpPr>
          <p:grpSpPr>
            <a:xfrm>
              <a:off x="5480428" y="5239449"/>
              <a:ext cx="1142274" cy="1150592"/>
              <a:chOff x="6978166" y="2617955"/>
              <a:chExt cx="1320364" cy="1319180"/>
            </a:xfrm>
          </p:grpSpPr>
          <p:sp>
            <p:nvSpPr>
              <p:cNvPr id="1234" name="Rectangle 1233">
                <a:extLst>
                  <a:ext uri="{FF2B5EF4-FFF2-40B4-BE49-F238E27FC236}">
                    <a16:creationId xmlns:a16="http://schemas.microsoft.com/office/drawing/2014/main" id="{E73F60F4-F4AE-A42C-3625-9155292106E1}"/>
                  </a:ext>
                </a:extLst>
              </p:cNvPr>
              <p:cNvSpPr/>
              <p:nvPr/>
            </p:nvSpPr>
            <p:spPr>
              <a:xfrm>
                <a:off x="6978167" y="2617956"/>
                <a:ext cx="1318530" cy="131917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5" name="Rectangle 1234">
                <a:extLst>
                  <a:ext uri="{FF2B5EF4-FFF2-40B4-BE49-F238E27FC236}">
                    <a16:creationId xmlns:a16="http://schemas.microsoft.com/office/drawing/2014/main" id="{7AD2ACB9-A073-CC98-6446-369EE39660EB}"/>
                  </a:ext>
                </a:extLst>
              </p:cNvPr>
              <p:cNvSpPr/>
              <p:nvPr/>
            </p:nvSpPr>
            <p:spPr>
              <a:xfrm rot="5400000">
                <a:off x="7616087" y="1980034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6" name="Rectangle 1235">
                <a:extLst>
                  <a:ext uri="{FF2B5EF4-FFF2-40B4-BE49-F238E27FC236}">
                    <a16:creationId xmlns:a16="http://schemas.microsoft.com/office/drawing/2014/main" id="{DB215BAB-A0F2-4E3C-7102-09EE11D33A35}"/>
                  </a:ext>
                </a:extLst>
              </p:cNvPr>
              <p:cNvSpPr/>
              <p:nvPr/>
            </p:nvSpPr>
            <p:spPr>
              <a:xfrm rot="5400000">
                <a:off x="7617920" y="3256522"/>
                <a:ext cx="42690" cy="1318531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37" name="Group 1236">
                <a:extLst>
                  <a:ext uri="{FF2B5EF4-FFF2-40B4-BE49-F238E27FC236}">
                    <a16:creationId xmlns:a16="http://schemas.microsoft.com/office/drawing/2014/main" id="{9DEADD6B-E176-B34C-E4DE-BF9E714D50DD}"/>
                  </a:ext>
                </a:extLst>
              </p:cNvPr>
              <p:cNvGrpSpPr/>
              <p:nvPr/>
            </p:nvGrpSpPr>
            <p:grpSpPr>
              <a:xfrm rot="16200000">
                <a:off x="6621649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63" name="Rectangle 1262">
                  <a:extLst>
                    <a:ext uri="{FF2B5EF4-FFF2-40B4-BE49-F238E27FC236}">
                      <a16:creationId xmlns:a16="http://schemas.microsoft.com/office/drawing/2014/main" id="{24CDD09A-833E-A47B-0429-667034558132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4" name="フローチャート: 和接合 16">
                  <a:extLst>
                    <a:ext uri="{FF2B5EF4-FFF2-40B4-BE49-F238E27FC236}">
                      <a16:creationId xmlns:a16="http://schemas.microsoft.com/office/drawing/2014/main" id="{F77EA5F7-4126-7FF8-0951-6AED18778572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38" name="Rectangle 1237">
                <a:extLst>
                  <a:ext uri="{FF2B5EF4-FFF2-40B4-BE49-F238E27FC236}">
                    <a16:creationId xmlns:a16="http://schemas.microsoft.com/office/drawing/2014/main" id="{DE39C5CF-6099-6A4D-591E-7738926785DD}"/>
                  </a:ext>
                </a:extLst>
              </p:cNvPr>
              <p:cNvSpPr/>
              <p:nvPr/>
            </p:nvSpPr>
            <p:spPr>
              <a:xfrm>
                <a:off x="7020829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39" name="Group 1238">
                <a:extLst>
                  <a:ext uri="{FF2B5EF4-FFF2-40B4-BE49-F238E27FC236}">
                    <a16:creationId xmlns:a16="http://schemas.microsoft.com/office/drawing/2014/main" id="{4F46A14D-C670-C2E7-3FEB-E9A9E30B5E56}"/>
                  </a:ext>
                </a:extLst>
              </p:cNvPr>
              <p:cNvGrpSpPr/>
              <p:nvPr/>
            </p:nvGrpSpPr>
            <p:grpSpPr>
              <a:xfrm rot="16200000">
                <a:off x="7051430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261" name="楕円 300">
                  <a:extLst>
                    <a:ext uri="{FF2B5EF4-FFF2-40B4-BE49-F238E27FC236}">
                      <a16:creationId xmlns:a16="http://schemas.microsoft.com/office/drawing/2014/main" id="{9C29D7AF-F7EB-6861-1FA7-9FE744F872A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2" name="楕円 301">
                  <a:extLst>
                    <a:ext uri="{FF2B5EF4-FFF2-40B4-BE49-F238E27FC236}">
                      <a16:creationId xmlns:a16="http://schemas.microsoft.com/office/drawing/2014/main" id="{1868C98C-088B-1F39-7682-8C54B6143C6A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40" name="Group 1239">
                <a:extLst>
                  <a:ext uri="{FF2B5EF4-FFF2-40B4-BE49-F238E27FC236}">
                    <a16:creationId xmlns:a16="http://schemas.microsoft.com/office/drawing/2014/main" id="{3631A92C-93A4-41C9-D1A3-18C2D671D943}"/>
                  </a:ext>
                </a:extLst>
              </p:cNvPr>
              <p:cNvGrpSpPr/>
              <p:nvPr/>
            </p:nvGrpSpPr>
            <p:grpSpPr>
              <a:xfrm rot="16200000">
                <a:off x="6940051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59" name="Rectangle 1258">
                  <a:extLst>
                    <a:ext uri="{FF2B5EF4-FFF2-40B4-BE49-F238E27FC236}">
                      <a16:creationId xmlns:a16="http://schemas.microsoft.com/office/drawing/2014/main" id="{D3E53124-CD9D-7F75-ECA6-069683B8BFB7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60" name="フローチャート: 和接合 16">
                  <a:extLst>
                    <a:ext uri="{FF2B5EF4-FFF2-40B4-BE49-F238E27FC236}">
                      <a16:creationId xmlns:a16="http://schemas.microsoft.com/office/drawing/2014/main" id="{822AFEC2-30CE-BD6C-DD3D-42745063A7D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41" name="Rectangle 1240">
                <a:extLst>
                  <a:ext uri="{FF2B5EF4-FFF2-40B4-BE49-F238E27FC236}">
                    <a16:creationId xmlns:a16="http://schemas.microsoft.com/office/drawing/2014/main" id="{DB4DE732-BC83-5B1F-3208-BE715D96D5B2}"/>
                  </a:ext>
                </a:extLst>
              </p:cNvPr>
              <p:cNvSpPr/>
              <p:nvPr/>
            </p:nvSpPr>
            <p:spPr>
              <a:xfrm>
                <a:off x="7339231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42" name="Group 1241">
                <a:extLst>
                  <a:ext uri="{FF2B5EF4-FFF2-40B4-BE49-F238E27FC236}">
                    <a16:creationId xmlns:a16="http://schemas.microsoft.com/office/drawing/2014/main" id="{D8886460-04E5-B798-EAE6-58F743CA91F9}"/>
                  </a:ext>
                </a:extLst>
              </p:cNvPr>
              <p:cNvGrpSpPr/>
              <p:nvPr/>
            </p:nvGrpSpPr>
            <p:grpSpPr>
              <a:xfrm rot="16200000">
                <a:off x="7369832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257" name="楕円 300">
                  <a:extLst>
                    <a:ext uri="{FF2B5EF4-FFF2-40B4-BE49-F238E27FC236}">
                      <a16:creationId xmlns:a16="http://schemas.microsoft.com/office/drawing/2014/main" id="{BCC2F95F-6340-3374-D5E2-C73E13AA78F9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8" name="楕円 301">
                  <a:extLst>
                    <a:ext uri="{FF2B5EF4-FFF2-40B4-BE49-F238E27FC236}">
                      <a16:creationId xmlns:a16="http://schemas.microsoft.com/office/drawing/2014/main" id="{014E39F0-8A33-A952-BB73-CC93C989C01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43" name="Group 1242">
                <a:extLst>
                  <a:ext uri="{FF2B5EF4-FFF2-40B4-BE49-F238E27FC236}">
                    <a16:creationId xmlns:a16="http://schemas.microsoft.com/office/drawing/2014/main" id="{F9307BCA-FE13-BA85-D564-363E395F7FC3}"/>
                  </a:ext>
                </a:extLst>
              </p:cNvPr>
              <p:cNvGrpSpPr/>
              <p:nvPr/>
            </p:nvGrpSpPr>
            <p:grpSpPr>
              <a:xfrm rot="16200000">
                <a:off x="7258453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55" name="Rectangle 1254">
                  <a:extLst>
                    <a:ext uri="{FF2B5EF4-FFF2-40B4-BE49-F238E27FC236}">
                      <a16:creationId xmlns:a16="http://schemas.microsoft.com/office/drawing/2014/main" id="{04CF803C-A161-B5DF-BF8F-9686FD47558F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6" name="フローチャート: 和接合 16">
                  <a:extLst>
                    <a:ext uri="{FF2B5EF4-FFF2-40B4-BE49-F238E27FC236}">
                      <a16:creationId xmlns:a16="http://schemas.microsoft.com/office/drawing/2014/main" id="{CF9912BE-CCCD-44C8-5EC1-85320A313A2B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44" name="Rectangle 1243">
                <a:extLst>
                  <a:ext uri="{FF2B5EF4-FFF2-40B4-BE49-F238E27FC236}">
                    <a16:creationId xmlns:a16="http://schemas.microsoft.com/office/drawing/2014/main" id="{89F80766-8D70-38A9-284F-C65F78DCEAF6}"/>
                  </a:ext>
                </a:extLst>
              </p:cNvPr>
              <p:cNvSpPr/>
              <p:nvPr/>
            </p:nvSpPr>
            <p:spPr>
              <a:xfrm>
                <a:off x="7657633" y="2660183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45" name="Group 1244">
                <a:extLst>
                  <a:ext uri="{FF2B5EF4-FFF2-40B4-BE49-F238E27FC236}">
                    <a16:creationId xmlns:a16="http://schemas.microsoft.com/office/drawing/2014/main" id="{D7FFF5D2-47CD-F131-D9DE-C20FAE670BB6}"/>
                  </a:ext>
                </a:extLst>
              </p:cNvPr>
              <p:cNvGrpSpPr/>
              <p:nvPr/>
            </p:nvGrpSpPr>
            <p:grpSpPr>
              <a:xfrm rot="16200000">
                <a:off x="7688234" y="3248500"/>
                <a:ext cx="57600" cy="58165"/>
                <a:chOff x="5550747" y="2678351"/>
                <a:chExt cx="57600" cy="58165"/>
              </a:xfrm>
            </p:grpSpPr>
            <p:sp>
              <p:nvSpPr>
                <p:cNvPr id="1253" name="楕円 300">
                  <a:extLst>
                    <a:ext uri="{FF2B5EF4-FFF2-40B4-BE49-F238E27FC236}">
                      <a16:creationId xmlns:a16="http://schemas.microsoft.com/office/drawing/2014/main" id="{AC7EF18E-E794-F024-913A-39E4F8CD89FF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4" name="楕円 301">
                  <a:extLst>
                    <a:ext uri="{FF2B5EF4-FFF2-40B4-BE49-F238E27FC236}">
                      <a16:creationId xmlns:a16="http://schemas.microsoft.com/office/drawing/2014/main" id="{C4221972-5198-FDC4-BF8C-3D08DE941E3D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46" name="Group 1245">
                <a:extLst>
                  <a:ext uri="{FF2B5EF4-FFF2-40B4-BE49-F238E27FC236}">
                    <a16:creationId xmlns:a16="http://schemas.microsoft.com/office/drawing/2014/main" id="{74685896-AF5E-39C3-7332-83DEE90DE64C}"/>
                  </a:ext>
                </a:extLst>
              </p:cNvPr>
              <p:cNvGrpSpPr/>
              <p:nvPr/>
            </p:nvGrpSpPr>
            <p:grpSpPr>
              <a:xfrm rot="16200000">
                <a:off x="7576857" y="3218561"/>
                <a:ext cx="1235561" cy="118800"/>
                <a:chOff x="4961387" y="2975112"/>
                <a:chExt cx="1235561" cy="118800"/>
              </a:xfrm>
              <a:solidFill>
                <a:srgbClr val="FFC000"/>
              </a:solidFill>
            </p:grpSpPr>
            <p:sp>
              <p:nvSpPr>
                <p:cNvPr id="1251" name="Rectangle 1250">
                  <a:extLst>
                    <a:ext uri="{FF2B5EF4-FFF2-40B4-BE49-F238E27FC236}">
                      <a16:creationId xmlns:a16="http://schemas.microsoft.com/office/drawing/2014/main" id="{27BE64C0-22C2-B465-2E5C-E1D6FF5659CD}"/>
                    </a:ext>
                  </a:extLst>
                </p:cNvPr>
                <p:cNvSpPr/>
                <p:nvPr/>
              </p:nvSpPr>
              <p:spPr>
                <a:xfrm rot="5400000">
                  <a:off x="5519768" y="2416731"/>
                  <a:ext cx="118800" cy="1235561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JP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2" name="フローチャート: 和接合 16">
                  <a:extLst>
                    <a:ext uri="{FF2B5EF4-FFF2-40B4-BE49-F238E27FC236}">
                      <a16:creationId xmlns:a16="http://schemas.microsoft.com/office/drawing/2014/main" id="{A4A89C1F-7D23-0493-8551-0FE9BBDFDE8C}"/>
                    </a:ext>
                  </a:extLst>
                </p:cNvPr>
                <p:cNvSpPr/>
                <p:nvPr/>
              </p:nvSpPr>
              <p:spPr bwMode="auto">
                <a:xfrm rot="10800000">
                  <a:off x="5548568" y="3003911"/>
                  <a:ext cx="61200" cy="61200"/>
                </a:xfrm>
                <a:prstGeom prst="flowChartSummingJunction">
                  <a:avLst/>
                </a:prstGeom>
                <a:grp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47" name="Rectangle 1246">
                <a:extLst>
                  <a:ext uri="{FF2B5EF4-FFF2-40B4-BE49-F238E27FC236}">
                    <a16:creationId xmlns:a16="http://schemas.microsoft.com/office/drawing/2014/main" id="{9039ACF5-59CB-2D10-C57C-5FC3B3383B96}"/>
                  </a:ext>
                </a:extLst>
              </p:cNvPr>
              <p:cNvSpPr/>
              <p:nvPr/>
            </p:nvSpPr>
            <p:spPr>
              <a:xfrm>
                <a:off x="7976035" y="2660182"/>
                <a:ext cx="118800" cy="1234800"/>
              </a:xfrm>
              <a:prstGeom prst="rect">
                <a:avLst/>
              </a:prstGeom>
              <a:solidFill>
                <a:srgbClr val="C559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 sz="1600"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48" name="Group 1247">
                <a:extLst>
                  <a:ext uri="{FF2B5EF4-FFF2-40B4-BE49-F238E27FC236}">
                    <a16:creationId xmlns:a16="http://schemas.microsoft.com/office/drawing/2014/main" id="{C9D007C7-9F20-5A27-B7D2-2CCAE4A1C07C}"/>
                  </a:ext>
                </a:extLst>
              </p:cNvPr>
              <p:cNvGrpSpPr/>
              <p:nvPr/>
            </p:nvGrpSpPr>
            <p:grpSpPr>
              <a:xfrm rot="16200000">
                <a:off x="8006636" y="3248499"/>
                <a:ext cx="57600" cy="58165"/>
                <a:chOff x="5550747" y="2678351"/>
                <a:chExt cx="57600" cy="58165"/>
              </a:xfrm>
            </p:grpSpPr>
            <p:sp>
              <p:nvSpPr>
                <p:cNvPr id="1249" name="楕円 300">
                  <a:extLst>
                    <a:ext uri="{FF2B5EF4-FFF2-40B4-BE49-F238E27FC236}">
                      <a16:creationId xmlns:a16="http://schemas.microsoft.com/office/drawing/2014/main" id="{FC999096-4CF9-F40A-03E9-C5258E63E0F3}"/>
                    </a:ext>
                  </a:extLst>
                </p:cNvPr>
                <p:cNvSpPr/>
                <p:nvPr/>
              </p:nvSpPr>
              <p:spPr bwMode="auto">
                <a:xfrm rot="10800000">
                  <a:off x="5550747" y="2678351"/>
                  <a:ext cx="57600" cy="58165"/>
                </a:xfrm>
                <a:prstGeom prst="ellipse">
                  <a:avLst/>
                </a:prstGeom>
                <a:noFill/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50" name="楕円 301">
                  <a:extLst>
                    <a:ext uri="{FF2B5EF4-FFF2-40B4-BE49-F238E27FC236}">
                      <a16:creationId xmlns:a16="http://schemas.microsoft.com/office/drawing/2014/main" id="{6631B2DD-8277-57DC-9BB4-51EEAB36B5B6}"/>
                    </a:ext>
                  </a:extLst>
                </p:cNvPr>
                <p:cNvSpPr/>
                <p:nvPr/>
              </p:nvSpPr>
              <p:spPr bwMode="auto">
                <a:xfrm rot="10800000">
                  <a:off x="5572276" y="2700163"/>
                  <a:ext cx="14542" cy="14541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10101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ja-JP" altLang="en-US" sz="1600"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1204" name="Group 1203">
            <a:extLst>
              <a:ext uri="{FF2B5EF4-FFF2-40B4-BE49-F238E27FC236}">
                <a16:creationId xmlns:a16="http://schemas.microsoft.com/office/drawing/2014/main" id="{411CC2A4-6D15-6048-DF3A-5EA53107C666}"/>
              </a:ext>
            </a:extLst>
          </p:cNvPr>
          <p:cNvGrpSpPr/>
          <p:nvPr/>
        </p:nvGrpSpPr>
        <p:grpSpPr>
          <a:xfrm>
            <a:off x="18338952" y="-3138846"/>
            <a:ext cx="2818256" cy="1008713"/>
            <a:chOff x="4257840" y="4866885"/>
            <a:chExt cx="2818256" cy="1008713"/>
          </a:xfrm>
        </p:grpSpPr>
        <p:sp>
          <p:nvSpPr>
            <p:cNvPr id="1210" name="Rectangle 1209">
              <a:extLst>
                <a:ext uri="{FF2B5EF4-FFF2-40B4-BE49-F238E27FC236}">
                  <a16:creationId xmlns:a16="http://schemas.microsoft.com/office/drawing/2014/main" id="{0BE99B2F-ACED-753B-2925-D0DACBE55DF9}"/>
                </a:ext>
              </a:extLst>
            </p:cNvPr>
            <p:cNvSpPr/>
            <p:nvPr/>
          </p:nvSpPr>
          <p:spPr>
            <a:xfrm>
              <a:off x="4257842" y="5535856"/>
              <a:ext cx="2818254" cy="33974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11" name="Rectangle 1210">
              <a:extLst>
                <a:ext uri="{FF2B5EF4-FFF2-40B4-BE49-F238E27FC236}">
                  <a16:creationId xmlns:a16="http://schemas.microsoft.com/office/drawing/2014/main" id="{F07D5B85-8A5C-1B8F-FD59-0BFB13A5F6EF}"/>
                </a:ext>
              </a:extLst>
            </p:cNvPr>
            <p:cNvSpPr/>
            <p:nvPr/>
          </p:nvSpPr>
          <p:spPr>
            <a:xfrm rot="10800000">
              <a:off x="5253937" y="4869500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12" name="Rectangle 1211">
              <a:extLst>
                <a:ext uri="{FF2B5EF4-FFF2-40B4-BE49-F238E27FC236}">
                  <a16:creationId xmlns:a16="http://schemas.microsoft.com/office/drawing/2014/main" id="{E8B54D23-7F03-1D86-0904-CDE45B7B1534}"/>
                </a:ext>
              </a:extLst>
            </p:cNvPr>
            <p:cNvSpPr/>
            <p:nvPr/>
          </p:nvSpPr>
          <p:spPr>
            <a:xfrm rot="10800000">
              <a:off x="4755889" y="4866885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13" name="Rectangle 1212">
              <a:extLst>
                <a:ext uri="{FF2B5EF4-FFF2-40B4-BE49-F238E27FC236}">
                  <a16:creationId xmlns:a16="http://schemas.microsoft.com/office/drawing/2014/main" id="{8868A6D9-00A8-4391-A9F3-51E12B37ABD4}"/>
                </a:ext>
              </a:extLst>
            </p:cNvPr>
            <p:cNvSpPr/>
            <p:nvPr/>
          </p:nvSpPr>
          <p:spPr>
            <a:xfrm rot="10800000">
              <a:off x="4257842" y="4868689"/>
              <a:ext cx="328014" cy="56529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14" name="Rectangle 1213">
              <a:extLst>
                <a:ext uri="{FF2B5EF4-FFF2-40B4-BE49-F238E27FC236}">
                  <a16:creationId xmlns:a16="http://schemas.microsoft.com/office/drawing/2014/main" id="{1FED106F-DDEB-E435-2EBB-3CC1197C5AD7}"/>
                </a:ext>
              </a:extLst>
            </p:cNvPr>
            <p:cNvSpPr/>
            <p:nvPr/>
          </p:nvSpPr>
          <p:spPr>
            <a:xfrm rot="5400000">
              <a:off x="5614600" y="4075445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15" name="Rectangle 1214">
              <a:extLst>
                <a:ext uri="{FF2B5EF4-FFF2-40B4-BE49-F238E27FC236}">
                  <a16:creationId xmlns:a16="http://schemas.microsoft.com/office/drawing/2014/main" id="{1462C489-1A8B-19EE-511C-31C372D4C043}"/>
                </a:ext>
              </a:extLst>
            </p:cNvPr>
            <p:cNvSpPr/>
            <p:nvPr/>
          </p:nvSpPr>
          <p:spPr>
            <a:xfrm rot="10800000">
              <a:off x="6748080" y="4869500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16" name="Rectangle 1215">
              <a:extLst>
                <a:ext uri="{FF2B5EF4-FFF2-40B4-BE49-F238E27FC236}">
                  <a16:creationId xmlns:a16="http://schemas.microsoft.com/office/drawing/2014/main" id="{B0FA4D6D-B004-7B62-FF82-F34EF9CB6FFD}"/>
                </a:ext>
              </a:extLst>
            </p:cNvPr>
            <p:cNvSpPr/>
            <p:nvPr/>
          </p:nvSpPr>
          <p:spPr>
            <a:xfrm rot="10800000">
              <a:off x="6250033" y="4869501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217" name="Rectangle 1216">
              <a:extLst>
                <a:ext uri="{FF2B5EF4-FFF2-40B4-BE49-F238E27FC236}">
                  <a16:creationId xmlns:a16="http://schemas.microsoft.com/office/drawing/2014/main" id="{B3F08C81-1878-3307-9A48-4CA10CE5306D}"/>
                </a:ext>
              </a:extLst>
            </p:cNvPr>
            <p:cNvSpPr/>
            <p:nvPr/>
          </p:nvSpPr>
          <p:spPr>
            <a:xfrm rot="10800000">
              <a:off x="5740403" y="4867861"/>
              <a:ext cx="328014" cy="56529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endParaRPr>
            </a:p>
          </p:txBody>
        </p:sp>
        <p:cxnSp>
          <p:nvCxnSpPr>
            <p:cNvPr id="1218" name="Straight Connector 1217">
              <a:extLst>
                <a:ext uri="{FF2B5EF4-FFF2-40B4-BE49-F238E27FC236}">
                  <a16:creationId xmlns:a16="http://schemas.microsoft.com/office/drawing/2014/main" id="{BE4A63D3-F39B-B0B3-6121-397F50D1644D}"/>
                </a:ext>
              </a:extLst>
            </p:cNvPr>
            <p:cNvCxnSpPr>
              <a:cxnSpLocks/>
            </p:cNvCxnSpPr>
            <p:nvPr/>
          </p:nvCxnSpPr>
          <p:spPr>
            <a:xfrm>
              <a:off x="4435683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9" name="Straight Connector 1218">
              <a:extLst>
                <a:ext uri="{FF2B5EF4-FFF2-40B4-BE49-F238E27FC236}">
                  <a16:creationId xmlns:a16="http://schemas.microsoft.com/office/drawing/2014/main" id="{F8FA9741-3408-B6B1-2059-BDF5B9A3A137}"/>
                </a:ext>
              </a:extLst>
            </p:cNvPr>
            <p:cNvCxnSpPr>
              <a:cxnSpLocks/>
            </p:cNvCxnSpPr>
            <p:nvPr/>
          </p:nvCxnSpPr>
          <p:spPr>
            <a:xfrm>
              <a:off x="4929897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Straight Connector 1219">
              <a:extLst>
                <a:ext uri="{FF2B5EF4-FFF2-40B4-BE49-F238E27FC236}">
                  <a16:creationId xmlns:a16="http://schemas.microsoft.com/office/drawing/2014/main" id="{CA355746-D895-9FBC-D063-507E72904A7C}"/>
                </a:ext>
              </a:extLst>
            </p:cNvPr>
            <p:cNvCxnSpPr>
              <a:cxnSpLocks/>
            </p:cNvCxnSpPr>
            <p:nvPr/>
          </p:nvCxnSpPr>
          <p:spPr>
            <a:xfrm>
              <a:off x="5424112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1" name="Straight Connector 1220">
              <a:extLst>
                <a:ext uri="{FF2B5EF4-FFF2-40B4-BE49-F238E27FC236}">
                  <a16:creationId xmlns:a16="http://schemas.microsoft.com/office/drawing/2014/main" id="{36A6E505-87DC-38CF-7BE4-B1EA94898C12}"/>
                </a:ext>
              </a:extLst>
            </p:cNvPr>
            <p:cNvCxnSpPr>
              <a:cxnSpLocks/>
            </p:cNvCxnSpPr>
            <p:nvPr/>
          </p:nvCxnSpPr>
          <p:spPr>
            <a:xfrm>
              <a:off x="5918326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Straight Connector 1221">
              <a:extLst>
                <a:ext uri="{FF2B5EF4-FFF2-40B4-BE49-F238E27FC236}">
                  <a16:creationId xmlns:a16="http://schemas.microsoft.com/office/drawing/2014/main" id="{5F8503B0-B558-58D3-761C-122200A5E5EF}"/>
                </a:ext>
              </a:extLst>
            </p:cNvPr>
            <p:cNvCxnSpPr>
              <a:cxnSpLocks/>
            </p:cNvCxnSpPr>
            <p:nvPr/>
          </p:nvCxnSpPr>
          <p:spPr>
            <a:xfrm>
              <a:off x="6412541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3" name="Straight Connector 1222">
              <a:extLst>
                <a:ext uri="{FF2B5EF4-FFF2-40B4-BE49-F238E27FC236}">
                  <a16:creationId xmlns:a16="http://schemas.microsoft.com/office/drawing/2014/main" id="{BF5CFF18-8B73-85C8-BAED-31563559270F}"/>
                </a:ext>
              </a:extLst>
            </p:cNvPr>
            <p:cNvCxnSpPr>
              <a:cxnSpLocks/>
            </p:cNvCxnSpPr>
            <p:nvPr/>
          </p:nvCxnSpPr>
          <p:spPr>
            <a:xfrm>
              <a:off x="6906754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24" name="Picture 1223">
              <a:extLst>
                <a:ext uri="{FF2B5EF4-FFF2-40B4-BE49-F238E27FC236}">
                  <a16:creationId xmlns:a16="http://schemas.microsoft.com/office/drawing/2014/main" id="{5CEFB8F5-41C3-0E21-BE77-C5C369E9D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7425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1225" name="Picture 1224">
              <a:extLst>
                <a:ext uri="{FF2B5EF4-FFF2-40B4-BE49-F238E27FC236}">
                  <a16:creationId xmlns:a16="http://schemas.microsoft.com/office/drawing/2014/main" id="{257F82D0-5D03-0F4F-F3CE-187385A26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55541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1226" name="Picture 1225">
              <a:extLst>
                <a:ext uri="{FF2B5EF4-FFF2-40B4-BE49-F238E27FC236}">
                  <a16:creationId xmlns:a16="http://schemas.microsoft.com/office/drawing/2014/main" id="{4A688621-E40C-7839-702F-D868DC5C9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760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1227" name="Picture 1226">
              <a:extLst>
                <a:ext uri="{FF2B5EF4-FFF2-40B4-BE49-F238E27FC236}">
                  <a16:creationId xmlns:a16="http://schemas.microsoft.com/office/drawing/2014/main" id="{48CA7998-75F2-3AA5-09B5-EF9845FBF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790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1228" name="Picture 1227">
              <a:extLst>
                <a:ext uri="{FF2B5EF4-FFF2-40B4-BE49-F238E27FC236}">
                  <a16:creationId xmlns:a16="http://schemas.microsoft.com/office/drawing/2014/main" id="{7FCB0FD1-18AD-CD0E-9998-BF2D4A882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854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1229" name="Picture 1228">
              <a:extLst>
                <a:ext uri="{FF2B5EF4-FFF2-40B4-BE49-F238E27FC236}">
                  <a16:creationId xmlns:a16="http://schemas.microsoft.com/office/drawing/2014/main" id="{3FC2E651-6A93-7D9C-ABFF-49C305DA7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884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</p:grpSp>
      <p:cxnSp>
        <p:nvCxnSpPr>
          <p:cNvPr id="1205" name="Straight Arrow Connector 1204">
            <a:extLst>
              <a:ext uri="{FF2B5EF4-FFF2-40B4-BE49-F238E27FC236}">
                <a16:creationId xmlns:a16="http://schemas.microsoft.com/office/drawing/2014/main" id="{C605B586-DAC2-71E1-7F63-D2BB64160D59}"/>
              </a:ext>
            </a:extLst>
          </p:cNvPr>
          <p:cNvCxnSpPr>
            <a:cxnSpLocks/>
          </p:cNvCxnSpPr>
          <p:nvPr/>
        </p:nvCxnSpPr>
        <p:spPr>
          <a:xfrm>
            <a:off x="18021003" y="-3131683"/>
            <a:ext cx="0" cy="1001795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6" name="テキスト プレースホルダー 2">
            <a:extLst>
              <a:ext uri="{FF2B5EF4-FFF2-40B4-BE49-F238E27FC236}">
                <a16:creationId xmlns:a16="http://schemas.microsoft.com/office/drawing/2014/main" id="{3C84B1B1-6928-6E6B-698E-F0AE84DA4AAE}"/>
              </a:ext>
            </a:extLst>
          </p:cNvPr>
          <p:cNvSpPr txBox="1">
            <a:spLocks/>
          </p:cNvSpPr>
          <p:nvPr/>
        </p:nvSpPr>
        <p:spPr>
          <a:xfrm rot="5400000">
            <a:off x="17072108" y="-2772136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4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Low </a:t>
            </a:r>
            <a:r>
              <a:rPr kumimoji="1" lang="en-US" altLang="ja-JP" sz="14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400" b="1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4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207" name="テキスト プレースホルダー 2">
            <a:extLst>
              <a:ext uri="{FF2B5EF4-FFF2-40B4-BE49-F238E27FC236}">
                <a16:creationId xmlns:a16="http://schemas.microsoft.com/office/drawing/2014/main" id="{6E3DDFEA-ADFA-A60D-550D-CCE0798A83AB}"/>
              </a:ext>
            </a:extLst>
          </p:cNvPr>
          <p:cNvSpPr txBox="1">
            <a:spLocks/>
          </p:cNvSpPr>
          <p:nvPr/>
        </p:nvSpPr>
        <p:spPr>
          <a:xfrm>
            <a:off x="17317026" y="-3400271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1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inside</a:t>
            </a:r>
            <a:endParaRPr kumimoji="1" lang="en-US" altLang="ja-JP" sz="11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208" name="テキスト プレースホルダー 2">
            <a:extLst>
              <a:ext uri="{FF2B5EF4-FFF2-40B4-BE49-F238E27FC236}">
                <a16:creationId xmlns:a16="http://schemas.microsoft.com/office/drawing/2014/main" id="{9D510D9D-7A96-481B-8EB6-5D9735FC0703}"/>
              </a:ext>
            </a:extLst>
          </p:cNvPr>
          <p:cNvSpPr txBox="1">
            <a:spLocks/>
          </p:cNvSpPr>
          <p:nvPr/>
        </p:nvSpPr>
        <p:spPr>
          <a:xfrm>
            <a:off x="17288376" y="-2121384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1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ambient</a:t>
            </a:r>
            <a:endParaRPr kumimoji="1" lang="en-US" altLang="ja-JP" sz="11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209" name="Rectangle 1208">
            <a:extLst>
              <a:ext uri="{FF2B5EF4-FFF2-40B4-BE49-F238E27FC236}">
                <a16:creationId xmlns:a16="http://schemas.microsoft.com/office/drawing/2014/main" id="{A20ACF25-AC8C-730A-FC87-DF3433E406ED}"/>
              </a:ext>
            </a:extLst>
          </p:cNvPr>
          <p:cNvSpPr/>
          <p:nvPr/>
        </p:nvSpPr>
        <p:spPr>
          <a:xfrm>
            <a:off x="15908793" y="-2717168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296" name="テキスト プレースホルダー 2">
            <a:extLst>
              <a:ext uri="{FF2B5EF4-FFF2-40B4-BE49-F238E27FC236}">
                <a16:creationId xmlns:a16="http://schemas.microsoft.com/office/drawing/2014/main" id="{FEEA28C8-1977-BC6A-F113-CD7904AAF753}"/>
              </a:ext>
            </a:extLst>
          </p:cNvPr>
          <p:cNvSpPr txBox="1">
            <a:spLocks/>
          </p:cNvSpPr>
          <p:nvPr/>
        </p:nvSpPr>
        <p:spPr>
          <a:xfrm>
            <a:off x="17024310" y="-2815949"/>
            <a:ext cx="208840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baseline="-25000">
              <a:solidFill>
                <a:schemeClr val="bg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298" name="Straight Connector 1297">
            <a:extLst>
              <a:ext uri="{FF2B5EF4-FFF2-40B4-BE49-F238E27FC236}">
                <a16:creationId xmlns:a16="http://schemas.microsoft.com/office/drawing/2014/main" id="{697CCAF6-322A-834D-C2EA-FD5717B97C56}"/>
              </a:ext>
            </a:extLst>
          </p:cNvPr>
          <p:cNvCxnSpPr/>
          <p:nvPr/>
        </p:nvCxnSpPr>
        <p:spPr>
          <a:xfrm flipV="1">
            <a:off x="17205342" y="-3532975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9" name="Straight Connector 1298">
            <a:extLst>
              <a:ext uri="{FF2B5EF4-FFF2-40B4-BE49-F238E27FC236}">
                <a16:creationId xmlns:a16="http://schemas.microsoft.com/office/drawing/2014/main" id="{43C7EC67-35E5-96BE-FBDE-07858056E87C}"/>
              </a:ext>
            </a:extLst>
          </p:cNvPr>
          <p:cNvCxnSpPr>
            <a:cxnSpLocks/>
          </p:cNvCxnSpPr>
          <p:nvPr/>
        </p:nvCxnSpPr>
        <p:spPr>
          <a:xfrm flipH="1" flipV="1">
            <a:off x="17230742" y="-1995527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26921A85-AFA1-5E54-6BF7-D811C759F9A6}"/>
              </a:ext>
            </a:extLst>
          </p:cNvPr>
          <p:cNvSpPr/>
          <p:nvPr/>
        </p:nvSpPr>
        <p:spPr>
          <a:xfrm>
            <a:off x="18453835" y="3762380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78EB608-73B1-C4B7-3C3E-07240B17FD5B}"/>
              </a:ext>
            </a:extLst>
          </p:cNvPr>
          <p:cNvSpPr/>
          <p:nvPr/>
        </p:nvSpPr>
        <p:spPr>
          <a:xfrm>
            <a:off x="21583183" y="3669281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6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5710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15D4-0108-EFDD-2C99-4E51E679A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1979B1-7951-C7E5-6336-C0EF30D33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17222" y="-7582651"/>
            <a:ext cx="9958196" cy="1504800"/>
          </a:xfrm>
          <a:prstGeom prst="rect">
            <a:avLst/>
          </a:prstGeom>
        </p:spPr>
      </p:pic>
      <p:pic>
        <p:nvPicPr>
          <p:cNvPr id="491" name="Picture 490">
            <a:extLst>
              <a:ext uri="{FF2B5EF4-FFF2-40B4-BE49-F238E27FC236}">
                <a16:creationId xmlns:a16="http://schemas.microsoft.com/office/drawing/2014/main" id="{586FEE12-B499-E6C4-EBAC-15A5BAAF2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965299" y="7914216"/>
            <a:ext cx="12192000" cy="1918510"/>
          </a:xfrm>
          <a:prstGeom prst="rect">
            <a:avLst/>
          </a:prstGeom>
        </p:spPr>
      </p:pic>
      <p:sp>
        <p:nvSpPr>
          <p:cNvPr id="493" name="Rectangle 492">
            <a:extLst>
              <a:ext uri="{FF2B5EF4-FFF2-40B4-BE49-F238E27FC236}">
                <a16:creationId xmlns:a16="http://schemas.microsoft.com/office/drawing/2014/main" id="{C148B2F1-19DA-0056-3975-DF9E840B8D97}"/>
              </a:ext>
            </a:extLst>
          </p:cNvPr>
          <p:cNvSpPr/>
          <p:nvPr/>
        </p:nvSpPr>
        <p:spPr>
          <a:xfrm rot="5400000">
            <a:off x="-13986605" y="3548591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A818C4E7-878A-44DF-58C8-2F431856CF33}"/>
              </a:ext>
            </a:extLst>
          </p:cNvPr>
          <p:cNvSpPr/>
          <p:nvPr/>
        </p:nvSpPr>
        <p:spPr>
          <a:xfrm rot="5400000">
            <a:off x="-13448615" y="3548591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18C792EA-BBC7-8D3B-BDB8-4A2C08894D06}"/>
              </a:ext>
            </a:extLst>
          </p:cNvPr>
          <p:cNvCxnSpPr>
            <a:cxnSpLocks/>
            <a:stCxn id="493" idx="3"/>
          </p:cNvCxnSpPr>
          <p:nvPr/>
        </p:nvCxnSpPr>
        <p:spPr>
          <a:xfrm>
            <a:off x="-13666869" y="402473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71F5973E-B3E7-2943-8AA5-347FE0CFCB03}"/>
              </a:ext>
            </a:extLst>
          </p:cNvPr>
          <p:cNvCxnSpPr/>
          <p:nvPr/>
        </p:nvCxnSpPr>
        <p:spPr>
          <a:xfrm>
            <a:off x="-13134339" y="402473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7BFC46E5-7959-A7E3-D6E0-5D4F73F23D8F}"/>
              </a:ext>
            </a:extLst>
          </p:cNvPr>
          <p:cNvCxnSpPr>
            <a:cxnSpLocks/>
          </p:cNvCxnSpPr>
          <p:nvPr/>
        </p:nvCxnSpPr>
        <p:spPr>
          <a:xfrm>
            <a:off x="-13666869" y="4353358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77609D39-F3B6-297E-1001-E685B3B9B0BC}"/>
              </a:ext>
            </a:extLst>
          </p:cNvPr>
          <p:cNvCxnSpPr>
            <a:cxnSpLocks/>
          </p:cNvCxnSpPr>
          <p:nvPr/>
        </p:nvCxnSpPr>
        <p:spPr>
          <a:xfrm>
            <a:off x="-13400604" y="4353358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98">
            <a:extLst>
              <a:ext uri="{FF2B5EF4-FFF2-40B4-BE49-F238E27FC236}">
                <a16:creationId xmlns:a16="http://schemas.microsoft.com/office/drawing/2014/main" id="{E037B68A-4045-0B48-2F19-D9D643038231}"/>
              </a:ext>
            </a:extLst>
          </p:cNvPr>
          <p:cNvCxnSpPr>
            <a:cxnSpLocks/>
          </p:cNvCxnSpPr>
          <p:nvPr/>
        </p:nvCxnSpPr>
        <p:spPr>
          <a:xfrm>
            <a:off x="-13635767" y="4681978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963F3B9E-31D9-3AB9-8A97-3D8E85876627}"/>
              </a:ext>
            </a:extLst>
          </p:cNvPr>
          <p:cNvCxnSpPr>
            <a:cxnSpLocks/>
          </p:cNvCxnSpPr>
          <p:nvPr/>
        </p:nvCxnSpPr>
        <p:spPr>
          <a:xfrm>
            <a:off x="-13561088" y="4818370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Connector 500">
            <a:extLst>
              <a:ext uri="{FF2B5EF4-FFF2-40B4-BE49-F238E27FC236}">
                <a16:creationId xmlns:a16="http://schemas.microsoft.com/office/drawing/2014/main" id="{C04D93A9-3E3B-CB7E-AED1-133A16264412}"/>
              </a:ext>
            </a:extLst>
          </p:cNvPr>
          <p:cNvCxnSpPr>
            <a:cxnSpLocks/>
          </p:cNvCxnSpPr>
          <p:nvPr/>
        </p:nvCxnSpPr>
        <p:spPr>
          <a:xfrm>
            <a:off x="-13510458" y="5146990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8BDE9AD1-BB21-FFEE-A3EC-07356A0ABA54}"/>
              </a:ext>
            </a:extLst>
          </p:cNvPr>
          <p:cNvCxnSpPr/>
          <p:nvPr/>
        </p:nvCxnSpPr>
        <p:spPr>
          <a:xfrm>
            <a:off x="-13400604" y="481837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EB4A4029-34B5-7B65-EF34-7D1786E8A51D}"/>
              </a:ext>
            </a:extLst>
          </p:cNvPr>
          <p:cNvCxnSpPr>
            <a:cxnSpLocks/>
          </p:cNvCxnSpPr>
          <p:nvPr/>
        </p:nvCxnSpPr>
        <p:spPr>
          <a:xfrm>
            <a:off x="-13452737" y="518449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A735F8B2-3404-607B-9F86-4F76FBC75BD1}"/>
              </a:ext>
            </a:extLst>
          </p:cNvPr>
          <p:cNvCxnSpPr>
            <a:cxnSpLocks/>
          </p:cNvCxnSpPr>
          <p:nvPr/>
        </p:nvCxnSpPr>
        <p:spPr>
          <a:xfrm>
            <a:off x="-13428226" y="5222006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>
            <a:extLst>
              <a:ext uri="{FF2B5EF4-FFF2-40B4-BE49-F238E27FC236}">
                <a16:creationId xmlns:a16="http://schemas.microsoft.com/office/drawing/2014/main" id="{C25EA2C4-A3EF-B3A8-DE30-30AAD7BA903B}"/>
              </a:ext>
            </a:extLst>
          </p:cNvPr>
          <p:cNvCxnSpPr/>
          <p:nvPr/>
        </p:nvCxnSpPr>
        <p:spPr>
          <a:xfrm>
            <a:off x="-13666869" y="3056645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DB4E3AB0-6436-261B-A310-3C2EDBD51F17}"/>
              </a:ext>
            </a:extLst>
          </p:cNvPr>
          <p:cNvCxnSpPr/>
          <p:nvPr/>
        </p:nvCxnSpPr>
        <p:spPr>
          <a:xfrm>
            <a:off x="-13134339" y="3056645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78C0664E-6B03-9215-A76C-5E7285429131}"/>
              </a:ext>
            </a:extLst>
          </p:cNvPr>
          <p:cNvCxnSpPr>
            <a:cxnSpLocks/>
          </p:cNvCxnSpPr>
          <p:nvPr/>
        </p:nvCxnSpPr>
        <p:spPr>
          <a:xfrm>
            <a:off x="-13666869" y="3068284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A071C4DD-4C79-0038-9F36-567CA9974AB9}"/>
              </a:ext>
            </a:extLst>
          </p:cNvPr>
          <p:cNvCxnSpPr>
            <a:cxnSpLocks/>
          </p:cNvCxnSpPr>
          <p:nvPr/>
        </p:nvCxnSpPr>
        <p:spPr>
          <a:xfrm>
            <a:off x="-13400604" y="2728025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Rectangle 508">
            <a:extLst>
              <a:ext uri="{FF2B5EF4-FFF2-40B4-BE49-F238E27FC236}">
                <a16:creationId xmlns:a16="http://schemas.microsoft.com/office/drawing/2014/main" id="{3F559654-AFEF-E29F-AA8B-372550FDB07A}"/>
              </a:ext>
            </a:extLst>
          </p:cNvPr>
          <p:cNvSpPr/>
          <p:nvPr/>
        </p:nvSpPr>
        <p:spPr>
          <a:xfrm rot="10800000">
            <a:off x="-13134339" y="2587876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40F86424-C9C5-999D-245B-E80D6AE3BF39}"/>
              </a:ext>
            </a:extLst>
          </p:cNvPr>
          <p:cNvCxnSpPr>
            <a:cxnSpLocks/>
          </p:cNvCxnSpPr>
          <p:nvPr/>
        </p:nvCxnSpPr>
        <p:spPr>
          <a:xfrm>
            <a:off x="-13400604" y="274474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EF598AA1-6473-8C7C-0BE8-7FFC955EA7DB}"/>
              </a:ext>
            </a:extLst>
          </p:cNvPr>
          <p:cNvCxnSpPr>
            <a:cxnSpLocks/>
          </p:cNvCxnSpPr>
          <p:nvPr/>
        </p:nvCxnSpPr>
        <p:spPr>
          <a:xfrm>
            <a:off x="-12494867" y="274490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Oval 511">
            <a:extLst>
              <a:ext uri="{FF2B5EF4-FFF2-40B4-BE49-F238E27FC236}">
                <a16:creationId xmlns:a16="http://schemas.microsoft.com/office/drawing/2014/main" id="{3D9014F9-21C9-A9CA-9CC7-1FEF63B1B3A5}"/>
              </a:ext>
            </a:extLst>
          </p:cNvPr>
          <p:cNvSpPr/>
          <p:nvPr/>
        </p:nvSpPr>
        <p:spPr>
          <a:xfrm>
            <a:off x="-12251879" y="2698198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37A2F008-9481-C188-2F89-A930F0A54481}"/>
              </a:ext>
            </a:extLst>
          </p:cNvPr>
          <p:cNvCxnSpPr>
            <a:cxnSpLocks/>
          </p:cNvCxnSpPr>
          <p:nvPr/>
        </p:nvCxnSpPr>
        <p:spPr>
          <a:xfrm>
            <a:off x="-12182055" y="2746064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Rectangle 513">
            <a:extLst>
              <a:ext uri="{FF2B5EF4-FFF2-40B4-BE49-F238E27FC236}">
                <a16:creationId xmlns:a16="http://schemas.microsoft.com/office/drawing/2014/main" id="{74ABC18F-437F-3116-06D4-0330545DA947}"/>
              </a:ext>
            </a:extLst>
          </p:cNvPr>
          <p:cNvSpPr/>
          <p:nvPr/>
        </p:nvSpPr>
        <p:spPr>
          <a:xfrm rot="10800000">
            <a:off x="-11915790" y="2571614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5B2AD6D9-8E39-1A15-852B-D5A35FE2B26A}"/>
              </a:ext>
            </a:extLst>
          </p:cNvPr>
          <p:cNvCxnSpPr>
            <a:cxnSpLocks/>
          </p:cNvCxnSpPr>
          <p:nvPr/>
        </p:nvCxnSpPr>
        <p:spPr>
          <a:xfrm>
            <a:off x="-11276318" y="2735637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" name="Rectangle 515">
            <a:extLst>
              <a:ext uri="{FF2B5EF4-FFF2-40B4-BE49-F238E27FC236}">
                <a16:creationId xmlns:a16="http://schemas.microsoft.com/office/drawing/2014/main" id="{FF8A7F96-BDF4-20CA-2089-00EC4A5A0E4A}"/>
              </a:ext>
            </a:extLst>
          </p:cNvPr>
          <p:cNvSpPr/>
          <p:nvPr/>
        </p:nvSpPr>
        <p:spPr>
          <a:xfrm rot="10800000">
            <a:off x="-11016978" y="2579226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7" name="Straight Connector 516">
            <a:extLst>
              <a:ext uri="{FF2B5EF4-FFF2-40B4-BE49-F238E27FC236}">
                <a16:creationId xmlns:a16="http://schemas.microsoft.com/office/drawing/2014/main" id="{585E30A6-064D-AF49-3D25-9CBE80D664FD}"/>
              </a:ext>
            </a:extLst>
          </p:cNvPr>
          <p:cNvCxnSpPr>
            <a:cxnSpLocks/>
          </p:cNvCxnSpPr>
          <p:nvPr/>
        </p:nvCxnSpPr>
        <p:spPr>
          <a:xfrm>
            <a:off x="-10381443" y="2735638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テキスト プレースホルダー 2">
            <a:extLst>
              <a:ext uri="{FF2B5EF4-FFF2-40B4-BE49-F238E27FC236}">
                <a16:creationId xmlns:a16="http://schemas.microsoft.com/office/drawing/2014/main" id="{7B39F208-77B4-9B58-3995-A96A31844972}"/>
              </a:ext>
            </a:extLst>
          </p:cNvPr>
          <p:cNvSpPr txBox="1">
            <a:spLocks/>
          </p:cNvSpPr>
          <p:nvPr/>
        </p:nvSpPr>
        <p:spPr>
          <a:xfrm>
            <a:off x="-13025672" y="4529437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19" name="テキスト プレースホルダー 2">
            <a:extLst>
              <a:ext uri="{FF2B5EF4-FFF2-40B4-BE49-F238E27FC236}">
                <a16:creationId xmlns:a16="http://schemas.microsoft.com/office/drawing/2014/main" id="{B6CA3962-D706-3283-8200-58FE4BFC77C4}"/>
              </a:ext>
            </a:extLst>
          </p:cNvPr>
          <p:cNvSpPr txBox="1">
            <a:spLocks/>
          </p:cNvSpPr>
          <p:nvPr/>
        </p:nvSpPr>
        <p:spPr>
          <a:xfrm>
            <a:off x="-13134341" y="3953493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520" name="テキスト プレースホルダー 2">
            <a:extLst>
              <a:ext uri="{FF2B5EF4-FFF2-40B4-BE49-F238E27FC236}">
                <a16:creationId xmlns:a16="http://schemas.microsoft.com/office/drawing/2014/main" id="{C2016605-41AB-412B-C939-F7D85C692E05}"/>
              </a:ext>
            </a:extLst>
          </p:cNvPr>
          <p:cNvSpPr txBox="1">
            <a:spLocks/>
          </p:cNvSpPr>
          <p:nvPr/>
        </p:nvSpPr>
        <p:spPr>
          <a:xfrm>
            <a:off x="-14510291" y="3935492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1" name="テキスト プレースホルダー 2">
            <a:extLst>
              <a:ext uri="{FF2B5EF4-FFF2-40B4-BE49-F238E27FC236}">
                <a16:creationId xmlns:a16="http://schemas.microsoft.com/office/drawing/2014/main" id="{30B6867B-A2B1-7F64-D4C4-7E7518531F8D}"/>
              </a:ext>
            </a:extLst>
          </p:cNvPr>
          <p:cNvSpPr txBox="1">
            <a:spLocks/>
          </p:cNvSpPr>
          <p:nvPr/>
        </p:nvSpPr>
        <p:spPr>
          <a:xfrm>
            <a:off x="-13285421" y="205038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2" name="テキスト プレースホルダー 2">
            <a:extLst>
              <a:ext uri="{FF2B5EF4-FFF2-40B4-BE49-F238E27FC236}">
                <a16:creationId xmlns:a16="http://schemas.microsoft.com/office/drawing/2014/main" id="{7070B354-FADC-4DEC-D7A3-E4E861B9B933}"/>
              </a:ext>
            </a:extLst>
          </p:cNvPr>
          <p:cNvSpPr txBox="1">
            <a:spLocks/>
          </p:cNvSpPr>
          <p:nvPr/>
        </p:nvSpPr>
        <p:spPr>
          <a:xfrm>
            <a:off x="-12032075" y="205527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23" name="テキスト プレースホルダー 2">
            <a:extLst>
              <a:ext uri="{FF2B5EF4-FFF2-40B4-BE49-F238E27FC236}">
                <a16:creationId xmlns:a16="http://schemas.microsoft.com/office/drawing/2014/main" id="{D300013E-EDFA-954E-5027-9F7D40D1EE26}"/>
              </a:ext>
            </a:extLst>
          </p:cNvPr>
          <p:cNvSpPr txBox="1">
            <a:spLocks/>
          </p:cNvSpPr>
          <p:nvPr/>
        </p:nvSpPr>
        <p:spPr>
          <a:xfrm>
            <a:off x="-11124288" y="2055279"/>
            <a:ext cx="96497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524" name="Oval 523">
            <a:extLst>
              <a:ext uri="{FF2B5EF4-FFF2-40B4-BE49-F238E27FC236}">
                <a16:creationId xmlns:a16="http://schemas.microsoft.com/office/drawing/2014/main" id="{961D27AD-112A-5918-CB74-AD071EBC2AA3}"/>
              </a:ext>
            </a:extLst>
          </p:cNvPr>
          <p:cNvSpPr/>
          <p:nvPr/>
        </p:nvSpPr>
        <p:spPr>
          <a:xfrm>
            <a:off x="-12494867" y="3221526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066B1D49-2E37-70EA-7DB7-E23A07191D70}"/>
              </a:ext>
            </a:extLst>
          </p:cNvPr>
          <p:cNvCxnSpPr>
            <a:cxnSpLocks/>
          </p:cNvCxnSpPr>
          <p:nvPr/>
        </p:nvCxnSpPr>
        <p:spPr>
          <a:xfrm flipH="1" flipV="1">
            <a:off x="-12210654" y="3305866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8EBE8C89-B819-1A2C-2941-92C045A2410B}"/>
              </a:ext>
            </a:extLst>
          </p:cNvPr>
          <p:cNvCxnSpPr>
            <a:cxnSpLocks/>
          </p:cNvCxnSpPr>
          <p:nvPr/>
        </p:nvCxnSpPr>
        <p:spPr>
          <a:xfrm>
            <a:off x="-12201762" y="2791144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D21034DE-AA50-2329-D5AC-4887496C5763}"/>
              </a:ext>
            </a:extLst>
          </p:cNvPr>
          <p:cNvCxnSpPr>
            <a:cxnSpLocks/>
          </p:cNvCxnSpPr>
          <p:nvPr/>
        </p:nvCxnSpPr>
        <p:spPr>
          <a:xfrm>
            <a:off x="-12310249" y="4137596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27F41693-52A7-2BF1-23C8-7199998FE514}"/>
              </a:ext>
            </a:extLst>
          </p:cNvPr>
          <p:cNvCxnSpPr/>
          <p:nvPr/>
        </p:nvCxnSpPr>
        <p:spPr>
          <a:xfrm>
            <a:off x="-12200395" y="3808976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528">
            <a:extLst>
              <a:ext uri="{FF2B5EF4-FFF2-40B4-BE49-F238E27FC236}">
                <a16:creationId xmlns:a16="http://schemas.microsoft.com/office/drawing/2014/main" id="{F8882250-60B3-B9D4-16BF-2628FC0B5640}"/>
              </a:ext>
            </a:extLst>
          </p:cNvPr>
          <p:cNvCxnSpPr>
            <a:cxnSpLocks/>
          </p:cNvCxnSpPr>
          <p:nvPr/>
        </p:nvCxnSpPr>
        <p:spPr>
          <a:xfrm>
            <a:off x="-12252528" y="4175104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BB56312C-2D3D-3308-A936-4C496A98B169}"/>
              </a:ext>
            </a:extLst>
          </p:cNvPr>
          <p:cNvCxnSpPr>
            <a:cxnSpLocks/>
          </p:cNvCxnSpPr>
          <p:nvPr/>
        </p:nvCxnSpPr>
        <p:spPr>
          <a:xfrm>
            <a:off x="-12228017" y="4212612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607F2A2F-F582-9649-DF64-236D1DD8899E}"/>
              </a:ext>
            </a:extLst>
          </p:cNvPr>
          <p:cNvCxnSpPr>
            <a:cxnSpLocks/>
          </p:cNvCxnSpPr>
          <p:nvPr/>
        </p:nvCxnSpPr>
        <p:spPr>
          <a:xfrm>
            <a:off x="-9797881" y="349940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" name="Rectangle 531">
            <a:extLst>
              <a:ext uri="{FF2B5EF4-FFF2-40B4-BE49-F238E27FC236}">
                <a16:creationId xmlns:a16="http://schemas.microsoft.com/office/drawing/2014/main" id="{E41C7494-EC9B-BDF0-C89B-AD92A1AE8E74}"/>
              </a:ext>
            </a:extLst>
          </p:cNvPr>
          <p:cNvSpPr/>
          <p:nvPr/>
        </p:nvSpPr>
        <p:spPr>
          <a:xfrm rot="10800000">
            <a:off x="-9198417" y="4867204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8F69A4CC-6D6D-3AA3-68D2-371DD35D1006}"/>
              </a:ext>
            </a:extLst>
          </p:cNvPr>
          <p:cNvCxnSpPr>
            <a:cxnSpLocks/>
          </p:cNvCxnSpPr>
          <p:nvPr/>
        </p:nvCxnSpPr>
        <p:spPr>
          <a:xfrm>
            <a:off x="-8565870" y="503272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4" name="Oval 533">
            <a:extLst>
              <a:ext uri="{FF2B5EF4-FFF2-40B4-BE49-F238E27FC236}">
                <a16:creationId xmlns:a16="http://schemas.microsoft.com/office/drawing/2014/main" id="{0656F938-EB85-493A-2A84-87691A0F7599}"/>
              </a:ext>
            </a:extLst>
          </p:cNvPr>
          <p:cNvSpPr/>
          <p:nvPr/>
        </p:nvSpPr>
        <p:spPr>
          <a:xfrm>
            <a:off x="-8322882" y="4986022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5" name="Straight Connector 534">
            <a:extLst>
              <a:ext uri="{FF2B5EF4-FFF2-40B4-BE49-F238E27FC236}">
                <a16:creationId xmlns:a16="http://schemas.microsoft.com/office/drawing/2014/main" id="{5316046D-2352-7E06-7A0B-805918817ED3}"/>
              </a:ext>
            </a:extLst>
          </p:cNvPr>
          <p:cNvCxnSpPr>
            <a:cxnSpLocks/>
          </p:cNvCxnSpPr>
          <p:nvPr/>
        </p:nvCxnSpPr>
        <p:spPr>
          <a:xfrm>
            <a:off x="-8253058" y="503388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6" name="Rectangle 535">
            <a:extLst>
              <a:ext uri="{FF2B5EF4-FFF2-40B4-BE49-F238E27FC236}">
                <a16:creationId xmlns:a16="http://schemas.microsoft.com/office/drawing/2014/main" id="{94E8B2F1-6638-EC3A-0E14-6A286F3E3FBC}"/>
              </a:ext>
            </a:extLst>
          </p:cNvPr>
          <p:cNvSpPr/>
          <p:nvPr/>
        </p:nvSpPr>
        <p:spPr>
          <a:xfrm rot="10800000">
            <a:off x="-7986793" y="4862288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7" name="Straight Connector 536">
            <a:extLst>
              <a:ext uri="{FF2B5EF4-FFF2-40B4-BE49-F238E27FC236}">
                <a16:creationId xmlns:a16="http://schemas.microsoft.com/office/drawing/2014/main" id="{B90DC220-5D2B-15D5-971F-04752AC93D5A}"/>
              </a:ext>
            </a:extLst>
          </p:cNvPr>
          <p:cNvCxnSpPr>
            <a:cxnSpLocks/>
          </p:cNvCxnSpPr>
          <p:nvPr/>
        </p:nvCxnSpPr>
        <p:spPr>
          <a:xfrm>
            <a:off x="-7347321" y="5032263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8" name="Rectangle 537">
            <a:extLst>
              <a:ext uri="{FF2B5EF4-FFF2-40B4-BE49-F238E27FC236}">
                <a16:creationId xmlns:a16="http://schemas.microsoft.com/office/drawing/2014/main" id="{582E6924-532A-0DEA-319D-54F7C6811D58}"/>
              </a:ext>
            </a:extLst>
          </p:cNvPr>
          <p:cNvSpPr/>
          <p:nvPr/>
        </p:nvSpPr>
        <p:spPr>
          <a:xfrm rot="5400000">
            <a:off x="-8594558" y="4122940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80C8F497-EEDB-4FF4-721D-3885CC288235}"/>
              </a:ext>
            </a:extLst>
          </p:cNvPr>
          <p:cNvCxnSpPr>
            <a:cxnSpLocks/>
          </p:cNvCxnSpPr>
          <p:nvPr/>
        </p:nvCxnSpPr>
        <p:spPr>
          <a:xfrm>
            <a:off x="-9805991" y="3347066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テキスト プレースホルダー 2">
            <a:extLst>
              <a:ext uri="{FF2B5EF4-FFF2-40B4-BE49-F238E27FC236}">
                <a16:creationId xmlns:a16="http://schemas.microsoft.com/office/drawing/2014/main" id="{33076A0C-B235-5B7C-A4C4-A3FB203B511E}"/>
              </a:ext>
            </a:extLst>
          </p:cNvPr>
          <p:cNvSpPr txBox="1">
            <a:spLocks/>
          </p:cNvSpPr>
          <p:nvPr/>
        </p:nvSpPr>
        <p:spPr>
          <a:xfrm>
            <a:off x="-9276916" y="4343256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41" name="テキスト プレースホルダー 2">
            <a:extLst>
              <a:ext uri="{FF2B5EF4-FFF2-40B4-BE49-F238E27FC236}">
                <a16:creationId xmlns:a16="http://schemas.microsoft.com/office/drawing/2014/main" id="{9349B5C4-D31F-0DEC-80E2-8055501E4140}"/>
              </a:ext>
            </a:extLst>
          </p:cNvPr>
          <p:cNvSpPr txBox="1">
            <a:spLocks/>
          </p:cNvSpPr>
          <p:nvPr/>
        </p:nvSpPr>
        <p:spPr>
          <a:xfrm>
            <a:off x="-8079591" y="4324304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5267CFFE-4D2F-E7CF-7FE8-B67902D79624}"/>
              </a:ext>
            </a:extLst>
          </p:cNvPr>
          <p:cNvSpPr/>
          <p:nvPr/>
        </p:nvSpPr>
        <p:spPr>
          <a:xfrm>
            <a:off x="-8565870" y="5508932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3" name="Straight Arrow Connector 542">
            <a:extLst>
              <a:ext uri="{FF2B5EF4-FFF2-40B4-BE49-F238E27FC236}">
                <a16:creationId xmlns:a16="http://schemas.microsoft.com/office/drawing/2014/main" id="{B17B401E-C6F8-6EE8-CAE9-497C6B28958A}"/>
              </a:ext>
            </a:extLst>
          </p:cNvPr>
          <p:cNvCxnSpPr>
            <a:cxnSpLocks/>
          </p:cNvCxnSpPr>
          <p:nvPr/>
        </p:nvCxnSpPr>
        <p:spPr>
          <a:xfrm flipH="1" flipV="1">
            <a:off x="-8281657" y="5593272"/>
            <a:ext cx="5325" cy="410396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543">
            <a:extLst>
              <a:ext uri="{FF2B5EF4-FFF2-40B4-BE49-F238E27FC236}">
                <a16:creationId xmlns:a16="http://schemas.microsoft.com/office/drawing/2014/main" id="{555DA5F1-5577-1363-A665-45FBE2D8EF91}"/>
              </a:ext>
            </a:extLst>
          </p:cNvPr>
          <p:cNvCxnSpPr>
            <a:cxnSpLocks/>
          </p:cNvCxnSpPr>
          <p:nvPr/>
        </p:nvCxnSpPr>
        <p:spPr>
          <a:xfrm>
            <a:off x="-8272765" y="5078550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544">
            <a:extLst>
              <a:ext uri="{FF2B5EF4-FFF2-40B4-BE49-F238E27FC236}">
                <a16:creationId xmlns:a16="http://schemas.microsoft.com/office/drawing/2014/main" id="{4D932246-0298-081B-2238-104E43DAF1A7}"/>
              </a:ext>
            </a:extLst>
          </p:cNvPr>
          <p:cNvCxnSpPr>
            <a:cxnSpLocks/>
          </p:cNvCxnSpPr>
          <p:nvPr/>
        </p:nvCxnSpPr>
        <p:spPr>
          <a:xfrm>
            <a:off x="-8391511" y="6425002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65ACCE95-B34E-D34A-D98B-101180A7B6D8}"/>
              </a:ext>
            </a:extLst>
          </p:cNvPr>
          <p:cNvCxnSpPr/>
          <p:nvPr/>
        </p:nvCxnSpPr>
        <p:spPr>
          <a:xfrm>
            <a:off x="-8281657" y="609638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546">
            <a:extLst>
              <a:ext uri="{FF2B5EF4-FFF2-40B4-BE49-F238E27FC236}">
                <a16:creationId xmlns:a16="http://schemas.microsoft.com/office/drawing/2014/main" id="{BAE69727-5D02-88BC-B40D-EDCB093DD254}"/>
              </a:ext>
            </a:extLst>
          </p:cNvPr>
          <p:cNvCxnSpPr>
            <a:cxnSpLocks/>
          </p:cNvCxnSpPr>
          <p:nvPr/>
        </p:nvCxnSpPr>
        <p:spPr>
          <a:xfrm>
            <a:off x="-8333790" y="6462510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6056F7C4-B405-FCC5-EE14-8780568EB4FF}"/>
              </a:ext>
            </a:extLst>
          </p:cNvPr>
          <p:cNvCxnSpPr>
            <a:cxnSpLocks/>
          </p:cNvCxnSpPr>
          <p:nvPr/>
        </p:nvCxnSpPr>
        <p:spPr>
          <a:xfrm>
            <a:off x="-8309279" y="650001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テキスト プレースホルダー 2">
            <a:extLst>
              <a:ext uri="{FF2B5EF4-FFF2-40B4-BE49-F238E27FC236}">
                <a16:creationId xmlns:a16="http://schemas.microsoft.com/office/drawing/2014/main" id="{CFF019C2-0783-F8AF-2F85-C914A4D26827}"/>
              </a:ext>
            </a:extLst>
          </p:cNvPr>
          <p:cNvSpPr txBox="1">
            <a:spLocks/>
          </p:cNvSpPr>
          <p:nvPr/>
        </p:nvSpPr>
        <p:spPr>
          <a:xfrm>
            <a:off x="-8158571" y="386669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6512CB4C-970A-BE3E-E86E-A12A5289A032}"/>
              </a:ext>
            </a:extLst>
          </p:cNvPr>
          <p:cNvSpPr/>
          <p:nvPr/>
        </p:nvSpPr>
        <p:spPr>
          <a:xfrm rot="10800000">
            <a:off x="-9168069" y="3195218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Connector 550">
            <a:extLst>
              <a:ext uri="{FF2B5EF4-FFF2-40B4-BE49-F238E27FC236}">
                <a16:creationId xmlns:a16="http://schemas.microsoft.com/office/drawing/2014/main" id="{675C1577-1C06-D27F-5BE1-DE4C313D690F}"/>
              </a:ext>
            </a:extLst>
          </p:cNvPr>
          <p:cNvCxnSpPr>
            <a:cxnSpLocks/>
          </p:cNvCxnSpPr>
          <p:nvPr/>
        </p:nvCxnSpPr>
        <p:spPr>
          <a:xfrm>
            <a:off x="-8535522" y="3360739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Oval 551">
            <a:extLst>
              <a:ext uri="{FF2B5EF4-FFF2-40B4-BE49-F238E27FC236}">
                <a16:creationId xmlns:a16="http://schemas.microsoft.com/office/drawing/2014/main" id="{0F1FDDA2-30FE-B30E-ED75-A344F46FEB99}"/>
              </a:ext>
            </a:extLst>
          </p:cNvPr>
          <p:cNvSpPr/>
          <p:nvPr/>
        </p:nvSpPr>
        <p:spPr>
          <a:xfrm>
            <a:off x="-8317934" y="3314036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A2F88712-2C44-97FF-8B4B-B4722335DA3E}"/>
              </a:ext>
            </a:extLst>
          </p:cNvPr>
          <p:cNvCxnSpPr>
            <a:cxnSpLocks/>
          </p:cNvCxnSpPr>
          <p:nvPr/>
        </p:nvCxnSpPr>
        <p:spPr>
          <a:xfrm>
            <a:off x="-8222710" y="336190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Rectangle 553">
            <a:extLst>
              <a:ext uri="{FF2B5EF4-FFF2-40B4-BE49-F238E27FC236}">
                <a16:creationId xmlns:a16="http://schemas.microsoft.com/office/drawing/2014/main" id="{EF59AE14-C88F-5BA3-4B57-CD656C78ACCA}"/>
              </a:ext>
            </a:extLst>
          </p:cNvPr>
          <p:cNvSpPr/>
          <p:nvPr/>
        </p:nvSpPr>
        <p:spPr>
          <a:xfrm rot="10800000">
            <a:off x="-7956445" y="3190302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5" name="テキスト プレースホルダー 2">
            <a:extLst>
              <a:ext uri="{FF2B5EF4-FFF2-40B4-BE49-F238E27FC236}">
                <a16:creationId xmlns:a16="http://schemas.microsoft.com/office/drawing/2014/main" id="{F589852C-D5A7-19AE-57FF-BACC6E92B5F0}"/>
              </a:ext>
            </a:extLst>
          </p:cNvPr>
          <p:cNvSpPr txBox="1">
            <a:spLocks/>
          </p:cNvSpPr>
          <p:nvPr/>
        </p:nvSpPr>
        <p:spPr>
          <a:xfrm>
            <a:off x="-9246568" y="2671270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Ns2</a:t>
            </a:r>
          </a:p>
        </p:txBody>
      </p:sp>
      <p:sp>
        <p:nvSpPr>
          <p:cNvPr id="556" name="テキスト プレースホルダー 2">
            <a:extLst>
              <a:ext uri="{FF2B5EF4-FFF2-40B4-BE49-F238E27FC236}">
                <a16:creationId xmlns:a16="http://schemas.microsoft.com/office/drawing/2014/main" id="{EAB473E5-6009-0650-A828-A54906FBE7D1}"/>
              </a:ext>
            </a:extLst>
          </p:cNvPr>
          <p:cNvSpPr txBox="1">
            <a:spLocks/>
          </p:cNvSpPr>
          <p:nvPr/>
        </p:nvSpPr>
        <p:spPr>
          <a:xfrm>
            <a:off x="-8049243" y="2652318"/>
            <a:ext cx="923686" cy="5487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66F7AB43-0F24-937F-CEC1-76E0C55F6976}"/>
              </a:ext>
            </a:extLst>
          </p:cNvPr>
          <p:cNvSpPr/>
          <p:nvPr/>
        </p:nvSpPr>
        <p:spPr>
          <a:xfrm>
            <a:off x="-9160518" y="3691065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8" name="Straight Arrow Connector 557">
            <a:extLst>
              <a:ext uri="{FF2B5EF4-FFF2-40B4-BE49-F238E27FC236}">
                <a16:creationId xmlns:a16="http://schemas.microsoft.com/office/drawing/2014/main" id="{673BB0C1-380D-A0BD-6759-7C7FBBE63EF6}"/>
              </a:ext>
            </a:extLst>
          </p:cNvPr>
          <p:cNvCxnSpPr>
            <a:cxnSpLocks/>
          </p:cNvCxnSpPr>
          <p:nvPr/>
        </p:nvCxnSpPr>
        <p:spPr>
          <a:xfrm flipV="1">
            <a:off x="-9002025" y="3818796"/>
            <a:ext cx="248168" cy="31476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46C56EEE-DB05-A8D1-C8FB-1DFC8AE755E1}"/>
              </a:ext>
            </a:extLst>
          </p:cNvPr>
          <p:cNvCxnSpPr>
            <a:cxnSpLocks/>
            <a:stCxn id="552" idx="7"/>
            <a:endCxn id="557" idx="7"/>
          </p:cNvCxnSpPr>
          <p:nvPr/>
        </p:nvCxnSpPr>
        <p:spPr>
          <a:xfrm flipH="1">
            <a:off x="-8666246" y="3327670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0" name="テキスト プレースホルダー 2">
            <a:extLst>
              <a:ext uri="{FF2B5EF4-FFF2-40B4-BE49-F238E27FC236}">
                <a16:creationId xmlns:a16="http://schemas.microsoft.com/office/drawing/2014/main" id="{C063685F-99FA-8469-C864-2CF3782BE00F}"/>
              </a:ext>
            </a:extLst>
          </p:cNvPr>
          <p:cNvSpPr txBox="1">
            <a:spLocks/>
          </p:cNvSpPr>
          <p:nvPr/>
        </p:nvSpPr>
        <p:spPr>
          <a:xfrm>
            <a:off x="-9514480" y="547729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Np1</a:t>
            </a:r>
          </a:p>
        </p:txBody>
      </p:sp>
      <p:sp>
        <p:nvSpPr>
          <p:cNvPr id="561" name="テキスト プレースホルダー 2">
            <a:extLst>
              <a:ext uri="{FF2B5EF4-FFF2-40B4-BE49-F238E27FC236}">
                <a16:creationId xmlns:a16="http://schemas.microsoft.com/office/drawing/2014/main" id="{F4E911CD-5BE6-4AC5-1D15-920957976081}"/>
              </a:ext>
            </a:extLst>
          </p:cNvPr>
          <p:cNvSpPr txBox="1">
            <a:spLocks/>
          </p:cNvSpPr>
          <p:nvPr/>
        </p:nvSpPr>
        <p:spPr>
          <a:xfrm>
            <a:off x="-9843428" y="3282796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Ns1</a:t>
            </a:r>
          </a:p>
        </p:txBody>
      </p: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7635EF63-2089-58FC-E9A6-CDD7FAB8015A}"/>
              </a:ext>
            </a:extLst>
          </p:cNvPr>
          <p:cNvCxnSpPr>
            <a:cxnSpLocks/>
          </p:cNvCxnSpPr>
          <p:nvPr/>
        </p:nvCxnSpPr>
        <p:spPr>
          <a:xfrm>
            <a:off x="-9780795" y="5031874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0FF66E79-B39F-6986-AC22-1C666D2978D2}"/>
              </a:ext>
            </a:extLst>
          </p:cNvPr>
          <p:cNvGrpSpPr/>
          <p:nvPr/>
        </p:nvGrpSpPr>
        <p:grpSpPr>
          <a:xfrm rot="5400000">
            <a:off x="-9361567" y="4025626"/>
            <a:ext cx="225168" cy="403636"/>
            <a:chOff x="5124498" y="3780453"/>
            <a:chExt cx="225168" cy="403636"/>
          </a:xfrm>
        </p:grpSpPr>
        <p:cxnSp>
          <p:nvCxnSpPr>
            <p:cNvPr id="564" name="Straight Connector 563">
              <a:extLst>
                <a:ext uri="{FF2B5EF4-FFF2-40B4-BE49-F238E27FC236}">
                  <a16:creationId xmlns:a16="http://schemas.microsoft.com/office/drawing/2014/main" id="{987A6777-E3B3-FEBF-5BBF-4B3EC311EE3B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564">
              <a:extLst>
                <a:ext uri="{FF2B5EF4-FFF2-40B4-BE49-F238E27FC236}">
                  <a16:creationId xmlns:a16="http://schemas.microsoft.com/office/drawing/2014/main" id="{80D03FC7-02EF-BC90-0D19-5B81A6E69D33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Straight Connector 565">
              <a:extLst>
                <a:ext uri="{FF2B5EF4-FFF2-40B4-BE49-F238E27FC236}">
                  <a16:creationId xmlns:a16="http://schemas.microsoft.com/office/drawing/2014/main" id="{76D36A01-160A-1ADD-6D39-56E31BF22059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Straight Connector 566">
              <a:extLst>
                <a:ext uri="{FF2B5EF4-FFF2-40B4-BE49-F238E27FC236}">
                  <a16:creationId xmlns:a16="http://schemas.microsoft.com/office/drawing/2014/main" id="{07F9898D-D1AC-6F09-CA08-22D87F0517E9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CE592589-85E0-0EBF-1914-6825135C5D5E}"/>
              </a:ext>
            </a:extLst>
          </p:cNvPr>
          <p:cNvCxnSpPr>
            <a:cxnSpLocks/>
          </p:cNvCxnSpPr>
          <p:nvPr/>
        </p:nvCxnSpPr>
        <p:spPr>
          <a:xfrm>
            <a:off x="-8271358" y="4611399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FD1D64DE-1CC2-64F9-AF54-35746C335947}"/>
              </a:ext>
            </a:extLst>
          </p:cNvPr>
          <p:cNvCxnSpPr>
            <a:cxnSpLocks/>
          </p:cNvCxnSpPr>
          <p:nvPr/>
        </p:nvCxnSpPr>
        <p:spPr>
          <a:xfrm>
            <a:off x="-8287133" y="3306240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6949AC8D-1625-19A2-73E4-93EC3F6365D1}"/>
              </a:ext>
            </a:extLst>
          </p:cNvPr>
          <p:cNvGrpSpPr/>
          <p:nvPr/>
        </p:nvGrpSpPr>
        <p:grpSpPr>
          <a:xfrm rot="16200000">
            <a:off x="-8678755" y="2512571"/>
            <a:ext cx="794196" cy="182451"/>
            <a:chOff x="5478663" y="1384702"/>
            <a:chExt cx="794196" cy="182451"/>
          </a:xfrm>
        </p:grpSpPr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24B8296D-97F9-C48B-5E46-7805CC861B5E}"/>
                </a:ext>
              </a:extLst>
            </p:cNvPr>
            <p:cNvSpPr/>
            <p:nvPr/>
          </p:nvSpPr>
          <p:spPr>
            <a:xfrm>
              <a:off x="5478663" y="1386849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57F52EDB-D1F1-EB21-CF82-1EEB5F53AECB}"/>
                </a:ext>
              </a:extLst>
            </p:cNvPr>
            <p:cNvSpPr/>
            <p:nvPr/>
          </p:nvSpPr>
          <p:spPr>
            <a:xfrm>
              <a:off x="5785609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3" name="Oval 572">
              <a:extLst>
                <a:ext uri="{FF2B5EF4-FFF2-40B4-BE49-F238E27FC236}">
                  <a16:creationId xmlns:a16="http://schemas.microsoft.com/office/drawing/2014/main" id="{F99E0FDE-D703-64F8-C2D6-6EAC408091F0}"/>
                </a:ext>
              </a:extLst>
            </p:cNvPr>
            <p:cNvSpPr/>
            <p:nvPr/>
          </p:nvSpPr>
          <p:spPr>
            <a:xfrm>
              <a:off x="6092555" y="1384702"/>
              <a:ext cx="180304" cy="18030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4" name="Rectangle 573">
            <a:extLst>
              <a:ext uri="{FF2B5EF4-FFF2-40B4-BE49-F238E27FC236}">
                <a16:creationId xmlns:a16="http://schemas.microsoft.com/office/drawing/2014/main" id="{FF816DBC-09FF-548E-A025-FE0B872D88BA}"/>
              </a:ext>
            </a:extLst>
          </p:cNvPr>
          <p:cNvSpPr/>
          <p:nvPr/>
        </p:nvSpPr>
        <p:spPr>
          <a:xfrm rot="10800000" flipV="1">
            <a:off x="-9174232" y="182705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5" name="Straight Connector 574">
            <a:extLst>
              <a:ext uri="{FF2B5EF4-FFF2-40B4-BE49-F238E27FC236}">
                <a16:creationId xmlns:a16="http://schemas.microsoft.com/office/drawing/2014/main" id="{187F102C-10F2-F32F-08CB-CD139BFB47E2}"/>
              </a:ext>
            </a:extLst>
          </p:cNvPr>
          <p:cNvCxnSpPr>
            <a:cxnSpLocks/>
          </p:cNvCxnSpPr>
          <p:nvPr/>
        </p:nvCxnSpPr>
        <p:spPr>
          <a:xfrm flipV="1">
            <a:off x="-8541685" y="33000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Oval 575">
            <a:extLst>
              <a:ext uri="{FF2B5EF4-FFF2-40B4-BE49-F238E27FC236}">
                <a16:creationId xmlns:a16="http://schemas.microsoft.com/office/drawing/2014/main" id="{A444AEAF-8940-BEE1-566A-9DC83B96E56E}"/>
              </a:ext>
            </a:extLst>
          </p:cNvPr>
          <p:cNvSpPr/>
          <p:nvPr/>
        </p:nvSpPr>
        <p:spPr>
          <a:xfrm flipV="1">
            <a:off x="-8298697" y="283609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102AE2EE-8490-6C83-2885-A417F23D1907}"/>
              </a:ext>
            </a:extLst>
          </p:cNvPr>
          <p:cNvCxnSpPr>
            <a:cxnSpLocks/>
          </p:cNvCxnSpPr>
          <p:nvPr/>
        </p:nvCxnSpPr>
        <p:spPr>
          <a:xfrm flipV="1">
            <a:off x="-8228873" y="32884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Rectangle 577">
            <a:extLst>
              <a:ext uri="{FF2B5EF4-FFF2-40B4-BE49-F238E27FC236}">
                <a16:creationId xmlns:a16="http://schemas.microsoft.com/office/drawing/2014/main" id="{187674B2-4682-9900-C13F-DA61200A9CF8}"/>
              </a:ext>
            </a:extLst>
          </p:cNvPr>
          <p:cNvSpPr/>
          <p:nvPr/>
        </p:nvSpPr>
        <p:spPr>
          <a:xfrm rot="10800000" flipV="1">
            <a:off x="-7962608" y="187621"/>
            <a:ext cx="639472" cy="3128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C2941D0A-D7AB-D8D7-BD06-5133B672F03A}"/>
              </a:ext>
            </a:extLst>
          </p:cNvPr>
          <p:cNvCxnSpPr>
            <a:cxnSpLocks/>
          </p:cNvCxnSpPr>
          <p:nvPr/>
        </p:nvCxnSpPr>
        <p:spPr>
          <a:xfrm flipV="1">
            <a:off x="-7323136" y="330467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0" name="Rectangle 579">
            <a:extLst>
              <a:ext uri="{FF2B5EF4-FFF2-40B4-BE49-F238E27FC236}">
                <a16:creationId xmlns:a16="http://schemas.microsoft.com/office/drawing/2014/main" id="{34596EE3-337A-3303-650C-E112CD12FA2C}"/>
              </a:ext>
            </a:extLst>
          </p:cNvPr>
          <p:cNvSpPr/>
          <p:nvPr/>
        </p:nvSpPr>
        <p:spPr>
          <a:xfrm rot="16200000" flipV="1">
            <a:off x="-8570373" y="926969"/>
            <a:ext cx="639472" cy="31282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A78114ED-D306-26A2-213D-D5015D94CE62}"/>
              </a:ext>
            </a:extLst>
          </p:cNvPr>
          <p:cNvCxnSpPr>
            <a:cxnSpLocks/>
          </p:cNvCxnSpPr>
          <p:nvPr/>
        </p:nvCxnSpPr>
        <p:spPr>
          <a:xfrm flipV="1">
            <a:off x="-9781806" y="2015664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2" name="テキスト プレースホルダー 2">
            <a:extLst>
              <a:ext uri="{FF2B5EF4-FFF2-40B4-BE49-F238E27FC236}">
                <a16:creationId xmlns:a16="http://schemas.microsoft.com/office/drawing/2014/main" id="{04894F27-5383-F551-F08B-17FFE18E239B}"/>
              </a:ext>
            </a:extLst>
          </p:cNvPr>
          <p:cNvSpPr txBox="1">
            <a:spLocks/>
          </p:cNvSpPr>
          <p:nvPr/>
        </p:nvSpPr>
        <p:spPr>
          <a:xfrm>
            <a:off x="-9252731" y="470733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83" name="テキスト プレースホルダー 2">
            <a:extLst>
              <a:ext uri="{FF2B5EF4-FFF2-40B4-BE49-F238E27FC236}">
                <a16:creationId xmlns:a16="http://schemas.microsoft.com/office/drawing/2014/main" id="{DB348FD1-42F2-378A-65A7-63DB1DBA23CD}"/>
              </a:ext>
            </a:extLst>
          </p:cNvPr>
          <p:cNvSpPr txBox="1">
            <a:spLocks/>
          </p:cNvSpPr>
          <p:nvPr/>
        </p:nvSpPr>
        <p:spPr>
          <a:xfrm>
            <a:off x="-8055406" y="489685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84" name="Oval 583">
            <a:extLst>
              <a:ext uri="{FF2B5EF4-FFF2-40B4-BE49-F238E27FC236}">
                <a16:creationId xmlns:a16="http://schemas.microsoft.com/office/drawing/2014/main" id="{3099FA19-8446-D3E2-C249-37E491F63256}"/>
              </a:ext>
            </a:extLst>
          </p:cNvPr>
          <p:cNvSpPr/>
          <p:nvPr/>
        </p:nvSpPr>
        <p:spPr>
          <a:xfrm flipV="1">
            <a:off x="-8541685" y="-725278"/>
            <a:ext cx="579076" cy="579076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5" name="Straight Arrow Connector 584">
            <a:extLst>
              <a:ext uri="{FF2B5EF4-FFF2-40B4-BE49-F238E27FC236}">
                <a16:creationId xmlns:a16="http://schemas.microsoft.com/office/drawing/2014/main" id="{6A8A514B-7E65-D9B0-F0A6-2AAD8ADEBBF5}"/>
              </a:ext>
            </a:extLst>
          </p:cNvPr>
          <p:cNvCxnSpPr>
            <a:cxnSpLocks/>
          </p:cNvCxnSpPr>
          <p:nvPr/>
        </p:nvCxnSpPr>
        <p:spPr>
          <a:xfrm flipH="1">
            <a:off x="-8257472" y="-640938"/>
            <a:ext cx="5325" cy="410396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BD0471FC-B1DE-162A-2686-5C0638BBCFCE}"/>
              </a:ext>
            </a:extLst>
          </p:cNvPr>
          <p:cNvCxnSpPr>
            <a:cxnSpLocks/>
          </p:cNvCxnSpPr>
          <p:nvPr/>
        </p:nvCxnSpPr>
        <p:spPr>
          <a:xfrm flipV="1">
            <a:off x="-8248580" y="-145631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72CCA9EE-15C7-C8BA-34F6-894852C3DAA0}"/>
              </a:ext>
            </a:extLst>
          </p:cNvPr>
          <p:cNvCxnSpPr>
            <a:cxnSpLocks/>
          </p:cNvCxnSpPr>
          <p:nvPr/>
        </p:nvCxnSpPr>
        <p:spPr>
          <a:xfrm flipV="1">
            <a:off x="-8367326" y="-1062272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B97031ED-E8E3-1425-D12C-E060A341337C}"/>
              </a:ext>
            </a:extLst>
          </p:cNvPr>
          <p:cNvCxnSpPr/>
          <p:nvPr/>
        </p:nvCxnSpPr>
        <p:spPr>
          <a:xfrm flipV="1">
            <a:off x="-8257472" y="-106227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A0902239-E56D-94C3-1972-0738DE38F051}"/>
              </a:ext>
            </a:extLst>
          </p:cNvPr>
          <p:cNvCxnSpPr>
            <a:cxnSpLocks/>
          </p:cNvCxnSpPr>
          <p:nvPr/>
        </p:nvCxnSpPr>
        <p:spPr>
          <a:xfrm flipV="1">
            <a:off x="-8309605" y="-1099780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C247CD07-D8A5-F85D-106E-FC126196FDF2}"/>
              </a:ext>
            </a:extLst>
          </p:cNvPr>
          <p:cNvCxnSpPr>
            <a:cxnSpLocks/>
          </p:cNvCxnSpPr>
          <p:nvPr/>
        </p:nvCxnSpPr>
        <p:spPr>
          <a:xfrm flipV="1">
            <a:off x="-8285094" y="-1137288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1" name="テキスト プレースホルダー 2">
            <a:extLst>
              <a:ext uri="{FF2B5EF4-FFF2-40B4-BE49-F238E27FC236}">
                <a16:creationId xmlns:a16="http://schemas.microsoft.com/office/drawing/2014/main" id="{D3FE6D29-1572-10F4-3066-4F3E7D51EE3A}"/>
              </a:ext>
            </a:extLst>
          </p:cNvPr>
          <p:cNvSpPr txBox="1">
            <a:spLocks/>
          </p:cNvSpPr>
          <p:nvPr/>
        </p:nvSpPr>
        <p:spPr>
          <a:xfrm>
            <a:off x="-8134386" y="94729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</a:t>
            </a: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E45BC310-CEEF-CAE2-620B-AC1F56F1E280}"/>
              </a:ext>
            </a:extLst>
          </p:cNvPr>
          <p:cNvSpPr/>
          <p:nvPr/>
        </p:nvSpPr>
        <p:spPr>
          <a:xfrm rot="10800000" flipV="1">
            <a:off x="-9143884" y="1854691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BE69F615-B9DE-A67F-F78E-2C9174A7C1CC}"/>
              </a:ext>
            </a:extLst>
          </p:cNvPr>
          <p:cNvCxnSpPr>
            <a:cxnSpLocks/>
          </p:cNvCxnSpPr>
          <p:nvPr/>
        </p:nvCxnSpPr>
        <p:spPr>
          <a:xfrm flipV="1">
            <a:off x="-8511337" y="200199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" name="Oval 593">
            <a:extLst>
              <a:ext uri="{FF2B5EF4-FFF2-40B4-BE49-F238E27FC236}">
                <a16:creationId xmlns:a16="http://schemas.microsoft.com/office/drawing/2014/main" id="{AB5BA05D-D053-CA02-F218-D329766CA199}"/>
              </a:ext>
            </a:extLst>
          </p:cNvPr>
          <p:cNvSpPr/>
          <p:nvPr/>
        </p:nvSpPr>
        <p:spPr>
          <a:xfrm flipV="1">
            <a:off x="-8293749" y="1955595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C303354D-800A-18B9-E482-FBDF840AE502}"/>
              </a:ext>
            </a:extLst>
          </p:cNvPr>
          <p:cNvCxnSpPr>
            <a:cxnSpLocks/>
          </p:cNvCxnSpPr>
          <p:nvPr/>
        </p:nvCxnSpPr>
        <p:spPr>
          <a:xfrm flipV="1">
            <a:off x="-8198525" y="200082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6" name="Rectangle 595">
            <a:extLst>
              <a:ext uri="{FF2B5EF4-FFF2-40B4-BE49-F238E27FC236}">
                <a16:creationId xmlns:a16="http://schemas.microsoft.com/office/drawing/2014/main" id="{5349E5A1-89A0-FBF6-8355-1794411593E4}"/>
              </a:ext>
            </a:extLst>
          </p:cNvPr>
          <p:cNvSpPr/>
          <p:nvPr/>
        </p:nvSpPr>
        <p:spPr>
          <a:xfrm rot="10800000" flipV="1">
            <a:off x="-7932260" y="1859607"/>
            <a:ext cx="639472" cy="312821"/>
          </a:xfrm>
          <a:prstGeom prst="rect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7" name="テキスト プレースホルダー 2">
            <a:extLst>
              <a:ext uri="{FF2B5EF4-FFF2-40B4-BE49-F238E27FC236}">
                <a16:creationId xmlns:a16="http://schemas.microsoft.com/office/drawing/2014/main" id="{EC286BCE-B36C-0832-05A6-F6273D40A7D3}"/>
              </a:ext>
            </a:extLst>
          </p:cNvPr>
          <p:cNvSpPr txBox="1">
            <a:spLocks/>
          </p:cNvSpPr>
          <p:nvPr/>
        </p:nvSpPr>
        <p:spPr>
          <a:xfrm>
            <a:off x="-9222383" y="2142719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98" name="テキスト プレースホルダー 2">
            <a:extLst>
              <a:ext uri="{FF2B5EF4-FFF2-40B4-BE49-F238E27FC236}">
                <a16:creationId xmlns:a16="http://schemas.microsoft.com/office/drawing/2014/main" id="{C04A3E90-7A19-6C17-6A80-0349241AF7E8}"/>
              </a:ext>
            </a:extLst>
          </p:cNvPr>
          <p:cNvSpPr txBox="1">
            <a:spLocks/>
          </p:cNvSpPr>
          <p:nvPr/>
        </p:nvSpPr>
        <p:spPr>
          <a:xfrm>
            <a:off x="-8025058" y="216167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99" name="Oval 598">
            <a:extLst>
              <a:ext uri="{FF2B5EF4-FFF2-40B4-BE49-F238E27FC236}">
                <a16:creationId xmlns:a16="http://schemas.microsoft.com/office/drawing/2014/main" id="{416169CE-9C97-D571-EB26-D3CDAF0E4B13}"/>
              </a:ext>
            </a:extLst>
          </p:cNvPr>
          <p:cNvSpPr/>
          <p:nvPr/>
        </p:nvSpPr>
        <p:spPr>
          <a:xfrm flipV="1">
            <a:off x="-9136333" y="1092589"/>
            <a:ext cx="579076" cy="579076"/>
          </a:xfrm>
          <a:prstGeom prst="ellipse">
            <a:avLst/>
          </a:prstGeom>
          <a:noFill/>
          <a:ln w="28575">
            <a:solidFill>
              <a:srgbClr val="C55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0" name="Straight Arrow Connector 599">
            <a:extLst>
              <a:ext uri="{FF2B5EF4-FFF2-40B4-BE49-F238E27FC236}">
                <a16:creationId xmlns:a16="http://schemas.microsoft.com/office/drawing/2014/main" id="{69026D84-25CD-7667-049F-DA094F971CE5}"/>
              </a:ext>
            </a:extLst>
          </p:cNvPr>
          <p:cNvCxnSpPr>
            <a:cxnSpLocks/>
          </p:cNvCxnSpPr>
          <p:nvPr/>
        </p:nvCxnSpPr>
        <p:spPr>
          <a:xfrm>
            <a:off x="-8977840" y="1229167"/>
            <a:ext cx="248168" cy="314767"/>
          </a:xfrm>
          <a:prstGeom prst="straightConnector1">
            <a:avLst/>
          </a:prstGeom>
          <a:ln w="28575">
            <a:solidFill>
              <a:srgbClr val="C55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9C3290F4-67AD-4EDD-4065-A6CBD422CBD9}"/>
              </a:ext>
            </a:extLst>
          </p:cNvPr>
          <p:cNvCxnSpPr>
            <a:cxnSpLocks/>
            <a:stCxn id="594" idx="7"/>
            <a:endCxn id="599" idx="7"/>
          </p:cNvCxnSpPr>
          <p:nvPr/>
        </p:nvCxnSpPr>
        <p:spPr>
          <a:xfrm flipH="1" flipV="1">
            <a:off x="-8642061" y="1586861"/>
            <a:ext cx="427777" cy="4481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2" name="テキスト プレースホルダー 2">
            <a:extLst>
              <a:ext uri="{FF2B5EF4-FFF2-40B4-BE49-F238E27FC236}">
                <a16:creationId xmlns:a16="http://schemas.microsoft.com/office/drawing/2014/main" id="{9AF8A897-45F1-AAAA-9CC1-AF7ADDB1DB24}"/>
              </a:ext>
            </a:extLst>
          </p:cNvPr>
          <p:cNvSpPr txBox="1">
            <a:spLocks/>
          </p:cNvSpPr>
          <p:nvPr/>
        </p:nvSpPr>
        <p:spPr>
          <a:xfrm>
            <a:off x="-9490295" y="-663302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Nsn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03" name="テキスト プレースホルダー 2">
            <a:extLst>
              <a:ext uri="{FF2B5EF4-FFF2-40B4-BE49-F238E27FC236}">
                <a16:creationId xmlns:a16="http://schemas.microsoft.com/office/drawing/2014/main" id="{940A9533-CD16-3353-A385-F285BEF646E4}"/>
              </a:ext>
            </a:extLst>
          </p:cNvPr>
          <p:cNvSpPr txBox="1">
            <a:spLocks/>
          </p:cNvSpPr>
          <p:nvPr/>
        </p:nvSpPr>
        <p:spPr>
          <a:xfrm>
            <a:off x="-9832495" y="1292656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Npn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64E08C09-3009-204E-7DFF-DD9443A410EF}"/>
              </a:ext>
            </a:extLst>
          </p:cNvPr>
          <p:cNvCxnSpPr>
            <a:cxnSpLocks/>
          </p:cNvCxnSpPr>
          <p:nvPr/>
        </p:nvCxnSpPr>
        <p:spPr>
          <a:xfrm>
            <a:off x="-9805991" y="330856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FE09D218-769E-2493-8405-DE218A2D8397}"/>
              </a:ext>
            </a:extLst>
          </p:cNvPr>
          <p:cNvGrpSpPr/>
          <p:nvPr/>
        </p:nvGrpSpPr>
        <p:grpSpPr>
          <a:xfrm rot="16200000" flipV="1">
            <a:off x="-9337382" y="933468"/>
            <a:ext cx="225168" cy="403636"/>
            <a:chOff x="5124498" y="3780453"/>
            <a:chExt cx="225168" cy="403636"/>
          </a:xfrm>
        </p:grpSpPr>
        <p:cxnSp>
          <p:nvCxnSpPr>
            <p:cNvPr id="606" name="Straight Connector 605">
              <a:extLst>
                <a:ext uri="{FF2B5EF4-FFF2-40B4-BE49-F238E27FC236}">
                  <a16:creationId xmlns:a16="http://schemas.microsoft.com/office/drawing/2014/main" id="{76B4DDF1-89EA-8B27-DC24-1005B8970950}"/>
                </a:ext>
              </a:extLst>
            </p:cNvPr>
            <p:cNvCxnSpPr>
              <a:cxnSpLocks/>
            </p:cNvCxnSpPr>
            <p:nvPr/>
          </p:nvCxnSpPr>
          <p:spPr>
            <a:xfrm>
              <a:off x="5124498" y="4109073"/>
              <a:ext cx="2251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780CE75F-8C7E-151A-C10B-31946BAB7895}"/>
                </a:ext>
              </a:extLst>
            </p:cNvPr>
            <p:cNvCxnSpPr/>
            <p:nvPr/>
          </p:nvCxnSpPr>
          <p:spPr>
            <a:xfrm>
              <a:off x="5234352" y="3780453"/>
              <a:ext cx="0" cy="3286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A05FFDC1-D140-0AE2-727F-89E371AAA039}"/>
                </a:ext>
              </a:extLst>
            </p:cNvPr>
            <p:cNvCxnSpPr>
              <a:cxnSpLocks/>
            </p:cNvCxnSpPr>
            <p:nvPr/>
          </p:nvCxnSpPr>
          <p:spPr>
            <a:xfrm>
              <a:off x="5182219" y="4146581"/>
              <a:ext cx="11793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D71D465B-2D5D-DDD9-80FA-D729A7E8135D}"/>
                </a:ext>
              </a:extLst>
            </p:cNvPr>
            <p:cNvCxnSpPr>
              <a:cxnSpLocks/>
            </p:cNvCxnSpPr>
            <p:nvPr/>
          </p:nvCxnSpPr>
          <p:spPr>
            <a:xfrm>
              <a:off x="5206730" y="4184089"/>
              <a:ext cx="5896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75E72000-9611-4314-8EFC-7302DDBD707D}"/>
              </a:ext>
            </a:extLst>
          </p:cNvPr>
          <p:cNvCxnSpPr>
            <a:cxnSpLocks/>
          </p:cNvCxnSpPr>
          <p:nvPr/>
        </p:nvCxnSpPr>
        <p:spPr>
          <a:xfrm flipV="1">
            <a:off x="-8247173" y="321520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B4C6C3D5-CF9A-81FB-37CE-76886CB596D2}"/>
              </a:ext>
            </a:extLst>
          </p:cNvPr>
          <p:cNvCxnSpPr>
            <a:cxnSpLocks/>
          </p:cNvCxnSpPr>
          <p:nvPr/>
        </p:nvCxnSpPr>
        <p:spPr>
          <a:xfrm flipV="1">
            <a:off x="-8262948" y="1401465"/>
            <a:ext cx="0" cy="6550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2" name="Rectangle 611">
            <a:extLst>
              <a:ext uri="{FF2B5EF4-FFF2-40B4-BE49-F238E27FC236}">
                <a16:creationId xmlns:a16="http://schemas.microsoft.com/office/drawing/2014/main" id="{AFAB7AC5-41A6-E6EB-9D44-FC528B141040}"/>
              </a:ext>
            </a:extLst>
          </p:cNvPr>
          <p:cNvSpPr/>
          <p:nvPr/>
        </p:nvSpPr>
        <p:spPr>
          <a:xfrm rot="16200000" flipH="1">
            <a:off x="-3115697" y="3473575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F56D9709-A113-4698-E541-FA0857E5BC83}"/>
              </a:ext>
            </a:extLst>
          </p:cNvPr>
          <p:cNvSpPr/>
          <p:nvPr/>
        </p:nvSpPr>
        <p:spPr>
          <a:xfrm rot="16200000" flipH="1">
            <a:off x="-3653687" y="3473575"/>
            <a:ext cx="639472" cy="3128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50FC3F8C-7D70-68C7-90AF-698F2E91525A}"/>
              </a:ext>
            </a:extLst>
          </p:cNvPr>
          <p:cNvCxnSpPr>
            <a:cxnSpLocks/>
            <a:stCxn id="612" idx="3"/>
          </p:cNvCxnSpPr>
          <p:nvPr/>
        </p:nvCxnSpPr>
        <p:spPr>
          <a:xfrm flipH="1">
            <a:off x="-2795961" y="394972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E4E8E306-1DC7-12C4-E009-29437ED4A750}"/>
              </a:ext>
            </a:extLst>
          </p:cNvPr>
          <p:cNvCxnSpPr/>
          <p:nvPr/>
        </p:nvCxnSpPr>
        <p:spPr>
          <a:xfrm flipH="1">
            <a:off x="-3328491" y="394972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6A9B980E-CDDA-A35F-3DE6-C4C8EDEA4583}"/>
              </a:ext>
            </a:extLst>
          </p:cNvPr>
          <p:cNvCxnSpPr>
            <a:cxnSpLocks/>
          </p:cNvCxnSpPr>
          <p:nvPr/>
        </p:nvCxnSpPr>
        <p:spPr>
          <a:xfrm flipH="1">
            <a:off x="-3328491" y="4278342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578F37D9-02B2-2644-989A-FD78547B3601}"/>
              </a:ext>
            </a:extLst>
          </p:cNvPr>
          <p:cNvCxnSpPr>
            <a:cxnSpLocks/>
          </p:cNvCxnSpPr>
          <p:nvPr/>
        </p:nvCxnSpPr>
        <p:spPr>
          <a:xfrm flipH="1">
            <a:off x="-3062226" y="4278342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6BE6F941-E989-0219-8BFA-192973F79B6B}"/>
              </a:ext>
            </a:extLst>
          </p:cNvPr>
          <p:cNvCxnSpPr>
            <a:cxnSpLocks/>
          </p:cNvCxnSpPr>
          <p:nvPr/>
        </p:nvCxnSpPr>
        <p:spPr>
          <a:xfrm flipH="1">
            <a:off x="-3300431" y="4606962"/>
            <a:ext cx="4733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B3418831-9B60-028C-C8BC-9C0DD7567712}"/>
              </a:ext>
            </a:extLst>
          </p:cNvPr>
          <p:cNvCxnSpPr>
            <a:cxnSpLocks/>
          </p:cNvCxnSpPr>
          <p:nvPr/>
        </p:nvCxnSpPr>
        <p:spPr>
          <a:xfrm flipH="1">
            <a:off x="-3222710" y="4743354"/>
            <a:ext cx="3209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F9A378E4-2BAE-A6E7-49A1-FB4C1743D7EF}"/>
              </a:ext>
            </a:extLst>
          </p:cNvPr>
          <p:cNvCxnSpPr>
            <a:cxnSpLocks/>
          </p:cNvCxnSpPr>
          <p:nvPr/>
        </p:nvCxnSpPr>
        <p:spPr>
          <a:xfrm flipH="1">
            <a:off x="-3177540" y="5071974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7DF31C8B-BFFD-47EB-BADE-8572BE4CB58C}"/>
              </a:ext>
            </a:extLst>
          </p:cNvPr>
          <p:cNvCxnSpPr/>
          <p:nvPr/>
        </p:nvCxnSpPr>
        <p:spPr>
          <a:xfrm flipH="1">
            <a:off x="-3062226" y="4743354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C081257F-5216-19B9-A262-80CFEE61F91F}"/>
              </a:ext>
            </a:extLst>
          </p:cNvPr>
          <p:cNvCxnSpPr>
            <a:cxnSpLocks/>
          </p:cNvCxnSpPr>
          <p:nvPr/>
        </p:nvCxnSpPr>
        <p:spPr>
          <a:xfrm flipH="1">
            <a:off x="-3128031" y="5109482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A966845F-4BA7-D308-1B28-DECB6350B753}"/>
              </a:ext>
            </a:extLst>
          </p:cNvPr>
          <p:cNvCxnSpPr>
            <a:cxnSpLocks/>
          </p:cNvCxnSpPr>
          <p:nvPr/>
        </p:nvCxnSpPr>
        <p:spPr>
          <a:xfrm flipH="1">
            <a:off x="-3093573" y="5146990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76B202C8-F330-259B-A229-6798CC28199D}"/>
              </a:ext>
            </a:extLst>
          </p:cNvPr>
          <p:cNvCxnSpPr/>
          <p:nvPr/>
        </p:nvCxnSpPr>
        <p:spPr>
          <a:xfrm flipH="1">
            <a:off x="-2795961" y="298162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980C37A0-F778-6A72-32FC-7FE6A6BF433E}"/>
              </a:ext>
            </a:extLst>
          </p:cNvPr>
          <p:cNvCxnSpPr/>
          <p:nvPr/>
        </p:nvCxnSpPr>
        <p:spPr>
          <a:xfrm flipH="1">
            <a:off x="-3328491" y="298162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601848FD-3626-C603-37C8-ACFCFA7C1FA7}"/>
              </a:ext>
            </a:extLst>
          </p:cNvPr>
          <p:cNvCxnSpPr>
            <a:cxnSpLocks/>
          </p:cNvCxnSpPr>
          <p:nvPr/>
        </p:nvCxnSpPr>
        <p:spPr>
          <a:xfrm flipH="1">
            <a:off x="-3328491" y="2993268"/>
            <a:ext cx="532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2357917B-5B09-0E89-2E57-DFCB06BB8E25}"/>
              </a:ext>
            </a:extLst>
          </p:cNvPr>
          <p:cNvCxnSpPr>
            <a:cxnSpLocks/>
          </p:cNvCxnSpPr>
          <p:nvPr/>
        </p:nvCxnSpPr>
        <p:spPr>
          <a:xfrm flipH="1">
            <a:off x="-3062226" y="2653009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5379BB2-D401-46D8-D7B9-1048FED5E860}"/>
              </a:ext>
            </a:extLst>
          </p:cNvPr>
          <p:cNvSpPr/>
          <p:nvPr/>
        </p:nvSpPr>
        <p:spPr>
          <a:xfrm rot="10800000" flipH="1">
            <a:off x="-3967963" y="2512860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87C92169-CF59-0761-31BB-661EE9448890}"/>
              </a:ext>
            </a:extLst>
          </p:cNvPr>
          <p:cNvCxnSpPr>
            <a:cxnSpLocks/>
          </p:cNvCxnSpPr>
          <p:nvPr/>
        </p:nvCxnSpPr>
        <p:spPr>
          <a:xfrm flipH="1">
            <a:off x="-3328491" y="2669732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CC1BD797-8280-AD0A-9D16-F4E323D68FAC}"/>
              </a:ext>
            </a:extLst>
          </p:cNvPr>
          <p:cNvCxnSpPr>
            <a:cxnSpLocks/>
          </p:cNvCxnSpPr>
          <p:nvPr/>
        </p:nvCxnSpPr>
        <p:spPr>
          <a:xfrm flipH="1">
            <a:off x="-4234228" y="2669885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250A8DF0-ED8E-83F4-3FC8-2F9EFFD6AA26}"/>
              </a:ext>
            </a:extLst>
          </p:cNvPr>
          <p:cNvSpPr/>
          <p:nvPr/>
        </p:nvSpPr>
        <p:spPr>
          <a:xfrm flipH="1">
            <a:off x="-4304050" y="2623182"/>
            <a:ext cx="93099" cy="9309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2" name="Straight Connector 631">
            <a:extLst>
              <a:ext uri="{FF2B5EF4-FFF2-40B4-BE49-F238E27FC236}">
                <a16:creationId xmlns:a16="http://schemas.microsoft.com/office/drawing/2014/main" id="{0FE36D99-4826-D704-ECCB-F6EEB1AB945D}"/>
              </a:ext>
            </a:extLst>
          </p:cNvPr>
          <p:cNvCxnSpPr>
            <a:cxnSpLocks/>
          </p:cNvCxnSpPr>
          <p:nvPr/>
        </p:nvCxnSpPr>
        <p:spPr>
          <a:xfrm flipH="1">
            <a:off x="-4547040" y="2671048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Rectangle 632">
            <a:extLst>
              <a:ext uri="{FF2B5EF4-FFF2-40B4-BE49-F238E27FC236}">
                <a16:creationId xmlns:a16="http://schemas.microsoft.com/office/drawing/2014/main" id="{F1C76481-33B2-1373-6B75-104986CF9554}"/>
              </a:ext>
            </a:extLst>
          </p:cNvPr>
          <p:cNvSpPr/>
          <p:nvPr/>
        </p:nvSpPr>
        <p:spPr>
          <a:xfrm rot="10800000" flipH="1">
            <a:off x="-5186512" y="2496598"/>
            <a:ext cx="639472" cy="312821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ED03F88C-36E6-84FA-59BD-BFF6390C1FD4}"/>
              </a:ext>
            </a:extLst>
          </p:cNvPr>
          <p:cNvCxnSpPr>
            <a:cxnSpLocks/>
          </p:cNvCxnSpPr>
          <p:nvPr/>
        </p:nvCxnSpPr>
        <p:spPr>
          <a:xfrm flipH="1">
            <a:off x="-5452777" y="2660621"/>
            <a:ext cx="2662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Rectangle 634">
            <a:extLst>
              <a:ext uri="{FF2B5EF4-FFF2-40B4-BE49-F238E27FC236}">
                <a16:creationId xmlns:a16="http://schemas.microsoft.com/office/drawing/2014/main" id="{D15F4B98-03F7-1BDF-5AF4-03F1B35EBF1F}"/>
              </a:ext>
            </a:extLst>
          </p:cNvPr>
          <p:cNvSpPr/>
          <p:nvPr/>
        </p:nvSpPr>
        <p:spPr>
          <a:xfrm rot="10800000" flipH="1">
            <a:off x="-6085324" y="2504210"/>
            <a:ext cx="639472" cy="31282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ABC693D2-5F32-AC7B-7FFA-0CCD48988915}"/>
              </a:ext>
            </a:extLst>
          </p:cNvPr>
          <p:cNvCxnSpPr>
            <a:cxnSpLocks/>
          </p:cNvCxnSpPr>
          <p:nvPr/>
        </p:nvCxnSpPr>
        <p:spPr>
          <a:xfrm flipH="1">
            <a:off x="-6650415" y="2660622"/>
            <a:ext cx="5737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テキスト プレースホルダー 2">
            <a:extLst>
              <a:ext uri="{FF2B5EF4-FFF2-40B4-BE49-F238E27FC236}">
                <a16:creationId xmlns:a16="http://schemas.microsoft.com/office/drawing/2014/main" id="{19D1B1C5-EF85-AE77-0E24-4ACC3ED6290D}"/>
              </a:ext>
            </a:extLst>
          </p:cNvPr>
          <p:cNvSpPr txBox="1">
            <a:spLocks/>
          </p:cNvSpPr>
          <p:nvPr/>
        </p:nvSpPr>
        <p:spPr>
          <a:xfrm flipH="1">
            <a:off x="-4360844" y="4454421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38" name="テキスト プレースホルダー 2">
            <a:extLst>
              <a:ext uri="{FF2B5EF4-FFF2-40B4-BE49-F238E27FC236}">
                <a16:creationId xmlns:a16="http://schemas.microsoft.com/office/drawing/2014/main" id="{438E2E49-D968-22E8-8B72-BFC735E1B435}"/>
              </a:ext>
            </a:extLst>
          </p:cNvPr>
          <p:cNvSpPr txBox="1">
            <a:spLocks/>
          </p:cNvSpPr>
          <p:nvPr/>
        </p:nvSpPr>
        <p:spPr>
          <a:xfrm flipH="1">
            <a:off x="-4252177" y="3878477"/>
            <a:ext cx="101049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conv</a:t>
            </a:r>
          </a:p>
        </p:txBody>
      </p:sp>
      <p:sp>
        <p:nvSpPr>
          <p:cNvPr id="639" name="テキスト プレースホルダー 2">
            <a:extLst>
              <a:ext uri="{FF2B5EF4-FFF2-40B4-BE49-F238E27FC236}">
                <a16:creationId xmlns:a16="http://schemas.microsoft.com/office/drawing/2014/main" id="{032A6CFD-6854-26B9-78F1-FA711C5852AF}"/>
              </a:ext>
            </a:extLst>
          </p:cNvPr>
          <p:cNvSpPr txBox="1">
            <a:spLocks/>
          </p:cNvSpPr>
          <p:nvPr/>
        </p:nvSpPr>
        <p:spPr>
          <a:xfrm flipH="1">
            <a:off x="-2717198" y="3900233"/>
            <a:ext cx="923686" cy="522864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rad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0" name="テキスト プレースホルダー 2">
            <a:extLst>
              <a:ext uri="{FF2B5EF4-FFF2-40B4-BE49-F238E27FC236}">
                <a16:creationId xmlns:a16="http://schemas.microsoft.com/office/drawing/2014/main" id="{70D5C965-A9F7-BD18-0E64-BE893E4E5B99}"/>
              </a:ext>
            </a:extLst>
          </p:cNvPr>
          <p:cNvSpPr txBox="1">
            <a:spLocks/>
          </p:cNvSpPr>
          <p:nvPr/>
        </p:nvSpPr>
        <p:spPr>
          <a:xfrm flipH="1">
            <a:off x="-4101095" y="1975368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1" name="テキスト プレースホルダー 2">
            <a:extLst>
              <a:ext uri="{FF2B5EF4-FFF2-40B4-BE49-F238E27FC236}">
                <a16:creationId xmlns:a16="http://schemas.microsoft.com/office/drawing/2014/main" id="{BFE20E4B-CCBD-FCCF-7358-CF155A5360C7}"/>
              </a:ext>
            </a:extLst>
          </p:cNvPr>
          <p:cNvSpPr txBox="1">
            <a:spLocks/>
          </p:cNvSpPr>
          <p:nvPr/>
        </p:nvSpPr>
        <p:spPr>
          <a:xfrm flipH="1">
            <a:off x="-5354441" y="1980263"/>
            <a:ext cx="923686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642" name="テキスト プレースホルダー 2">
            <a:extLst>
              <a:ext uri="{FF2B5EF4-FFF2-40B4-BE49-F238E27FC236}">
                <a16:creationId xmlns:a16="http://schemas.microsoft.com/office/drawing/2014/main" id="{703A9669-B51D-2012-DEA5-BAC27935FD2F}"/>
              </a:ext>
            </a:extLst>
          </p:cNvPr>
          <p:cNvSpPr txBox="1">
            <a:spLocks/>
          </p:cNvSpPr>
          <p:nvPr/>
        </p:nvSpPr>
        <p:spPr>
          <a:xfrm flipH="1">
            <a:off x="-6369196" y="1980263"/>
            <a:ext cx="1030654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3200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D851C3D4-C488-5081-08BD-7E8034519636}"/>
              </a:ext>
            </a:extLst>
          </p:cNvPr>
          <p:cNvSpPr/>
          <p:nvPr/>
        </p:nvSpPr>
        <p:spPr>
          <a:xfrm flipH="1">
            <a:off x="-4547039" y="3146510"/>
            <a:ext cx="579076" cy="579076"/>
          </a:xfrm>
          <a:prstGeom prst="ellips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4" name="Straight Arrow Connector 643">
            <a:extLst>
              <a:ext uri="{FF2B5EF4-FFF2-40B4-BE49-F238E27FC236}">
                <a16:creationId xmlns:a16="http://schemas.microsoft.com/office/drawing/2014/main" id="{52B36FE7-8925-3BE8-5900-E387FD2F33E2}"/>
              </a:ext>
            </a:extLst>
          </p:cNvPr>
          <p:cNvCxnSpPr>
            <a:cxnSpLocks/>
          </p:cNvCxnSpPr>
          <p:nvPr/>
        </p:nvCxnSpPr>
        <p:spPr>
          <a:xfrm flipV="1">
            <a:off x="-4257501" y="3230850"/>
            <a:ext cx="5325" cy="41039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B8D44285-C47B-9C70-02A6-6E6AA9D70CD6}"/>
              </a:ext>
            </a:extLst>
          </p:cNvPr>
          <p:cNvCxnSpPr>
            <a:cxnSpLocks/>
          </p:cNvCxnSpPr>
          <p:nvPr/>
        </p:nvCxnSpPr>
        <p:spPr>
          <a:xfrm flipH="1">
            <a:off x="-4261068" y="2716128"/>
            <a:ext cx="0" cy="4298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645">
            <a:extLst>
              <a:ext uri="{FF2B5EF4-FFF2-40B4-BE49-F238E27FC236}">
                <a16:creationId xmlns:a16="http://schemas.microsoft.com/office/drawing/2014/main" id="{09EFDCB3-F1C0-1665-3F80-054DAFB83808}"/>
              </a:ext>
            </a:extLst>
          </p:cNvPr>
          <p:cNvCxnSpPr>
            <a:cxnSpLocks/>
          </p:cNvCxnSpPr>
          <p:nvPr/>
        </p:nvCxnSpPr>
        <p:spPr>
          <a:xfrm flipH="1">
            <a:off x="-4377749" y="4062580"/>
            <a:ext cx="22516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646">
            <a:extLst>
              <a:ext uri="{FF2B5EF4-FFF2-40B4-BE49-F238E27FC236}">
                <a16:creationId xmlns:a16="http://schemas.microsoft.com/office/drawing/2014/main" id="{0DDBD192-2076-AEA8-79BD-70D6E1CEBB82}"/>
              </a:ext>
            </a:extLst>
          </p:cNvPr>
          <p:cNvCxnSpPr/>
          <p:nvPr/>
        </p:nvCxnSpPr>
        <p:spPr>
          <a:xfrm flipH="1">
            <a:off x="-4262435" y="3733960"/>
            <a:ext cx="0" cy="328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CAD40EC4-82E9-D6BA-1CEF-E216C5E8A18E}"/>
              </a:ext>
            </a:extLst>
          </p:cNvPr>
          <p:cNvCxnSpPr>
            <a:cxnSpLocks/>
          </p:cNvCxnSpPr>
          <p:nvPr/>
        </p:nvCxnSpPr>
        <p:spPr>
          <a:xfrm flipH="1">
            <a:off x="-4328240" y="4100088"/>
            <a:ext cx="11793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648">
            <a:extLst>
              <a:ext uri="{FF2B5EF4-FFF2-40B4-BE49-F238E27FC236}">
                <a16:creationId xmlns:a16="http://schemas.microsoft.com/office/drawing/2014/main" id="{B3CD2DF2-7DA8-2FB2-2DEA-5A51DD7EF472}"/>
              </a:ext>
            </a:extLst>
          </p:cNvPr>
          <p:cNvCxnSpPr>
            <a:cxnSpLocks/>
          </p:cNvCxnSpPr>
          <p:nvPr/>
        </p:nvCxnSpPr>
        <p:spPr>
          <a:xfrm flipH="1">
            <a:off x="-4293782" y="4137596"/>
            <a:ext cx="58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649">
            <a:extLst>
              <a:ext uri="{FF2B5EF4-FFF2-40B4-BE49-F238E27FC236}">
                <a16:creationId xmlns:a16="http://schemas.microsoft.com/office/drawing/2014/main" id="{72D8BB0C-DEFA-2CDF-F5AF-FB1F732FFBDD}"/>
              </a:ext>
            </a:extLst>
          </p:cNvPr>
          <p:cNvCxnSpPr>
            <a:cxnSpLocks/>
          </p:cNvCxnSpPr>
          <p:nvPr/>
        </p:nvCxnSpPr>
        <p:spPr>
          <a:xfrm>
            <a:off x="-7302277" y="3349130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650">
            <a:extLst>
              <a:ext uri="{FF2B5EF4-FFF2-40B4-BE49-F238E27FC236}">
                <a16:creationId xmlns:a16="http://schemas.microsoft.com/office/drawing/2014/main" id="{767C8C0D-392D-121E-E358-DA9B2C2E0620}"/>
              </a:ext>
            </a:extLst>
          </p:cNvPr>
          <p:cNvCxnSpPr>
            <a:cxnSpLocks/>
          </p:cNvCxnSpPr>
          <p:nvPr/>
        </p:nvCxnSpPr>
        <p:spPr>
          <a:xfrm>
            <a:off x="-7277081" y="5033938"/>
            <a:ext cx="575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651">
            <a:extLst>
              <a:ext uri="{FF2B5EF4-FFF2-40B4-BE49-F238E27FC236}">
                <a16:creationId xmlns:a16="http://schemas.microsoft.com/office/drawing/2014/main" id="{09B72B09-96E2-EBCF-D936-1DDB1DEB57F1}"/>
              </a:ext>
            </a:extLst>
          </p:cNvPr>
          <p:cNvCxnSpPr>
            <a:cxnSpLocks/>
          </p:cNvCxnSpPr>
          <p:nvPr/>
        </p:nvCxnSpPr>
        <p:spPr>
          <a:xfrm flipV="1">
            <a:off x="-7278092" y="2017728"/>
            <a:ext cx="6143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009B05A0-150E-B3EB-66D3-DE6696E52CA5}"/>
              </a:ext>
            </a:extLst>
          </p:cNvPr>
          <p:cNvCxnSpPr>
            <a:cxnSpLocks/>
          </p:cNvCxnSpPr>
          <p:nvPr/>
        </p:nvCxnSpPr>
        <p:spPr>
          <a:xfrm>
            <a:off x="-7302277" y="332920"/>
            <a:ext cx="62483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E2A2DEF1-44AF-392D-EDDB-3ABF18124387}"/>
              </a:ext>
            </a:extLst>
          </p:cNvPr>
          <p:cNvCxnSpPr>
            <a:cxnSpLocks/>
          </p:cNvCxnSpPr>
          <p:nvPr/>
        </p:nvCxnSpPr>
        <p:spPr>
          <a:xfrm>
            <a:off x="-6668105" y="350046"/>
            <a:ext cx="0" cy="46963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3" name="テキスト プレースホルダー 2">
            <a:extLst>
              <a:ext uri="{FF2B5EF4-FFF2-40B4-BE49-F238E27FC236}">
                <a16:creationId xmlns:a16="http://schemas.microsoft.com/office/drawing/2014/main" id="{454559AA-1B2C-1623-C3EF-56A6F6C3E087}"/>
              </a:ext>
            </a:extLst>
          </p:cNvPr>
          <p:cNvSpPr txBox="1">
            <a:spLocks/>
          </p:cNvSpPr>
          <p:nvPr/>
        </p:nvSpPr>
        <p:spPr>
          <a:xfrm>
            <a:off x="-11895263" y="3271006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794" name="テキスト プレースホルダー 2">
            <a:extLst>
              <a:ext uri="{FF2B5EF4-FFF2-40B4-BE49-F238E27FC236}">
                <a16:creationId xmlns:a16="http://schemas.microsoft.com/office/drawing/2014/main" id="{AC370372-25BC-A5C5-4B36-D766ED359792}"/>
              </a:ext>
            </a:extLst>
          </p:cNvPr>
          <p:cNvSpPr txBox="1">
            <a:spLocks/>
          </p:cNvSpPr>
          <p:nvPr/>
        </p:nvSpPr>
        <p:spPr>
          <a:xfrm>
            <a:off x="-5421576" y="3211371"/>
            <a:ext cx="1026953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kumimoji="1" lang="en-US" altLang="ja-JP" sz="3200" i="1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</a:t>
            </a:r>
            <a:r>
              <a:rPr kumimoji="1" lang="en-US" altLang="ja-JP" sz="3200" baseline="-25000" err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core</a:t>
            </a:r>
            <a:endParaRPr kumimoji="1" lang="en-US" altLang="ja-JP" sz="3200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787" name="Rectangle 786">
            <a:extLst>
              <a:ext uri="{FF2B5EF4-FFF2-40B4-BE49-F238E27FC236}">
                <a16:creationId xmlns:a16="http://schemas.microsoft.com/office/drawing/2014/main" id="{86FD984E-C22D-87D7-BABD-35984F4124C8}"/>
              </a:ext>
            </a:extLst>
          </p:cNvPr>
          <p:cNvSpPr/>
          <p:nvPr/>
        </p:nvSpPr>
        <p:spPr>
          <a:xfrm>
            <a:off x="5311308" y="1595182"/>
            <a:ext cx="2447947" cy="1233452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88" name="Rectangle 787">
            <a:extLst>
              <a:ext uri="{FF2B5EF4-FFF2-40B4-BE49-F238E27FC236}">
                <a16:creationId xmlns:a16="http://schemas.microsoft.com/office/drawing/2014/main" id="{D935F27F-D396-8490-70B0-AA08DE711C64}"/>
              </a:ext>
            </a:extLst>
          </p:cNvPr>
          <p:cNvSpPr/>
          <p:nvPr/>
        </p:nvSpPr>
        <p:spPr>
          <a:xfrm>
            <a:off x="5311307" y="2193845"/>
            <a:ext cx="2447947" cy="3612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62E8763A-951C-A48C-3129-DE704B143760}"/>
              </a:ext>
            </a:extLst>
          </p:cNvPr>
          <p:cNvSpPr/>
          <p:nvPr/>
        </p:nvSpPr>
        <p:spPr>
          <a:xfrm>
            <a:off x="5483024" y="1760109"/>
            <a:ext cx="909535" cy="90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E06DAB93-1079-D6D0-C7FD-875153C52507}"/>
              </a:ext>
            </a:extLst>
          </p:cNvPr>
          <p:cNvSpPr/>
          <p:nvPr/>
        </p:nvSpPr>
        <p:spPr>
          <a:xfrm rot="5400000">
            <a:off x="5923170" y="1319961"/>
            <a:ext cx="29241" cy="9095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D00ABC1-BFDA-F95F-5304-C8A7781416EB}"/>
              </a:ext>
            </a:extLst>
          </p:cNvPr>
          <p:cNvSpPr/>
          <p:nvPr/>
        </p:nvSpPr>
        <p:spPr>
          <a:xfrm rot="5400000">
            <a:off x="5924435" y="2194318"/>
            <a:ext cx="29241" cy="9095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83B872AE-FA32-8C4D-8F7D-192DDC8BFACA}"/>
              </a:ext>
            </a:extLst>
          </p:cNvPr>
          <p:cNvSpPr/>
          <p:nvPr/>
        </p:nvSpPr>
        <p:spPr>
          <a:xfrm rot="5400000">
            <a:off x="5896264" y="1512907"/>
            <a:ext cx="81375" cy="85230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5" name="フローチャート: 和接合 16">
            <a:extLst>
              <a:ext uri="{FF2B5EF4-FFF2-40B4-BE49-F238E27FC236}">
                <a16:creationId xmlns:a16="http://schemas.microsoft.com/office/drawing/2014/main" id="{E3841672-6143-822F-0F47-589C3B56417F}"/>
              </a:ext>
            </a:extLst>
          </p:cNvPr>
          <p:cNvSpPr/>
          <p:nvPr/>
        </p:nvSpPr>
        <p:spPr bwMode="auto">
          <a:xfrm rot="10800000">
            <a:off x="5915843" y="1918098"/>
            <a:ext cx="42216" cy="4192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6" name="Rectangle 855">
            <a:extLst>
              <a:ext uri="{FF2B5EF4-FFF2-40B4-BE49-F238E27FC236}">
                <a16:creationId xmlns:a16="http://schemas.microsoft.com/office/drawing/2014/main" id="{F7235717-E178-5E62-9C58-EDBEFD4273DA}"/>
              </a:ext>
            </a:extLst>
          </p:cNvPr>
          <p:cNvSpPr/>
          <p:nvPr/>
        </p:nvSpPr>
        <p:spPr>
          <a:xfrm rot="5400000">
            <a:off x="5896526" y="1404122"/>
            <a:ext cx="81375" cy="851777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57" name="Group 856">
            <a:extLst>
              <a:ext uri="{FF2B5EF4-FFF2-40B4-BE49-F238E27FC236}">
                <a16:creationId xmlns:a16="http://schemas.microsoft.com/office/drawing/2014/main" id="{F4AD912B-55D7-D6B3-B66F-4DEF73BDA677}"/>
              </a:ext>
            </a:extLst>
          </p:cNvPr>
          <p:cNvGrpSpPr/>
          <p:nvPr/>
        </p:nvGrpSpPr>
        <p:grpSpPr>
          <a:xfrm>
            <a:off x="5917347" y="1810090"/>
            <a:ext cx="39733" cy="39841"/>
            <a:chOff x="5550747" y="2678351"/>
            <a:chExt cx="57600" cy="58165"/>
          </a:xfrm>
        </p:grpSpPr>
        <p:sp>
          <p:nvSpPr>
            <p:cNvPr id="858" name="楕円 300">
              <a:extLst>
                <a:ext uri="{FF2B5EF4-FFF2-40B4-BE49-F238E27FC236}">
                  <a16:creationId xmlns:a16="http://schemas.microsoft.com/office/drawing/2014/main" id="{EFB546B1-6EBD-38F8-226E-5734E5251F4E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9" name="楕円 301">
              <a:extLst>
                <a:ext uri="{FF2B5EF4-FFF2-40B4-BE49-F238E27FC236}">
                  <a16:creationId xmlns:a16="http://schemas.microsoft.com/office/drawing/2014/main" id="{440F138B-A224-8915-1E1E-306FB70C585B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60" name="Rectangle 859">
            <a:extLst>
              <a:ext uri="{FF2B5EF4-FFF2-40B4-BE49-F238E27FC236}">
                <a16:creationId xmlns:a16="http://schemas.microsoft.com/office/drawing/2014/main" id="{78366CFC-8A6F-84D2-0B3C-AF2DB48370D2}"/>
              </a:ext>
            </a:extLst>
          </p:cNvPr>
          <p:cNvSpPr/>
          <p:nvPr/>
        </p:nvSpPr>
        <p:spPr>
          <a:xfrm rot="5400000">
            <a:off x="5896264" y="1731003"/>
            <a:ext cx="81375" cy="85230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1" name="フローチャート: 和接合 16">
            <a:extLst>
              <a:ext uri="{FF2B5EF4-FFF2-40B4-BE49-F238E27FC236}">
                <a16:creationId xmlns:a16="http://schemas.microsoft.com/office/drawing/2014/main" id="{4EE82D77-59F2-AEC2-0D85-A4BA4B333CA9}"/>
              </a:ext>
            </a:extLst>
          </p:cNvPr>
          <p:cNvSpPr/>
          <p:nvPr/>
        </p:nvSpPr>
        <p:spPr bwMode="auto">
          <a:xfrm rot="10800000">
            <a:off x="5915843" y="2136194"/>
            <a:ext cx="42216" cy="4192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2" name="Rectangle 861">
            <a:extLst>
              <a:ext uri="{FF2B5EF4-FFF2-40B4-BE49-F238E27FC236}">
                <a16:creationId xmlns:a16="http://schemas.microsoft.com/office/drawing/2014/main" id="{B61FCE16-C0D3-35C3-A9FB-47FB77E1F687}"/>
              </a:ext>
            </a:extLst>
          </p:cNvPr>
          <p:cNvSpPr/>
          <p:nvPr/>
        </p:nvSpPr>
        <p:spPr>
          <a:xfrm rot="5400000">
            <a:off x="5896526" y="1622218"/>
            <a:ext cx="81375" cy="851777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63" name="Group 862">
            <a:extLst>
              <a:ext uri="{FF2B5EF4-FFF2-40B4-BE49-F238E27FC236}">
                <a16:creationId xmlns:a16="http://schemas.microsoft.com/office/drawing/2014/main" id="{B4927143-7042-98B0-D645-B4B130646F0D}"/>
              </a:ext>
            </a:extLst>
          </p:cNvPr>
          <p:cNvGrpSpPr/>
          <p:nvPr/>
        </p:nvGrpSpPr>
        <p:grpSpPr>
          <a:xfrm>
            <a:off x="5917347" y="2028186"/>
            <a:ext cx="39733" cy="39841"/>
            <a:chOff x="5550747" y="2678351"/>
            <a:chExt cx="57600" cy="58165"/>
          </a:xfrm>
        </p:grpSpPr>
        <p:sp>
          <p:nvSpPr>
            <p:cNvPr id="864" name="楕円 300">
              <a:extLst>
                <a:ext uri="{FF2B5EF4-FFF2-40B4-BE49-F238E27FC236}">
                  <a16:creationId xmlns:a16="http://schemas.microsoft.com/office/drawing/2014/main" id="{5E57B147-D54F-EA26-A360-CBCEEFBD9089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5" name="楕円 301">
              <a:extLst>
                <a:ext uri="{FF2B5EF4-FFF2-40B4-BE49-F238E27FC236}">
                  <a16:creationId xmlns:a16="http://schemas.microsoft.com/office/drawing/2014/main" id="{3EEEF17E-1840-C9A3-627E-96473E28DA94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66" name="Rectangle 865">
            <a:extLst>
              <a:ext uri="{FF2B5EF4-FFF2-40B4-BE49-F238E27FC236}">
                <a16:creationId xmlns:a16="http://schemas.microsoft.com/office/drawing/2014/main" id="{06561A0B-7481-9563-FAE9-57FECA05B96A}"/>
              </a:ext>
            </a:extLst>
          </p:cNvPr>
          <p:cNvSpPr/>
          <p:nvPr/>
        </p:nvSpPr>
        <p:spPr>
          <a:xfrm rot="5400000">
            <a:off x="5896264" y="1949100"/>
            <a:ext cx="81375" cy="85230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7" name="フローチャート: 和接合 16">
            <a:extLst>
              <a:ext uri="{FF2B5EF4-FFF2-40B4-BE49-F238E27FC236}">
                <a16:creationId xmlns:a16="http://schemas.microsoft.com/office/drawing/2014/main" id="{1AD09A79-5E17-97C8-5FFB-63FF9459BF3D}"/>
              </a:ext>
            </a:extLst>
          </p:cNvPr>
          <p:cNvSpPr/>
          <p:nvPr/>
        </p:nvSpPr>
        <p:spPr bwMode="auto">
          <a:xfrm rot="10800000">
            <a:off x="5915843" y="2354290"/>
            <a:ext cx="42216" cy="4192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944232A0-711D-CFFB-ECC2-31DA0174D750}"/>
              </a:ext>
            </a:extLst>
          </p:cNvPr>
          <p:cNvSpPr/>
          <p:nvPr/>
        </p:nvSpPr>
        <p:spPr>
          <a:xfrm rot="5400000">
            <a:off x="5896526" y="1840314"/>
            <a:ext cx="81375" cy="851777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69" name="Group 868">
            <a:extLst>
              <a:ext uri="{FF2B5EF4-FFF2-40B4-BE49-F238E27FC236}">
                <a16:creationId xmlns:a16="http://schemas.microsoft.com/office/drawing/2014/main" id="{B6AF0981-2803-D745-8EE5-82ED92D59408}"/>
              </a:ext>
            </a:extLst>
          </p:cNvPr>
          <p:cNvGrpSpPr/>
          <p:nvPr/>
        </p:nvGrpSpPr>
        <p:grpSpPr>
          <a:xfrm>
            <a:off x="5917347" y="2246283"/>
            <a:ext cx="39733" cy="39841"/>
            <a:chOff x="5550747" y="2678351"/>
            <a:chExt cx="57600" cy="58165"/>
          </a:xfrm>
        </p:grpSpPr>
        <p:sp>
          <p:nvSpPr>
            <p:cNvPr id="870" name="楕円 300">
              <a:extLst>
                <a:ext uri="{FF2B5EF4-FFF2-40B4-BE49-F238E27FC236}">
                  <a16:creationId xmlns:a16="http://schemas.microsoft.com/office/drawing/2014/main" id="{C22EED29-6853-AD60-E183-2E7C58EBE482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1" name="楕円 301">
              <a:extLst>
                <a:ext uri="{FF2B5EF4-FFF2-40B4-BE49-F238E27FC236}">
                  <a16:creationId xmlns:a16="http://schemas.microsoft.com/office/drawing/2014/main" id="{907A1CCD-0B6F-1963-A885-25B3267F2F6C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72" name="Rectangle 871">
            <a:extLst>
              <a:ext uri="{FF2B5EF4-FFF2-40B4-BE49-F238E27FC236}">
                <a16:creationId xmlns:a16="http://schemas.microsoft.com/office/drawing/2014/main" id="{DA19D82C-2A8F-B967-C66E-AFBEAE99E7A0}"/>
              </a:ext>
            </a:extLst>
          </p:cNvPr>
          <p:cNvSpPr/>
          <p:nvPr/>
        </p:nvSpPr>
        <p:spPr>
          <a:xfrm rot="5400000">
            <a:off x="5896264" y="2167197"/>
            <a:ext cx="81375" cy="85230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3" name="フローチャート: 和接合 16">
            <a:extLst>
              <a:ext uri="{FF2B5EF4-FFF2-40B4-BE49-F238E27FC236}">
                <a16:creationId xmlns:a16="http://schemas.microsoft.com/office/drawing/2014/main" id="{F7EFD78D-AAC3-888E-135A-F7AB3DB2DF25}"/>
              </a:ext>
            </a:extLst>
          </p:cNvPr>
          <p:cNvSpPr/>
          <p:nvPr/>
        </p:nvSpPr>
        <p:spPr bwMode="auto">
          <a:xfrm rot="10800000">
            <a:off x="5915843" y="2572388"/>
            <a:ext cx="42216" cy="4192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6DB0761D-B59F-065A-E555-983D010E2901}"/>
              </a:ext>
            </a:extLst>
          </p:cNvPr>
          <p:cNvSpPr/>
          <p:nvPr/>
        </p:nvSpPr>
        <p:spPr>
          <a:xfrm rot="5400000">
            <a:off x="5896526" y="2058410"/>
            <a:ext cx="81375" cy="851777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75" name="Group 874">
            <a:extLst>
              <a:ext uri="{FF2B5EF4-FFF2-40B4-BE49-F238E27FC236}">
                <a16:creationId xmlns:a16="http://schemas.microsoft.com/office/drawing/2014/main" id="{3CE74D3E-6170-1A8D-93CF-464B7091983E}"/>
              </a:ext>
            </a:extLst>
          </p:cNvPr>
          <p:cNvGrpSpPr/>
          <p:nvPr/>
        </p:nvGrpSpPr>
        <p:grpSpPr>
          <a:xfrm>
            <a:off x="5917347" y="2464379"/>
            <a:ext cx="39733" cy="39841"/>
            <a:chOff x="5550747" y="2678351"/>
            <a:chExt cx="57600" cy="58165"/>
          </a:xfrm>
        </p:grpSpPr>
        <p:sp>
          <p:nvSpPr>
            <p:cNvPr id="876" name="楕円 300">
              <a:extLst>
                <a:ext uri="{FF2B5EF4-FFF2-40B4-BE49-F238E27FC236}">
                  <a16:creationId xmlns:a16="http://schemas.microsoft.com/office/drawing/2014/main" id="{F262601E-C86B-F810-6FB2-21F0342BAAD9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7" name="楕円 301">
              <a:extLst>
                <a:ext uri="{FF2B5EF4-FFF2-40B4-BE49-F238E27FC236}">
                  <a16:creationId xmlns:a16="http://schemas.microsoft.com/office/drawing/2014/main" id="{05576DE9-A7B4-F06F-B640-F70E1FDAB6B0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81" name="Rectangle 880">
            <a:extLst>
              <a:ext uri="{FF2B5EF4-FFF2-40B4-BE49-F238E27FC236}">
                <a16:creationId xmlns:a16="http://schemas.microsoft.com/office/drawing/2014/main" id="{47E962F4-CDBC-5947-0015-26D703150447}"/>
              </a:ext>
            </a:extLst>
          </p:cNvPr>
          <p:cNvSpPr/>
          <p:nvPr/>
        </p:nvSpPr>
        <p:spPr>
          <a:xfrm>
            <a:off x="6676741" y="1760109"/>
            <a:ext cx="909535" cy="9035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2" name="Rectangle 881">
            <a:extLst>
              <a:ext uri="{FF2B5EF4-FFF2-40B4-BE49-F238E27FC236}">
                <a16:creationId xmlns:a16="http://schemas.microsoft.com/office/drawing/2014/main" id="{4373351B-D578-5EB5-452D-A18516072422}"/>
              </a:ext>
            </a:extLst>
          </p:cNvPr>
          <p:cNvSpPr/>
          <p:nvPr/>
        </p:nvSpPr>
        <p:spPr>
          <a:xfrm rot="5400000">
            <a:off x="7116887" y="1319961"/>
            <a:ext cx="29241" cy="9095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3" name="Rectangle 882">
            <a:extLst>
              <a:ext uri="{FF2B5EF4-FFF2-40B4-BE49-F238E27FC236}">
                <a16:creationId xmlns:a16="http://schemas.microsoft.com/office/drawing/2014/main" id="{9025005F-FF36-907F-5B4E-5AC8361DBDD9}"/>
              </a:ext>
            </a:extLst>
          </p:cNvPr>
          <p:cNvSpPr/>
          <p:nvPr/>
        </p:nvSpPr>
        <p:spPr>
          <a:xfrm rot="5400000">
            <a:off x="7118152" y="2194318"/>
            <a:ext cx="29241" cy="90953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4" name="Rectangle 883">
            <a:extLst>
              <a:ext uri="{FF2B5EF4-FFF2-40B4-BE49-F238E27FC236}">
                <a16:creationId xmlns:a16="http://schemas.microsoft.com/office/drawing/2014/main" id="{EBDC51D9-9FF5-1C8C-82DC-6589E204C876}"/>
              </a:ext>
            </a:extLst>
          </p:cNvPr>
          <p:cNvSpPr/>
          <p:nvPr/>
        </p:nvSpPr>
        <p:spPr>
          <a:xfrm rot="5400000">
            <a:off x="7089981" y="1512907"/>
            <a:ext cx="81375" cy="85230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5" name="フローチャート: 和接合 16">
            <a:extLst>
              <a:ext uri="{FF2B5EF4-FFF2-40B4-BE49-F238E27FC236}">
                <a16:creationId xmlns:a16="http://schemas.microsoft.com/office/drawing/2014/main" id="{22F496BA-C30F-CFC4-2D4D-47033643B114}"/>
              </a:ext>
            </a:extLst>
          </p:cNvPr>
          <p:cNvSpPr/>
          <p:nvPr/>
        </p:nvSpPr>
        <p:spPr bwMode="auto">
          <a:xfrm rot="10800000">
            <a:off x="7109560" y="1918098"/>
            <a:ext cx="42216" cy="4192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6" name="Rectangle 885">
            <a:extLst>
              <a:ext uri="{FF2B5EF4-FFF2-40B4-BE49-F238E27FC236}">
                <a16:creationId xmlns:a16="http://schemas.microsoft.com/office/drawing/2014/main" id="{D35DD45D-13CC-9471-AADB-9C994211930B}"/>
              </a:ext>
            </a:extLst>
          </p:cNvPr>
          <p:cNvSpPr/>
          <p:nvPr/>
        </p:nvSpPr>
        <p:spPr>
          <a:xfrm rot="5400000">
            <a:off x="7090243" y="1404122"/>
            <a:ext cx="81375" cy="851777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6" name="楕円 300">
            <a:extLst>
              <a:ext uri="{FF2B5EF4-FFF2-40B4-BE49-F238E27FC236}">
                <a16:creationId xmlns:a16="http://schemas.microsoft.com/office/drawing/2014/main" id="{796429DB-EC66-7FA7-2C15-2C97CF2B3BBC}"/>
              </a:ext>
            </a:extLst>
          </p:cNvPr>
          <p:cNvSpPr/>
          <p:nvPr/>
        </p:nvSpPr>
        <p:spPr bwMode="auto">
          <a:xfrm rot="10800000">
            <a:off x="7111064" y="1810090"/>
            <a:ext cx="39733" cy="39841"/>
          </a:xfrm>
          <a:prstGeom prst="ellips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7" name="楕円 301">
            <a:extLst>
              <a:ext uri="{FF2B5EF4-FFF2-40B4-BE49-F238E27FC236}">
                <a16:creationId xmlns:a16="http://schemas.microsoft.com/office/drawing/2014/main" id="{DEC20DD6-A75F-83DD-0836-A28FDC418CB8}"/>
              </a:ext>
            </a:extLst>
          </p:cNvPr>
          <p:cNvSpPr/>
          <p:nvPr/>
        </p:nvSpPr>
        <p:spPr bwMode="auto">
          <a:xfrm rot="10800000">
            <a:off x="7125915" y="1825030"/>
            <a:ext cx="10031" cy="99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28F7249C-DADD-3E4E-0A11-6DCD1F9A5681}"/>
              </a:ext>
            </a:extLst>
          </p:cNvPr>
          <p:cNvSpPr/>
          <p:nvPr/>
        </p:nvSpPr>
        <p:spPr>
          <a:xfrm rot="5400000">
            <a:off x="7089981" y="1731003"/>
            <a:ext cx="81375" cy="85230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9" name="フローチャート: 和接合 16">
            <a:extLst>
              <a:ext uri="{FF2B5EF4-FFF2-40B4-BE49-F238E27FC236}">
                <a16:creationId xmlns:a16="http://schemas.microsoft.com/office/drawing/2014/main" id="{A1038E64-A2C1-8F1E-678E-07AC21159EE4}"/>
              </a:ext>
            </a:extLst>
          </p:cNvPr>
          <p:cNvSpPr/>
          <p:nvPr/>
        </p:nvSpPr>
        <p:spPr bwMode="auto">
          <a:xfrm rot="10800000">
            <a:off x="7109560" y="2136194"/>
            <a:ext cx="42216" cy="4192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35DB5B42-8A39-DE8C-388F-AA847BD0EE99}"/>
              </a:ext>
            </a:extLst>
          </p:cNvPr>
          <p:cNvSpPr/>
          <p:nvPr/>
        </p:nvSpPr>
        <p:spPr>
          <a:xfrm rot="5400000">
            <a:off x="7090243" y="1622218"/>
            <a:ext cx="81375" cy="851777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4" name="楕円 300">
            <a:extLst>
              <a:ext uri="{FF2B5EF4-FFF2-40B4-BE49-F238E27FC236}">
                <a16:creationId xmlns:a16="http://schemas.microsoft.com/office/drawing/2014/main" id="{38339809-A179-CE16-EC07-E4C3329B1184}"/>
              </a:ext>
            </a:extLst>
          </p:cNvPr>
          <p:cNvSpPr/>
          <p:nvPr/>
        </p:nvSpPr>
        <p:spPr bwMode="auto">
          <a:xfrm rot="10800000">
            <a:off x="7111064" y="2028186"/>
            <a:ext cx="39733" cy="39841"/>
          </a:xfrm>
          <a:prstGeom prst="ellips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5" name="楕円 301">
            <a:extLst>
              <a:ext uri="{FF2B5EF4-FFF2-40B4-BE49-F238E27FC236}">
                <a16:creationId xmlns:a16="http://schemas.microsoft.com/office/drawing/2014/main" id="{1B924BFC-6044-632C-37ED-EE35531219E1}"/>
              </a:ext>
            </a:extLst>
          </p:cNvPr>
          <p:cNvSpPr/>
          <p:nvPr/>
        </p:nvSpPr>
        <p:spPr bwMode="auto">
          <a:xfrm rot="10800000">
            <a:off x="7125915" y="2043126"/>
            <a:ext cx="10031" cy="99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2" name="Rectangle 891">
            <a:extLst>
              <a:ext uri="{FF2B5EF4-FFF2-40B4-BE49-F238E27FC236}">
                <a16:creationId xmlns:a16="http://schemas.microsoft.com/office/drawing/2014/main" id="{06D44239-9C91-64EE-7F4E-5A4918325034}"/>
              </a:ext>
            </a:extLst>
          </p:cNvPr>
          <p:cNvSpPr/>
          <p:nvPr/>
        </p:nvSpPr>
        <p:spPr>
          <a:xfrm rot="5400000">
            <a:off x="7089981" y="1949100"/>
            <a:ext cx="81375" cy="85230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3" name="フローチャート: 和接合 16">
            <a:extLst>
              <a:ext uri="{FF2B5EF4-FFF2-40B4-BE49-F238E27FC236}">
                <a16:creationId xmlns:a16="http://schemas.microsoft.com/office/drawing/2014/main" id="{E959916F-E25F-A42D-13CC-8A1F8FE7B0D0}"/>
              </a:ext>
            </a:extLst>
          </p:cNvPr>
          <p:cNvSpPr/>
          <p:nvPr/>
        </p:nvSpPr>
        <p:spPr bwMode="auto">
          <a:xfrm rot="10800000">
            <a:off x="7109560" y="2354290"/>
            <a:ext cx="42216" cy="4192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4" name="Rectangle 893">
            <a:extLst>
              <a:ext uri="{FF2B5EF4-FFF2-40B4-BE49-F238E27FC236}">
                <a16:creationId xmlns:a16="http://schemas.microsoft.com/office/drawing/2014/main" id="{69B8B19A-6CE0-FDB7-D6B6-89061088D46F}"/>
              </a:ext>
            </a:extLst>
          </p:cNvPr>
          <p:cNvSpPr/>
          <p:nvPr/>
        </p:nvSpPr>
        <p:spPr>
          <a:xfrm rot="5400000">
            <a:off x="7090243" y="1840314"/>
            <a:ext cx="81375" cy="851777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2" name="楕円 300">
            <a:extLst>
              <a:ext uri="{FF2B5EF4-FFF2-40B4-BE49-F238E27FC236}">
                <a16:creationId xmlns:a16="http://schemas.microsoft.com/office/drawing/2014/main" id="{D2710327-6E5A-44BE-91DE-E8194E0D81F3}"/>
              </a:ext>
            </a:extLst>
          </p:cNvPr>
          <p:cNvSpPr/>
          <p:nvPr/>
        </p:nvSpPr>
        <p:spPr bwMode="auto">
          <a:xfrm rot="10800000">
            <a:off x="7111064" y="2246283"/>
            <a:ext cx="39733" cy="39841"/>
          </a:xfrm>
          <a:prstGeom prst="ellips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3" name="楕円 301">
            <a:extLst>
              <a:ext uri="{FF2B5EF4-FFF2-40B4-BE49-F238E27FC236}">
                <a16:creationId xmlns:a16="http://schemas.microsoft.com/office/drawing/2014/main" id="{2E6DC8D9-6349-9544-1940-7D7FDE13B035}"/>
              </a:ext>
            </a:extLst>
          </p:cNvPr>
          <p:cNvSpPr/>
          <p:nvPr/>
        </p:nvSpPr>
        <p:spPr bwMode="auto">
          <a:xfrm rot="10800000">
            <a:off x="7125915" y="2261223"/>
            <a:ext cx="10031" cy="99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6121269C-9DC3-06E3-2E5D-A10472DB789B}"/>
              </a:ext>
            </a:extLst>
          </p:cNvPr>
          <p:cNvSpPr/>
          <p:nvPr/>
        </p:nvSpPr>
        <p:spPr>
          <a:xfrm rot="5400000">
            <a:off x="7089981" y="2167197"/>
            <a:ext cx="81375" cy="85230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7" name="フローチャート: 和接合 16">
            <a:extLst>
              <a:ext uri="{FF2B5EF4-FFF2-40B4-BE49-F238E27FC236}">
                <a16:creationId xmlns:a16="http://schemas.microsoft.com/office/drawing/2014/main" id="{43E369B6-9EE8-81CF-B83A-D0457F47B335}"/>
              </a:ext>
            </a:extLst>
          </p:cNvPr>
          <p:cNvSpPr/>
          <p:nvPr/>
        </p:nvSpPr>
        <p:spPr bwMode="auto">
          <a:xfrm rot="10800000">
            <a:off x="7109560" y="2572388"/>
            <a:ext cx="42216" cy="41920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47676F96-EF4B-B569-6896-B068E60C3167}"/>
              </a:ext>
            </a:extLst>
          </p:cNvPr>
          <p:cNvSpPr/>
          <p:nvPr/>
        </p:nvSpPr>
        <p:spPr>
          <a:xfrm rot="5400000">
            <a:off x="7090243" y="2058410"/>
            <a:ext cx="81375" cy="851777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0" name="楕円 300">
            <a:extLst>
              <a:ext uri="{FF2B5EF4-FFF2-40B4-BE49-F238E27FC236}">
                <a16:creationId xmlns:a16="http://schemas.microsoft.com/office/drawing/2014/main" id="{57561423-B01F-6287-4B4C-3807ABC3939B}"/>
              </a:ext>
            </a:extLst>
          </p:cNvPr>
          <p:cNvSpPr/>
          <p:nvPr/>
        </p:nvSpPr>
        <p:spPr bwMode="auto">
          <a:xfrm rot="10800000">
            <a:off x="7111064" y="2464379"/>
            <a:ext cx="39733" cy="39841"/>
          </a:xfrm>
          <a:prstGeom prst="ellips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1" name="楕円 301">
            <a:extLst>
              <a:ext uri="{FF2B5EF4-FFF2-40B4-BE49-F238E27FC236}">
                <a16:creationId xmlns:a16="http://schemas.microsoft.com/office/drawing/2014/main" id="{8A6981C0-B5F9-A3DB-80E3-D00064FE7763}"/>
              </a:ext>
            </a:extLst>
          </p:cNvPr>
          <p:cNvSpPr/>
          <p:nvPr/>
        </p:nvSpPr>
        <p:spPr bwMode="auto">
          <a:xfrm rot="10800000">
            <a:off x="7125915" y="2479319"/>
            <a:ext cx="10031" cy="996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47CC8219-E790-7D2F-E55B-DDA595B063BE}"/>
              </a:ext>
            </a:extLst>
          </p:cNvPr>
          <p:cNvCxnSpPr>
            <a:cxnSpLocks/>
          </p:cNvCxnSpPr>
          <p:nvPr/>
        </p:nvCxnSpPr>
        <p:spPr>
          <a:xfrm>
            <a:off x="13209620" y="1685850"/>
            <a:ext cx="0" cy="1205511"/>
          </a:xfrm>
          <a:prstGeom prst="straightConnector1">
            <a:avLst/>
          </a:prstGeom>
          <a:ln w="38100">
            <a:solidFill>
              <a:srgbClr val="1F4E7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4" name="Group 913">
            <a:extLst>
              <a:ext uri="{FF2B5EF4-FFF2-40B4-BE49-F238E27FC236}">
                <a16:creationId xmlns:a16="http://schemas.microsoft.com/office/drawing/2014/main" id="{912698BA-F6A0-C759-C16D-E132A453900B}"/>
              </a:ext>
            </a:extLst>
          </p:cNvPr>
          <p:cNvGrpSpPr/>
          <p:nvPr/>
        </p:nvGrpSpPr>
        <p:grpSpPr>
          <a:xfrm>
            <a:off x="13452562" y="1365316"/>
            <a:ext cx="2821049" cy="1584047"/>
            <a:chOff x="4304402" y="1365316"/>
            <a:chExt cx="2821049" cy="1584047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AC6FD55C-8F65-85D3-3FD7-9EA23455EA76}"/>
                </a:ext>
              </a:extLst>
            </p:cNvPr>
            <p:cNvSpPr/>
            <p:nvPr/>
          </p:nvSpPr>
          <p:spPr>
            <a:xfrm>
              <a:off x="4307196" y="2609621"/>
              <a:ext cx="2818254" cy="33974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9C7A6F53-5D87-ED90-C545-C152F9773712}"/>
                </a:ext>
              </a:extLst>
            </p:cNvPr>
            <p:cNvSpPr/>
            <p:nvPr/>
          </p:nvSpPr>
          <p:spPr>
            <a:xfrm rot="5400000">
              <a:off x="5552314" y="936934"/>
              <a:ext cx="328015" cy="281825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81743B3D-EE2C-B13E-AD95-E52E2207622A}"/>
                </a:ext>
              </a:extLst>
            </p:cNvPr>
            <p:cNvSpPr/>
            <p:nvPr/>
          </p:nvSpPr>
          <p:spPr>
            <a:xfrm rot="5400000">
              <a:off x="5663954" y="1149210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38F0C087-175D-7229-B5BE-90EF8E71444A}"/>
                </a:ext>
              </a:extLst>
            </p:cNvPr>
            <p:cNvSpPr/>
            <p:nvPr/>
          </p:nvSpPr>
          <p:spPr>
            <a:xfrm rot="5400000">
              <a:off x="5552315" y="529233"/>
              <a:ext cx="328015" cy="2818257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31311027-FEBB-F1F1-9B18-6FD0F87A896C}"/>
                </a:ext>
              </a:extLst>
            </p:cNvPr>
            <p:cNvSpPr/>
            <p:nvPr/>
          </p:nvSpPr>
          <p:spPr>
            <a:xfrm rot="5400000">
              <a:off x="5549523" y="120195"/>
              <a:ext cx="328015" cy="2818257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pic>
          <p:nvPicPr>
            <p:cNvPr id="378" name="Picture 377">
              <a:extLst>
                <a:ext uri="{FF2B5EF4-FFF2-40B4-BE49-F238E27FC236}">
                  <a16:creationId xmlns:a16="http://schemas.microsoft.com/office/drawing/2014/main" id="{0D511CDB-8E9D-B8A8-EF62-CF3C5BD24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1943522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pic>
          <p:nvPicPr>
            <p:cNvPr id="379" name="Picture 378">
              <a:extLst>
                <a:ext uri="{FF2B5EF4-FFF2-40B4-BE49-F238E27FC236}">
                  <a16:creationId xmlns:a16="http://schemas.microsoft.com/office/drawing/2014/main" id="{9FE6E0C3-6349-F931-4486-F46E1A38C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8637" y="151090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CEC3F8FE-ACA8-676E-A448-24ECD2D81ECE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1624565"/>
              <a:ext cx="0" cy="533036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BC7BD7EB-42B8-EA49-1F2C-B77888A029CE}"/>
                </a:ext>
              </a:extLst>
            </p:cNvPr>
            <p:cNvCxnSpPr>
              <a:cxnSpLocks/>
            </p:cNvCxnSpPr>
            <p:nvPr/>
          </p:nvCxnSpPr>
          <p:spPr>
            <a:xfrm>
              <a:off x="5233988" y="2196275"/>
              <a:ext cx="0" cy="530994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90" name="Picture 389">
              <a:extLst>
                <a:ext uri="{FF2B5EF4-FFF2-40B4-BE49-F238E27FC236}">
                  <a16:creationId xmlns:a16="http://schemas.microsoft.com/office/drawing/2014/main" id="{91D13AC7-D2CE-5108-89F4-7FBE2448C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5637" y="2376137"/>
              <a:ext cx="95238" cy="414286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</p:grpSp>
      <p:sp>
        <p:nvSpPr>
          <p:cNvPr id="391" name="テキスト プレースホルダー 2">
            <a:extLst>
              <a:ext uri="{FF2B5EF4-FFF2-40B4-BE49-F238E27FC236}">
                <a16:creationId xmlns:a16="http://schemas.microsoft.com/office/drawing/2014/main" id="{4B5170C4-7FDC-E5D3-4446-E665D7EDBEE2}"/>
              </a:ext>
            </a:extLst>
          </p:cNvPr>
          <p:cNvSpPr txBox="1">
            <a:spLocks/>
          </p:cNvSpPr>
          <p:nvPr/>
        </p:nvSpPr>
        <p:spPr>
          <a:xfrm rot="5400000">
            <a:off x="12237865" y="1974444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6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High </a:t>
            </a:r>
            <a:r>
              <a:rPr kumimoji="1" lang="en-US" altLang="ja-JP" sz="1600" b="1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600" b="1" baseline="-250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6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6" name="テキスト プレースホルダー 2">
            <a:extLst>
              <a:ext uri="{FF2B5EF4-FFF2-40B4-BE49-F238E27FC236}">
                <a16:creationId xmlns:a16="http://schemas.microsoft.com/office/drawing/2014/main" id="{43B64748-D6D1-58FE-F619-290FFC5863B0}"/>
              </a:ext>
            </a:extLst>
          </p:cNvPr>
          <p:cNvSpPr txBox="1">
            <a:spLocks/>
          </p:cNvSpPr>
          <p:nvPr/>
        </p:nvSpPr>
        <p:spPr>
          <a:xfrm>
            <a:off x="12499831" y="1413865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inside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397" name="テキスト プレースホルダー 2">
            <a:extLst>
              <a:ext uri="{FF2B5EF4-FFF2-40B4-BE49-F238E27FC236}">
                <a16:creationId xmlns:a16="http://schemas.microsoft.com/office/drawing/2014/main" id="{E76C8CEE-83C8-94F1-0DE9-7DD0651B974D}"/>
              </a:ext>
            </a:extLst>
          </p:cNvPr>
          <p:cNvSpPr txBox="1">
            <a:spLocks/>
          </p:cNvSpPr>
          <p:nvPr/>
        </p:nvSpPr>
        <p:spPr>
          <a:xfrm>
            <a:off x="12471181" y="2943809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ambient</a:t>
            </a:r>
            <a:endParaRPr kumimoji="1" lang="en-US" altLang="ja-JP" sz="1200" b="1" u="sng" baseline="-250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F5558538-EA12-2BD7-030B-CDF4201CCAEB}"/>
              </a:ext>
            </a:extLst>
          </p:cNvPr>
          <p:cNvSpPr/>
          <p:nvPr/>
        </p:nvSpPr>
        <p:spPr>
          <a:xfrm>
            <a:off x="6553208" y="2215952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9F392C43-91FB-F103-46AF-5CF9D326BEE9}"/>
              </a:ext>
            </a:extLst>
          </p:cNvPr>
          <p:cNvSpPr/>
          <p:nvPr/>
        </p:nvSpPr>
        <p:spPr>
          <a:xfrm>
            <a:off x="5236243" y="4966205"/>
            <a:ext cx="2447947" cy="1233452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B6F3BF3E-3E71-AB2F-13DA-F4FA92B81AD3}"/>
              </a:ext>
            </a:extLst>
          </p:cNvPr>
          <p:cNvSpPr/>
          <p:nvPr/>
        </p:nvSpPr>
        <p:spPr>
          <a:xfrm>
            <a:off x="5236242" y="5564868"/>
            <a:ext cx="2447947" cy="36127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91" name="Rectangle 690">
            <a:extLst>
              <a:ext uri="{FF2B5EF4-FFF2-40B4-BE49-F238E27FC236}">
                <a16:creationId xmlns:a16="http://schemas.microsoft.com/office/drawing/2014/main" id="{D3FC10EB-E69C-8242-8BDD-4E49E2A41CF3}"/>
              </a:ext>
            </a:extLst>
          </p:cNvPr>
          <p:cNvSpPr/>
          <p:nvPr/>
        </p:nvSpPr>
        <p:spPr>
          <a:xfrm flipH="1">
            <a:off x="5413298" y="5128340"/>
            <a:ext cx="908569" cy="902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2" name="Rectangle 691">
            <a:extLst>
              <a:ext uri="{FF2B5EF4-FFF2-40B4-BE49-F238E27FC236}">
                <a16:creationId xmlns:a16="http://schemas.microsoft.com/office/drawing/2014/main" id="{4114DCEF-223E-AC57-AAD5-B8B9BABED916}"/>
              </a:ext>
            </a:extLst>
          </p:cNvPr>
          <p:cNvSpPr/>
          <p:nvPr/>
        </p:nvSpPr>
        <p:spPr>
          <a:xfrm rot="16200000" flipH="1">
            <a:off x="5852977" y="4688659"/>
            <a:ext cx="29211" cy="90857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3" name="Rectangle 692">
            <a:extLst>
              <a:ext uri="{FF2B5EF4-FFF2-40B4-BE49-F238E27FC236}">
                <a16:creationId xmlns:a16="http://schemas.microsoft.com/office/drawing/2014/main" id="{F6C804E3-8827-8A20-1E92-6D789B398202}"/>
              </a:ext>
            </a:extLst>
          </p:cNvPr>
          <p:cNvSpPr/>
          <p:nvPr/>
        </p:nvSpPr>
        <p:spPr>
          <a:xfrm rot="16200000" flipH="1">
            <a:off x="5851714" y="5562094"/>
            <a:ext cx="29211" cy="90857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713906E0-496D-D40D-380B-BE35A13F189C}"/>
              </a:ext>
            </a:extLst>
          </p:cNvPr>
          <p:cNvGrpSpPr/>
          <p:nvPr/>
        </p:nvGrpSpPr>
        <p:grpSpPr>
          <a:xfrm rot="5400000" flipH="1">
            <a:off x="5719122" y="5539016"/>
            <a:ext cx="845431" cy="81862"/>
            <a:chOff x="4961387" y="2975112"/>
            <a:chExt cx="1235561" cy="118800"/>
          </a:xfrm>
          <a:solidFill>
            <a:srgbClr val="FFC000"/>
          </a:solidFill>
        </p:grpSpPr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F6D185AA-EC0C-5F2A-C00C-3C60484E4161}"/>
                </a:ext>
              </a:extLst>
            </p:cNvPr>
            <p:cNvSpPr/>
            <p:nvPr/>
          </p:nvSpPr>
          <p:spPr>
            <a:xfrm rot="5400000">
              <a:off x="5519768" y="2416731"/>
              <a:ext cx="118800" cy="123556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5" name="フローチャート: 和接合 16">
              <a:extLst>
                <a:ext uri="{FF2B5EF4-FFF2-40B4-BE49-F238E27FC236}">
                  <a16:creationId xmlns:a16="http://schemas.microsoft.com/office/drawing/2014/main" id="{214F0F5D-FC0E-6DE4-5392-E73B44EC3E10}"/>
                </a:ext>
              </a:extLst>
            </p:cNvPr>
            <p:cNvSpPr/>
            <p:nvPr/>
          </p:nvSpPr>
          <p:spPr bwMode="auto">
            <a:xfrm rot="10800000">
              <a:off x="5548568" y="3003911"/>
              <a:ext cx="61200" cy="61200"/>
            </a:xfrm>
            <a:prstGeom prst="flowChartSummingJunction">
              <a:avLst/>
            </a:prstGeom>
            <a:grp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95" name="Rectangle 694">
            <a:extLst>
              <a:ext uri="{FF2B5EF4-FFF2-40B4-BE49-F238E27FC236}">
                <a16:creationId xmlns:a16="http://schemas.microsoft.com/office/drawing/2014/main" id="{7C8F6179-2215-4010-39B6-2D921A9D9999}"/>
              </a:ext>
            </a:extLst>
          </p:cNvPr>
          <p:cNvSpPr/>
          <p:nvPr/>
        </p:nvSpPr>
        <p:spPr>
          <a:xfrm flipH="1">
            <a:off x="6210607" y="5157233"/>
            <a:ext cx="81862" cy="844910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96" name="Group 695">
            <a:extLst>
              <a:ext uri="{FF2B5EF4-FFF2-40B4-BE49-F238E27FC236}">
                <a16:creationId xmlns:a16="http://schemas.microsoft.com/office/drawing/2014/main" id="{2D8B3D11-43B4-F4E3-F418-79219CFC0BC5}"/>
              </a:ext>
            </a:extLst>
          </p:cNvPr>
          <p:cNvGrpSpPr/>
          <p:nvPr/>
        </p:nvGrpSpPr>
        <p:grpSpPr>
          <a:xfrm rot="5400000" flipH="1">
            <a:off x="6231832" y="5559648"/>
            <a:ext cx="39413" cy="40080"/>
            <a:chOff x="5550747" y="2678351"/>
            <a:chExt cx="57600" cy="58165"/>
          </a:xfrm>
        </p:grpSpPr>
        <p:sp>
          <p:nvSpPr>
            <p:cNvPr id="782" name="楕円 300">
              <a:extLst>
                <a:ext uri="{FF2B5EF4-FFF2-40B4-BE49-F238E27FC236}">
                  <a16:creationId xmlns:a16="http://schemas.microsoft.com/office/drawing/2014/main" id="{83B7B0DE-8D30-3A1E-E588-4FC41CA48654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3" name="楕円 301">
              <a:extLst>
                <a:ext uri="{FF2B5EF4-FFF2-40B4-BE49-F238E27FC236}">
                  <a16:creationId xmlns:a16="http://schemas.microsoft.com/office/drawing/2014/main" id="{1D27E0D5-3133-9B25-CA8E-F0A11FE363CC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97" name="Group 696">
            <a:extLst>
              <a:ext uri="{FF2B5EF4-FFF2-40B4-BE49-F238E27FC236}">
                <a16:creationId xmlns:a16="http://schemas.microsoft.com/office/drawing/2014/main" id="{A26B1565-947E-1A8F-884F-74ED49BD6CE7}"/>
              </a:ext>
            </a:extLst>
          </p:cNvPr>
          <p:cNvGrpSpPr/>
          <p:nvPr/>
        </p:nvGrpSpPr>
        <p:grpSpPr>
          <a:xfrm rot="5400000" flipH="1">
            <a:off x="5499718" y="5539016"/>
            <a:ext cx="845431" cy="81862"/>
            <a:chOff x="4961387" y="2975112"/>
            <a:chExt cx="1235561" cy="118800"/>
          </a:xfrm>
          <a:solidFill>
            <a:srgbClr val="FFC000"/>
          </a:solidFill>
        </p:grpSpPr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ED4FE816-47D1-D27E-C3D1-C092CA830BAE}"/>
                </a:ext>
              </a:extLst>
            </p:cNvPr>
            <p:cNvSpPr/>
            <p:nvPr/>
          </p:nvSpPr>
          <p:spPr>
            <a:xfrm rot="5400000">
              <a:off x="5519768" y="2416731"/>
              <a:ext cx="118800" cy="123556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1" name="フローチャート: 和接合 16">
              <a:extLst>
                <a:ext uri="{FF2B5EF4-FFF2-40B4-BE49-F238E27FC236}">
                  <a16:creationId xmlns:a16="http://schemas.microsoft.com/office/drawing/2014/main" id="{244F4CF1-58B4-0FA5-E63C-84B95E1F64DF}"/>
                </a:ext>
              </a:extLst>
            </p:cNvPr>
            <p:cNvSpPr/>
            <p:nvPr/>
          </p:nvSpPr>
          <p:spPr bwMode="auto">
            <a:xfrm rot="10800000">
              <a:off x="5548568" y="3003911"/>
              <a:ext cx="61200" cy="61200"/>
            </a:xfrm>
            <a:prstGeom prst="flowChartSummingJunction">
              <a:avLst/>
            </a:prstGeom>
            <a:grp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98" name="Rectangle 697">
            <a:extLst>
              <a:ext uri="{FF2B5EF4-FFF2-40B4-BE49-F238E27FC236}">
                <a16:creationId xmlns:a16="http://schemas.microsoft.com/office/drawing/2014/main" id="{07731ECB-574D-A504-2AD6-EC11E856C1D0}"/>
              </a:ext>
            </a:extLst>
          </p:cNvPr>
          <p:cNvSpPr/>
          <p:nvPr/>
        </p:nvSpPr>
        <p:spPr>
          <a:xfrm flipH="1">
            <a:off x="5991204" y="5157233"/>
            <a:ext cx="81862" cy="844910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99" name="Group 698">
            <a:extLst>
              <a:ext uri="{FF2B5EF4-FFF2-40B4-BE49-F238E27FC236}">
                <a16:creationId xmlns:a16="http://schemas.microsoft.com/office/drawing/2014/main" id="{82F2718E-36BE-1920-BDD5-2DB981DD9AE5}"/>
              </a:ext>
            </a:extLst>
          </p:cNvPr>
          <p:cNvGrpSpPr/>
          <p:nvPr/>
        </p:nvGrpSpPr>
        <p:grpSpPr>
          <a:xfrm rot="5400000" flipH="1">
            <a:off x="6012428" y="5559648"/>
            <a:ext cx="39413" cy="40080"/>
            <a:chOff x="5550747" y="2678351"/>
            <a:chExt cx="57600" cy="58165"/>
          </a:xfrm>
        </p:grpSpPr>
        <p:sp>
          <p:nvSpPr>
            <p:cNvPr id="778" name="楕円 300">
              <a:extLst>
                <a:ext uri="{FF2B5EF4-FFF2-40B4-BE49-F238E27FC236}">
                  <a16:creationId xmlns:a16="http://schemas.microsoft.com/office/drawing/2014/main" id="{37FCEAD4-42D6-BDA2-713F-E7A78D642CDF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9" name="楕円 301">
              <a:extLst>
                <a:ext uri="{FF2B5EF4-FFF2-40B4-BE49-F238E27FC236}">
                  <a16:creationId xmlns:a16="http://schemas.microsoft.com/office/drawing/2014/main" id="{90B514AB-4474-F123-0B2D-BBD8BF5FCDEE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0" name="Group 699">
            <a:extLst>
              <a:ext uri="{FF2B5EF4-FFF2-40B4-BE49-F238E27FC236}">
                <a16:creationId xmlns:a16="http://schemas.microsoft.com/office/drawing/2014/main" id="{C7D6121F-8410-6C6A-5EA1-E6384EBAE21E}"/>
              </a:ext>
            </a:extLst>
          </p:cNvPr>
          <p:cNvGrpSpPr/>
          <p:nvPr/>
        </p:nvGrpSpPr>
        <p:grpSpPr>
          <a:xfrm rot="5400000" flipH="1">
            <a:off x="5280315" y="5539016"/>
            <a:ext cx="845431" cy="81862"/>
            <a:chOff x="4961387" y="2975112"/>
            <a:chExt cx="1235561" cy="118800"/>
          </a:xfrm>
          <a:solidFill>
            <a:srgbClr val="FFC000"/>
          </a:solidFill>
        </p:grpSpPr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90C66298-83EC-437E-88F9-D7F9389D125A}"/>
                </a:ext>
              </a:extLst>
            </p:cNvPr>
            <p:cNvSpPr/>
            <p:nvPr/>
          </p:nvSpPr>
          <p:spPr>
            <a:xfrm rot="5400000">
              <a:off x="5519768" y="2416731"/>
              <a:ext cx="118800" cy="123556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7" name="フローチャート: 和接合 16">
              <a:extLst>
                <a:ext uri="{FF2B5EF4-FFF2-40B4-BE49-F238E27FC236}">
                  <a16:creationId xmlns:a16="http://schemas.microsoft.com/office/drawing/2014/main" id="{6D4C040B-2DF2-D279-AF89-FD8E6F9D85C5}"/>
                </a:ext>
              </a:extLst>
            </p:cNvPr>
            <p:cNvSpPr/>
            <p:nvPr/>
          </p:nvSpPr>
          <p:spPr bwMode="auto">
            <a:xfrm rot="10800000">
              <a:off x="5548568" y="3003911"/>
              <a:ext cx="61200" cy="61200"/>
            </a:xfrm>
            <a:prstGeom prst="flowChartSummingJunction">
              <a:avLst/>
            </a:prstGeom>
            <a:grp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01" name="Rectangle 700">
            <a:extLst>
              <a:ext uri="{FF2B5EF4-FFF2-40B4-BE49-F238E27FC236}">
                <a16:creationId xmlns:a16="http://schemas.microsoft.com/office/drawing/2014/main" id="{0BD428D0-06B5-934D-4811-28CE351928F1}"/>
              </a:ext>
            </a:extLst>
          </p:cNvPr>
          <p:cNvSpPr/>
          <p:nvPr/>
        </p:nvSpPr>
        <p:spPr>
          <a:xfrm flipH="1">
            <a:off x="5771800" y="5157233"/>
            <a:ext cx="81862" cy="844910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02" name="Group 701">
            <a:extLst>
              <a:ext uri="{FF2B5EF4-FFF2-40B4-BE49-F238E27FC236}">
                <a16:creationId xmlns:a16="http://schemas.microsoft.com/office/drawing/2014/main" id="{7BF183D7-C669-0FC2-6A52-0648C7275C80}"/>
              </a:ext>
            </a:extLst>
          </p:cNvPr>
          <p:cNvGrpSpPr/>
          <p:nvPr/>
        </p:nvGrpSpPr>
        <p:grpSpPr>
          <a:xfrm rot="5400000" flipH="1">
            <a:off x="5793024" y="5559648"/>
            <a:ext cx="39413" cy="40080"/>
            <a:chOff x="5550747" y="2678351"/>
            <a:chExt cx="57600" cy="58165"/>
          </a:xfrm>
        </p:grpSpPr>
        <p:sp>
          <p:nvSpPr>
            <p:cNvPr id="774" name="楕円 300">
              <a:extLst>
                <a:ext uri="{FF2B5EF4-FFF2-40B4-BE49-F238E27FC236}">
                  <a16:creationId xmlns:a16="http://schemas.microsoft.com/office/drawing/2014/main" id="{432AB7F3-2785-B8C7-36B5-2A0347FE92CA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5" name="楕円 301">
              <a:extLst>
                <a:ext uri="{FF2B5EF4-FFF2-40B4-BE49-F238E27FC236}">
                  <a16:creationId xmlns:a16="http://schemas.microsoft.com/office/drawing/2014/main" id="{5F96126C-F307-D312-A2F0-A874C6DAC34D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3" name="Group 702">
            <a:extLst>
              <a:ext uri="{FF2B5EF4-FFF2-40B4-BE49-F238E27FC236}">
                <a16:creationId xmlns:a16="http://schemas.microsoft.com/office/drawing/2014/main" id="{C9B281D4-5852-2233-3565-D24DEAE0D961}"/>
              </a:ext>
            </a:extLst>
          </p:cNvPr>
          <p:cNvGrpSpPr/>
          <p:nvPr/>
        </p:nvGrpSpPr>
        <p:grpSpPr>
          <a:xfrm rot="5400000" flipH="1">
            <a:off x="5060910" y="5539016"/>
            <a:ext cx="845431" cy="81862"/>
            <a:chOff x="4961387" y="2975112"/>
            <a:chExt cx="1235561" cy="118800"/>
          </a:xfrm>
          <a:solidFill>
            <a:srgbClr val="FFC000"/>
          </a:solidFill>
        </p:grpSpPr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A883CEA5-65BF-8D33-C10D-3E5F3504516A}"/>
                </a:ext>
              </a:extLst>
            </p:cNvPr>
            <p:cNvSpPr/>
            <p:nvPr/>
          </p:nvSpPr>
          <p:spPr>
            <a:xfrm rot="5400000">
              <a:off x="5519768" y="2416731"/>
              <a:ext cx="118800" cy="123556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3" name="フローチャート: 和接合 16">
              <a:extLst>
                <a:ext uri="{FF2B5EF4-FFF2-40B4-BE49-F238E27FC236}">
                  <a16:creationId xmlns:a16="http://schemas.microsoft.com/office/drawing/2014/main" id="{04EC8836-051C-C41E-5D6E-CBDA22224FD8}"/>
                </a:ext>
              </a:extLst>
            </p:cNvPr>
            <p:cNvSpPr/>
            <p:nvPr/>
          </p:nvSpPr>
          <p:spPr bwMode="auto">
            <a:xfrm rot="10800000">
              <a:off x="5548568" y="3003911"/>
              <a:ext cx="61200" cy="61200"/>
            </a:xfrm>
            <a:prstGeom prst="flowChartSummingJunction">
              <a:avLst/>
            </a:prstGeom>
            <a:grp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68" name="Rectangle 767">
            <a:extLst>
              <a:ext uri="{FF2B5EF4-FFF2-40B4-BE49-F238E27FC236}">
                <a16:creationId xmlns:a16="http://schemas.microsoft.com/office/drawing/2014/main" id="{099321D9-E003-1AC4-575D-D368C057A0B0}"/>
              </a:ext>
            </a:extLst>
          </p:cNvPr>
          <p:cNvSpPr/>
          <p:nvPr/>
        </p:nvSpPr>
        <p:spPr>
          <a:xfrm flipH="1">
            <a:off x="5552397" y="5157233"/>
            <a:ext cx="81862" cy="844910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69" name="Group 768">
            <a:extLst>
              <a:ext uri="{FF2B5EF4-FFF2-40B4-BE49-F238E27FC236}">
                <a16:creationId xmlns:a16="http://schemas.microsoft.com/office/drawing/2014/main" id="{34F288AC-3695-B873-5251-0F05E6B26125}"/>
              </a:ext>
            </a:extLst>
          </p:cNvPr>
          <p:cNvGrpSpPr/>
          <p:nvPr/>
        </p:nvGrpSpPr>
        <p:grpSpPr>
          <a:xfrm rot="5400000" flipH="1">
            <a:off x="5573621" y="5559647"/>
            <a:ext cx="39413" cy="40080"/>
            <a:chOff x="5550747" y="2678351"/>
            <a:chExt cx="57600" cy="58165"/>
          </a:xfrm>
        </p:grpSpPr>
        <p:sp>
          <p:nvSpPr>
            <p:cNvPr id="770" name="楕円 300">
              <a:extLst>
                <a:ext uri="{FF2B5EF4-FFF2-40B4-BE49-F238E27FC236}">
                  <a16:creationId xmlns:a16="http://schemas.microsoft.com/office/drawing/2014/main" id="{1C844628-3F8C-C549-B718-A3806A5DCDF5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1" name="楕円 301">
              <a:extLst>
                <a:ext uri="{FF2B5EF4-FFF2-40B4-BE49-F238E27FC236}">
                  <a16:creationId xmlns:a16="http://schemas.microsoft.com/office/drawing/2014/main" id="{91419FCB-E468-7F76-ABC6-1910DA1866BE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60" name="Rectangle 659">
            <a:extLst>
              <a:ext uri="{FF2B5EF4-FFF2-40B4-BE49-F238E27FC236}">
                <a16:creationId xmlns:a16="http://schemas.microsoft.com/office/drawing/2014/main" id="{06DBF3B1-DAD2-3954-8AD3-C516EC86F61A}"/>
              </a:ext>
            </a:extLst>
          </p:cNvPr>
          <p:cNvSpPr/>
          <p:nvPr/>
        </p:nvSpPr>
        <p:spPr>
          <a:xfrm>
            <a:off x="6605786" y="5128340"/>
            <a:ext cx="901359" cy="9091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1" name="Rectangle 660">
            <a:extLst>
              <a:ext uri="{FF2B5EF4-FFF2-40B4-BE49-F238E27FC236}">
                <a16:creationId xmlns:a16="http://schemas.microsoft.com/office/drawing/2014/main" id="{65A06721-99B9-F6F0-400A-208B260D663B}"/>
              </a:ext>
            </a:extLst>
          </p:cNvPr>
          <p:cNvSpPr/>
          <p:nvPr/>
        </p:nvSpPr>
        <p:spPr>
          <a:xfrm rot="5400000">
            <a:off x="7041754" y="4692370"/>
            <a:ext cx="29422" cy="90136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1B6BDF60-8D5D-CF5C-075C-BEDF104A85D0}"/>
              </a:ext>
            </a:extLst>
          </p:cNvPr>
          <p:cNvSpPr/>
          <p:nvPr/>
        </p:nvSpPr>
        <p:spPr>
          <a:xfrm rot="5400000">
            <a:off x="7043007" y="5572132"/>
            <a:ext cx="29422" cy="90136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F03C8C3F-9CF8-D55D-5466-1247198A7246}"/>
              </a:ext>
            </a:extLst>
          </p:cNvPr>
          <p:cNvSpPr/>
          <p:nvPr/>
        </p:nvSpPr>
        <p:spPr>
          <a:xfrm>
            <a:off x="6743780" y="5157441"/>
            <a:ext cx="81213" cy="85155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0" name="フローチャート: 和接合 16">
            <a:extLst>
              <a:ext uri="{FF2B5EF4-FFF2-40B4-BE49-F238E27FC236}">
                <a16:creationId xmlns:a16="http://schemas.microsoft.com/office/drawing/2014/main" id="{B26C1678-989D-5477-A585-16612693AB28}"/>
              </a:ext>
            </a:extLst>
          </p:cNvPr>
          <p:cNvSpPr/>
          <p:nvPr/>
        </p:nvSpPr>
        <p:spPr bwMode="auto">
          <a:xfrm rot="5400000">
            <a:off x="6763296" y="5562300"/>
            <a:ext cx="42179" cy="41837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4" name="Rectangle 663">
            <a:extLst>
              <a:ext uri="{FF2B5EF4-FFF2-40B4-BE49-F238E27FC236}">
                <a16:creationId xmlns:a16="http://schemas.microsoft.com/office/drawing/2014/main" id="{C7EC70C3-C8FD-E39F-5AC6-7AF82FA09682}"/>
              </a:ext>
            </a:extLst>
          </p:cNvPr>
          <p:cNvSpPr/>
          <p:nvPr/>
        </p:nvSpPr>
        <p:spPr>
          <a:xfrm>
            <a:off x="6634950" y="5157443"/>
            <a:ext cx="81213" cy="851031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7" name="楕円 300">
            <a:extLst>
              <a:ext uri="{FF2B5EF4-FFF2-40B4-BE49-F238E27FC236}">
                <a16:creationId xmlns:a16="http://schemas.microsoft.com/office/drawing/2014/main" id="{69EFA8E7-8918-FE30-6DD1-18D92DAC138F}"/>
              </a:ext>
            </a:extLst>
          </p:cNvPr>
          <p:cNvSpPr/>
          <p:nvPr/>
        </p:nvSpPr>
        <p:spPr bwMode="auto">
          <a:xfrm rot="5400000">
            <a:off x="6655708" y="5563077"/>
            <a:ext cx="39698" cy="39762"/>
          </a:xfrm>
          <a:prstGeom prst="ellips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8" name="楕円 301">
            <a:extLst>
              <a:ext uri="{FF2B5EF4-FFF2-40B4-BE49-F238E27FC236}">
                <a16:creationId xmlns:a16="http://schemas.microsoft.com/office/drawing/2014/main" id="{3C8AD426-09E4-6C04-2763-254ED02EEC08}"/>
              </a:ext>
            </a:extLst>
          </p:cNvPr>
          <p:cNvSpPr/>
          <p:nvPr/>
        </p:nvSpPr>
        <p:spPr bwMode="auto">
          <a:xfrm rot="5400000">
            <a:off x="6670546" y="5577988"/>
            <a:ext cx="10022" cy="994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9B2815D1-2386-D76A-58C8-47E8123D2386}"/>
              </a:ext>
            </a:extLst>
          </p:cNvPr>
          <p:cNvSpPr/>
          <p:nvPr/>
        </p:nvSpPr>
        <p:spPr>
          <a:xfrm>
            <a:off x="6961443" y="5157441"/>
            <a:ext cx="81213" cy="85155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" name="フローチャート: 和接合 16">
            <a:extLst>
              <a:ext uri="{FF2B5EF4-FFF2-40B4-BE49-F238E27FC236}">
                <a16:creationId xmlns:a16="http://schemas.microsoft.com/office/drawing/2014/main" id="{3644E125-CC6C-B0C1-7EE9-301849405B7D}"/>
              </a:ext>
            </a:extLst>
          </p:cNvPr>
          <p:cNvSpPr/>
          <p:nvPr/>
        </p:nvSpPr>
        <p:spPr bwMode="auto">
          <a:xfrm rot="5400000">
            <a:off x="6980959" y="5562300"/>
            <a:ext cx="42179" cy="41837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7" name="Rectangle 666">
            <a:extLst>
              <a:ext uri="{FF2B5EF4-FFF2-40B4-BE49-F238E27FC236}">
                <a16:creationId xmlns:a16="http://schemas.microsoft.com/office/drawing/2014/main" id="{91CB70A8-80AA-F918-E445-338DCC5F1213}"/>
              </a:ext>
            </a:extLst>
          </p:cNvPr>
          <p:cNvSpPr/>
          <p:nvPr/>
        </p:nvSpPr>
        <p:spPr>
          <a:xfrm>
            <a:off x="6852612" y="5157443"/>
            <a:ext cx="81213" cy="851031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3" name="楕円 300">
            <a:extLst>
              <a:ext uri="{FF2B5EF4-FFF2-40B4-BE49-F238E27FC236}">
                <a16:creationId xmlns:a16="http://schemas.microsoft.com/office/drawing/2014/main" id="{97935FD5-0828-B4DF-ADA4-A0D39252D858}"/>
              </a:ext>
            </a:extLst>
          </p:cNvPr>
          <p:cNvSpPr/>
          <p:nvPr/>
        </p:nvSpPr>
        <p:spPr bwMode="auto">
          <a:xfrm rot="5400000">
            <a:off x="6873370" y="5563077"/>
            <a:ext cx="39698" cy="39762"/>
          </a:xfrm>
          <a:prstGeom prst="ellips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4" name="楕円 301">
            <a:extLst>
              <a:ext uri="{FF2B5EF4-FFF2-40B4-BE49-F238E27FC236}">
                <a16:creationId xmlns:a16="http://schemas.microsoft.com/office/drawing/2014/main" id="{3F02ECE3-CD51-E248-52B5-CFE293223F08}"/>
              </a:ext>
            </a:extLst>
          </p:cNvPr>
          <p:cNvSpPr/>
          <p:nvPr/>
        </p:nvSpPr>
        <p:spPr bwMode="auto">
          <a:xfrm rot="5400000">
            <a:off x="6888208" y="5577988"/>
            <a:ext cx="10022" cy="994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1" name="Rectangle 680">
            <a:extLst>
              <a:ext uri="{FF2B5EF4-FFF2-40B4-BE49-F238E27FC236}">
                <a16:creationId xmlns:a16="http://schemas.microsoft.com/office/drawing/2014/main" id="{D4CC1144-80C8-99F3-E1CA-C76F9E508228}"/>
              </a:ext>
            </a:extLst>
          </p:cNvPr>
          <p:cNvSpPr/>
          <p:nvPr/>
        </p:nvSpPr>
        <p:spPr>
          <a:xfrm>
            <a:off x="7179106" y="5157441"/>
            <a:ext cx="81213" cy="85155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2" name="フローチャート: 和接合 16">
            <a:extLst>
              <a:ext uri="{FF2B5EF4-FFF2-40B4-BE49-F238E27FC236}">
                <a16:creationId xmlns:a16="http://schemas.microsoft.com/office/drawing/2014/main" id="{05B5F416-89DF-3189-2D70-7D8CF465061C}"/>
              </a:ext>
            </a:extLst>
          </p:cNvPr>
          <p:cNvSpPr/>
          <p:nvPr/>
        </p:nvSpPr>
        <p:spPr bwMode="auto">
          <a:xfrm rot="5400000">
            <a:off x="7198622" y="5562300"/>
            <a:ext cx="42179" cy="41837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417A7853-B0BA-16EA-0A73-38040506014F}"/>
              </a:ext>
            </a:extLst>
          </p:cNvPr>
          <p:cNvSpPr/>
          <p:nvPr/>
        </p:nvSpPr>
        <p:spPr>
          <a:xfrm>
            <a:off x="7070275" y="5157443"/>
            <a:ext cx="81213" cy="851031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9" name="楕円 300">
            <a:extLst>
              <a:ext uri="{FF2B5EF4-FFF2-40B4-BE49-F238E27FC236}">
                <a16:creationId xmlns:a16="http://schemas.microsoft.com/office/drawing/2014/main" id="{A3C347F2-D058-C6DC-6206-34BEA6EA596C}"/>
              </a:ext>
            </a:extLst>
          </p:cNvPr>
          <p:cNvSpPr/>
          <p:nvPr/>
        </p:nvSpPr>
        <p:spPr bwMode="auto">
          <a:xfrm rot="5400000">
            <a:off x="7091033" y="5563077"/>
            <a:ext cx="39698" cy="39762"/>
          </a:xfrm>
          <a:prstGeom prst="ellips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0" name="楕円 301">
            <a:extLst>
              <a:ext uri="{FF2B5EF4-FFF2-40B4-BE49-F238E27FC236}">
                <a16:creationId xmlns:a16="http://schemas.microsoft.com/office/drawing/2014/main" id="{9AB8DED4-E9D2-E19C-5613-5B84A7821937}"/>
              </a:ext>
            </a:extLst>
          </p:cNvPr>
          <p:cNvSpPr/>
          <p:nvPr/>
        </p:nvSpPr>
        <p:spPr bwMode="auto">
          <a:xfrm rot="5400000">
            <a:off x="7105871" y="5577988"/>
            <a:ext cx="10022" cy="994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7" name="Rectangle 676">
            <a:extLst>
              <a:ext uri="{FF2B5EF4-FFF2-40B4-BE49-F238E27FC236}">
                <a16:creationId xmlns:a16="http://schemas.microsoft.com/office/drawing/2014/main" id="{4757763F-A1C3-8B49-610D-AE8CB6DA5A7C}"/>
              </a:ext>
            </a:extLst>
          </p:cNvPr>
          <p:cNvSpPr/>
          <p:nvPr/>
        </p:nvSpPr>
        <p:spPr>
          <a:xfrm>
            <a:off x="7396769" y="5157441"/>
            <a:ext cx="81213" cy="85155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" name="フローチャート: 和接合 16">
            <a:extLst>
              <a:ext uri="{FF2B5EF4-FFF2-40B4-BE49-F238E27FC236}">
                <a16:creationId xmlns:a16="http://schemas.microsoft.com/office/drawing/2014/main" id="{489D1B41-F851-34F7-F9B4-9C534ACEC010}"/>
              </a:ext>
            </a:extLst>
          </p:cNvPr>
          <p:cNvSpPr/>
          <p:nvPr/>
        </p:nvSpPr>
        <p:spPr bwMode="auto">
          <a:xfrm rot="5400000">
            <a:off x="7416285" y="5562300"/>
            <a:ext cx="42179" cy="41837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C7D289E9-068A-F8EE-9028-D61F6E65A570}"/>
              </a:ext>
            </a:extLst>
          </p:cNvPr>
          <p:cNvSpPr/>
          <p:nvPr/>
        </p:nvSpPr>
        <p:spPr>
          <a:xfrm>
            <a:off x="7287937" y="5157442"/>
            <a:ext cx="81213" cy="851031"/>
          </a:xfrm>
          <a:prstGeom prst="rect">
            <a:avLst/>
          </a:prstGeom>
          <a:solidFill>
            <a:srgbClr val="C559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" name="楕円 300">
            <a:extLst>
              <a:ext uri="{FF2B5EF4-FFF2-40B4-BE49-F238E27FC236}">
                <a16:creationId xmlns:a16="http://schemas.microsoft.com/office/drawing/2014/main" id="{EFFDC0D1-B460-E3D3-39E3-B627478A5E33}"/>
              </a:ext>
            </a:extLst>
          </p:cNvPr>
          <p:cNvSpPr/>
          <p:nvPr/>
        </p:nvSpPr>
        <p:spPr bwMode="auto">
          <a:xfrm rot="5400000">
            <a:off x="7308695" y="5563076"/>
            <a:ext cx="39698" cy="39762"/>
          </a:xfrm>
          <a:prstGeom prst="ellips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6" name="楕円 301">
            <a:extLst>
              <a:ext uri="{FF2B5EF4-FFF2-40B4-BE49-F238E27FC236}">
                <a16:creationId xmlns:a16="http://schemas.microsoft.com/office/drawing/2014/main" id="{A5293550-A9E3-092D-17A7-E45318FFDC76}"/>
              </a:ext>
            </a:extLst>
          </p:cNvPr>
          <p:cNvSpPr/>
          <p:nvPr/>
        </p:nvSpPr>
        <p:spPr bwMode="auto">
          <a:xfrm rot="5400000">
            <a:off x="7323533" y="5577987"/>
            <a:ext cx="10022" cy="994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2" name="Rectangle 911">
            <a:extLst>
              <a:ext uri="{FF2B5EF4-FFF2-40B4-BE49-F238E27FC236}">
                <a16:creationId xmlns:a16="http://schemas.microsoft.com/office/drawing/2014/main" id="{B0C734CA-6BAF-657B-1190-855B46FDB992}"/>
              </a:ext>
            </a:extLst>
          </p:cNvPr>
          <p:cNvSpPr/>
          <p:nvPr/>
        </p:nvSpPr>
        <p:spPr>
          <a:xfrm>
            <a:off x="6472185" y="5603872"/>
            <a:ext cx="1141661" cy="535307"/>
          </a:xfrm>
          <a:prstGeom prst="rect">
            <a:avLst/>
          </a:prstGeom>
          <a:noFill/>
          <a:effectLst>
            <a:glow rad="1397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ea typeface="UD Digi Kyokasho NK" panose="02020400000000000000" pitchFamily="18" charset="-128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2D76D5-112C-B058-8911-EEFB430414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4606" y="9714101"/>
            <a:ext cx="5769163" cy="3437180"/>
          </a:xfrm>
          <a:prstGeom prst="rect">
            <a:avLst/>
          </a:prstGeom>
        </p:spPr>
      </p:pic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14CE8F85-13EE-9B04-59A9-A90EAF399011}"/>
              </a:ext>
            </a:extLst>
          </p:cNvPr>
          <p:cNvSpPr txBox="1">
            <a:spLocks/>
          </p:cNvSpPr>
          <p:nvPr/>
        </p:nvSpPr>
        <p:spPr>
          <a:xfrm>
            <a:off x="7587702" y="5505091"/>
            <a:ext cx="2088400" cy="548741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3200" baseline="-25000">
              <a:solidFill>
                <a:schemeClr val="bg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2" name="テキスト プレースホルダー 2">
            <a:extLst>
              <a:ext uri="{FF2B5EF4-FFF2-40B4-BE49-F238E27FC236}">
                <a16:creationId xmlns:a16="http://schemas.microsoft.com/office/drawing/2014/main" id="{E22723AD-2251-B2BC-D150-C3D946D738C0}"/>
              </a:ext>
            </a:extLst>
          </p:cNvPr>
          <p:cNvSpPr txBox="1">
            <a:spLocks/>
          </p:cNvSpPr>
          <p:nvPr/>
        </p:nvSpPr>
        <p:spPr>
          <a:xfrm>
            <a:off x="6934029" y="6956034"/>
            <a:ext cx="2088400" cy="177905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3200" baseline="-25000">
              <a:solidFill>
                <a:schemeClr val="bg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F9DD1E36-0B80-F203-713A-3DEDE9F24A91}"/>
              </a:ext>
            </a:extLst>
          </p:cNvPr>
          <p:cNvSpPr txBox="1">
            <a:spLocks/>
          </p:cNvSpPr>
          <p:nvPr/>
        </p:nvSpPr>
        <p:spPr>
          <a:xfrm>
            <a:off x="6828036" y="3696759"/>
            <a:ext cx="2088400" cy="177905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3200" baseline="-25000">
              <a:solidFill>
                <a:schemeClr val="bg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BD703D5-149B-353B-0EE4-CD3AD632767C}"/>
              </a:ext>
            </a:extLst>
          </p:cNvPr>
          <p:cNvCxnSpPr/>
          <p:nvPr/>
        </p:nvCxnSpPr>
        <p:spPr>
          <a:xfrm flipV="1">
            <a:off x="7864997" y="1303438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8B6713C-DD75-3830-402C-2E4076DB1B3E}"/>
              </a:ext>
            </a:extLst>
          </p:cNvPr>
          <p:cNvCxnSpPr>
            <a:cxnSpLocks/>
          </p:cNvCxnSpPr>
          <p:nvPr/>
        </p:nvCxnSpPr>
        <p:spPr>
          <a:xfrm flipH="1" flipV="1">
            <a:off x="7890397" y="2840886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3EEF9D-8B24-14C0-5853-560D7FD58C75}"/>
              </a:ext>
            </a:extLst>
          </p:cNvPr>
          <p:cNvCxnSpPr/>
          <p:nvPr/>
        </p:nvCxnSpPr>
        <p:spPr>
          <a:xfrm flipV="1">
            <a:off x="7768734" y="4788065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2033221-951E-8FD8-8515-11AF46834A10}"/>
              </a:ext>
            </a:extLst>
          </p:cNvPr>
          <p:cNvCxnSpPr>
            <a:cxnSpLocks/>
          </p:cNvCxnSpPr>
          <p:nvPr/>
        </p:nvCxnSpPr>
        <p:spPr>
          <a:xfrm flipH="1" flipV="1">
            <a:off x="7794134" y="6325513"/>
            <a:ext cx="792866" cy="792866"/>
          </a:xfrm>
          <a:prstGeom prst="line">
            <a:avLst/>
          </a:prstGeom>
          <a:ln>
            <a:solidFill>
              <a:srgbClr val="7270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A7FFCB9-56CA-E35B-34BC-DA9C05AE54F6}"/>
              </a:ext>
            </a:extLst>
          </p:cNvPr>
          <p:cNvCxnSpPr>
            <a:cxnSpLocks/>
          </p:cNvCxnSpPr>
          <p:nvPr/>
        </p:nvCxnSpPr>
        <p:spPr>
          <a:xfrm>
            <a:off x="9107805" y="1804770"/>
            <a:ext cx="0" cy="1205511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miter lim="800000"/>
            <a:headEnd type="triangle"/>
            <a:tailEnd type="triangle"/>
          </a:ln>
          <a:effectLst/>
        </p:spPr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437B217-9CE6-B5F4-BCAC-84BF704E0521}"/>
              </a:ext>
            </a:extLst>
          </p:cNvPr>
          <p:cNvGrpSpPr/>
          <p:nvPr/>
        </p:nvGrpSpPr>
        <p:grpSpPr>
          <a:xfrm>
            <a:off x="9543989" y="1484238"/>
            <a:ext cx="2415600" cy="1584046"/>
            <a:chOff x="1206737" y="3328082"/>
            <a:chExt cx="2415600" cy="158404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C231BDB-01E3-88FE-C507-02C9ABB445FA}"/>
                </a:ext>
              </a:extLst>
            </p:cNvPr>
            <p:cNvSpPr/>
            <p:nvPr/>
          </p:nvSpPr>
          <p:spPr>
            <a:xfrm>
              <a:off x="1206737" y="4572386"/>
              <a:ext cx="2415600" cy="339742"/>
            </a:xfrm>
            <a:prstGeom prst="rect">
              <a:avLst/>
            </a:prstGeom>
            <a:solidFill>
              <a:srgbClr val="727067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JP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2A7B598-0011-C976-4062-FA4618CB59E3}"/>
                </a:ext>
              </a:extLst>
            </p:cNvPr>
            <p:cNvSpPr/>
            <p:nvPr/>
          </p:nvSpPr>
          <p:spPr>
            <a:xfrm rot="5400000">
              <a:off x="2250529" y="3101027"/>
              <a:ext cx="328015" cy="2415600"/>
            </a:xfrm>
            <a:prstGeom prst="rect">
              <a:avLst/>
            </a:prstGeom>
            <a:solidFill>
              <a:srgbClr val="FFC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JP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3884DDD-69E4-BD9C-7DCC-4166886F5AB6}"/>
                </a:ext>
              </a:extLst>
            </p:cNvPr>
            <p:cNvSpPr/>
            <p:nvPr/>
          </p:nvSpPr>
          <p:spPr>
            <a:xfrm rot="5400000">
              <a:off x="2362169" y="3313302"/>
              <a:ext cx="104736" cy="2415600"/>
            </a:xfrm>
            <a:prstGeom prst="rect">
              <a:avLst/>
            </a:prstGeom>
            <a:solidFill>
              <a:srgbClr val="C0000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JP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08624FE-09CC-1A90-9B1A-E96B7E759034}"/>
                </a:ext>
              </a:extLst>
            </p:cNvPr>
            <p:cNvSpPr/>
            <p:nvPr/>
          </p:nvSpPr>
          <p:spPr>
            <a:xfrm rot="5400000">
              <a:off x="2250529" y="2693327"/>
              <a:ext cx="328015" cy="2415600"/>
            </a:xfrm>
            <a:prstGeom prst="rect">
              <a:avLst/>
            </a:prstGeom>
            <a:solidFill>
              <a:srgbClr val="C55911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JP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DA6E610-969B-6DEA-610D-BE15F4BE66CB}"/>
                </a:ext>
              </a:extLst>
            </p:cNvPr>
            <p:cNvSpPr/>
            <p:nvPr/>
          </p:nvSpPr>
          <p:spPr>
            <a:xfrm rot="5400000">
              <a:off x="2251062" y="2284823"/>
              <a:ext cx="328015" cy="2414534"/>
            </a:xfrm>
            <a:prstGeom prst="rect">
              <a:avLst/>
            </a:prstGeom>
            <a:solidFill>
              <a:srgbClr val="FFC000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JP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03F3BEB-7674-27D0-10AF-1581C0D99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529535" y="3906287"/>
              <a:ext cx="95238" cy="414286"/>
            </a:xfrm>
            <a:prstGeom prst="rect">
              <a:avLst/>
            </a:prstGeom>
            <a:effectLst>
              <a:glow rad="101600">
                <a:sysClr val="window" lastClr="FFFFFF">
                  <a:alpha val="60000"/>
                </a:sysClr>
              </a:glow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77D5F93F-63FF-941B-ACF5-4B8E8D129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532535" y="3473672"/>
              <a:ext cx="95238" cy="414286"/>
            </a:xfrm>
            <a:prstGeom prst="rect">
              <a:avLst/>
            </a:prstGeom>
            <a:effectLst>
              <a:glow rad="101600">
                <a:sysClr val="window" lastClr="FFFFFF">
                  <a:alpha val="60000"/>
                </a:sysClr>
              </a:glow>
            </a:effectLst>
          </p:spPr>
        </p:pic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E5AB6EB-CBCB-84A0-B31A-50761F793A22}"/>
                </a:ext>
              </a:extLst>
            </p:cNvPr>
            <p:cNvCxnSpPr>
              <a:cxnSpLocks/>
            </p:cNvCxnSpPr>
            <p:nvPr/>
          </p:nvCxnSpPr>
          <p:spPr>
            <a:xfrm>
              <a:off x="2127886" y="3587330"/>
              <a:ext cx="0" cy="533036"/>
            </a:xfrm>
            <a:prstGeom prst="line">
              <a:avLst/>
            </a:prstGeom>
            <a:noFill/>
            <a:ln w="76200" cap="flat" cmpd="sng" algn="ctr">
              <a:solidFill>
                <a:srgbClr val="E97132"/>
              </a:solidFill>
              <a:prstDash val="solid"/>
              <a:miter lim="800000"/>
              <a:tailEnd type="triangle"/>
            </a:ln>
            <a:effectLst>
              <a:glow rad="63500">
                <a:sysClr val="window" lastClr="FFFFFF">
                  <a:alpha val="40000"/>
                </a:sysClr>
              </a:glow>
            </a:effectLst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4C6974F-0D8C-0A6B-71AC-F7FE545F31A6}"/>
                </a:ext>
              </a:extLst>
            </p:cNvPr>
            <p:cNvCxnSpPr>
              <a:cxnSpLocks/>
            </p:cNvCxnSpPr>
            <p:nvPr/>
          </p:nvCxnSpPr>
          <p:spPr>
            <a:xfrm>
              <a:off x="2127886" y="4159040"/>
              <a:ext cx="0" cy="530994"/>
            </a:xfrm>
            <a:prstGeom prst="line">
              <a:avLst/>
            </a:prstGeom>
            <a:noFill/>
            <a:ln w="76200" cap="flat" cmpd="sng" algn="ctr">
              <a:solidFill>
                <a:srgbClr val="E97132"/>
              </a:solidFill>
              <a:prstDash val="solid"/>
              <a:miter lim="800000"/>
              <a:tailEnd type="triangle"/>
            </a:ln>
            <a:effectLst>
              <a:glow rad="63500">
                <a:sysClr val="window" lastClr="FFFFFF">
                  <a:alpha val="40000"/>
                </a:sysClr>
              </a:glow>
            </a:effectLst>
          </p:spPr>
        </p:cxn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4605516-97CD-EFAE-D4AE-8DF93C4E9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529535" y="4338902"/>
              <a:ext cx="95238" cy="414286"/>
            </a:xfrm>
            <a:prstGeom prst="rect">
              <a:avLst/>
            </a:prstGeom>
            <a:effectLst>
              <a:glow rad="101600">
                <a:sysClr val="window" lastClr="FFFFFF">
                  <a:alpha val="60000"/>
                </a:sysClr>
              </a:glow>
            </a:effectLst>
          </p:spPr>
        </p:pic>
      </p:grpSp>
      <p:sp>
        <p:nvSpPr>
          <p:cNvPr id="39" name="テキスト プレースホルダー 2">
            <a:extLst>
              <a:ext uri="{FF2B5EF4-FFF2-40B4-BE49-F238E27FC236}">
                <a16:creationId xmlns:a16="http://schemas.microsoft.com/office/drawing/2014/main" id="{ECA1EE62-A35D-6470-39D2-9EA6DB8D70FA}"/>
              </a:ext>
            </a:extLst>
          </p:cNvPr>
          <p:cNvSpPr txBox="1">
            <a:spLocks/>
          </p:cNvSpPr>
          <p:nvPr/>
        </p:nvSpPr>
        <p:spPr>
          <a:xfrm rot="5400000">
            <a:off x="8136050" y="2203794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High </a:t>
            </a:r>
            <a:r>
              <a:rPr kumimoji="1" lang="en-US" altLang="ja-JP" sz="18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8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800" b="1" i="0" u="sng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0" name="テキスト プレースホルダー 2">
            <a:extLst>
              <a:ext uri="{FF2B5EF4-FFF2-40B4-BE49-F238E27FC236}">
                <a16:creationId xmlns:a16="http://schemas.microsoft.com/office/drawing/2014/main" id="{42DF3E10-88F3-A7C0-6AEE-BFE036BB31DD}"/>
              </a:ext>
            </a:extLst>
          </p:cNvPr>
          <p:cNvSpPr txBox="1">
            <a:spLocks/>
          </p:cNvSpPr>
          <p:nvPr/>
        </p:nvSpPr>
        <p:spPr>
          <a:xfrm>
            <a:off x="8398016" y="1532785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inside</a:t>
            </a:r>
            <a:endParaRPr kumimoji="1" lang="en-US" altLang="ja-JP" sz="1400" b="1" i="0" u="sng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1" name="テキスト プレースホルダー 2">
            <a:extLst>
              <a:ext uri="{FF2B5EF4-FFF2-40B4-BE49-F238E27FC236}">
                <a16:creationId xmlns:a16="http://schemas.microsoft.com/office/drawing/2014/main" id="{C3D773ED-23CF-973B-900E-77C5AC998EFD}"/>
              </a:ext>
            </a:extLst>
          </p:cNvPr>
          <p:cNvSpPr txBox="1">
            <a:spLocks/>
          </p:cNvSpPr>
          <p:nvPr/>
        </p:nvSpPr>
        <p:spPr>
          <a:xfrm>
            <a:off x="8369366" y="3062729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ambient</a:t>
            </a:r>
            <a:endParaRPr kumimoji="1" lang="en-US" altLang="ja-JP" sz="1400" b="1" i="0" u="sng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BB9672E-BBCF-653C-2D78-B16333BD2569}"/>
              </a:ext>
            </a:extLst>
          </p:cNvPr>
          <p:cNvSpPr/>
          <p:nvPr/>
        </p:nvSpPr>
        <p:spPr>
          <a:xfrm>
            <a:off x="9557663" y="6244603"/>
            <a:ext cx="2416214" cy="339742"/>
          </a:xfrm>
          <a:prstGeom prst="rect">
            <a:avLst/>
          </a:prstGeom>
          <a:solidFill>
            <a:srgbClr val="727067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P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FB22647-2BA3-CF55-E6C4-011D980B00A2}"/>
              </a:ext>
            </a:extLst>
          </p:cNvPr>
          <p:cNvSpPr/>
          <p:nvPr/>
        </p:nvSpPr>
        <p:spPr>
          <a:xfrm rot="10800000">
            <a:off x="10392942" y="4986022"/>
            <a:ext cx="328015" cy="1156713"/>
          </a:xfrm>
          <a:prstGeom prst="rect">
            <a:avLst/>
          </a:prstGeom>
          <a:solidFill>
            <a:srgbClr val="C5591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P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A0C46E-F64E-5C46-A87B-F7C5CCBBBF32}"/>
              </a:ext>
            </a:extLst>
          </p:cNvPr>
          <p:cNvSpPr/>
          <p:nvPr/>
        </p:nvSpPr>
        <p:spPr>
          <a:xfrm rot="10800000">
            <a:off x="9975302" y="4983407"/>
            <a:ext cx="328015" cy="1156713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P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5D9DF46-0BA3-3FBD-1F5B-18B2174EC28F}"/>
              </a:ext>
            </a:extLst>
          </p:cNvPr>
          <p:cNvSpPr/>
          <p:nvPr/>
        </p:nvSpPr>
        <p:spPr>
          <a:xfrm rot="10800000">
            <a:off x="9557663" y="4984361"/>
            <a:ext cx="328014" cy="1158373"/>
          </a:xfrm>
          <a:prstGeom prst="rect">
            <a:avLst/>
          </a:prstGeom>
          <a:solidFill>
            <a:srgbClr val="C5591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P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5551C5-A334-238C-11A2-907E73804E1F}"/>
              </a:ext>
            </a:extLst>
          </p:cNvPr>
          <p:cNvSpPr/>
          <p:nvPr/>
        </p:nvSpPr>
        <p:spPr>
          <a:xfrm rot="5400000">
            <a:off x="10713401" y="4985212"/>
            <a:ext cx="104736" cy="2416216"/>
          </a:xfrm>
          <a:prstGeom prst="rect">
            <a:avLst/>
          </a:prstGeom>
          <a:solidFill>
            <a:srgbClr val="C00000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P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D73F053-0E61-21C2-C107-19AB396E801C}"/>
              </a:ext>
            </a:extLst>
          </p:cNvPr>
          <p:cNvSpPr/>
          <p:nvPr/>
        </p:nvSpPr>
        <p:spPr>
          <a:xfrm rot="10800000">
            <a:off x="11645862" y="4986022"/>
            <a:ext cx="328015" cy="1156713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P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22F05AA-31C8-17CA-E312-146A03A46015}"/>
              </a:ext>
            </a:extLst>
          </p:cNvPr>
          <p:cNvSpPr/>
          <p:nvPr/>
        </p:nvSpPr>
        <p:spPr>
          <a:xfrm rot="10800000">
            <a:off x="11228221" y="4986023"/>
            <a:ext cx="328015" cy="1156713"/>
          </a:xfrm>
          <a:prstGeom prst="rect">
            <a:avLst/>
          </a:prstGeom>
          <a:solidFill>
            <a:srgbClr val="C5591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P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B697EFD-1B59-0F14-A724-7DA57703F2D7}"/>
              </a:ext>
            </a:extLst>
          </p:cNvPr>
          <p:cNvSpPr/>
          <p:nvPr/>
        </p:nvSpPr>
        <p:spPr>
          <a:xfrm rot="10800000">
            <a:off x="10810582" y="4983533"/>
            <a:ext cx="328014" cy="1158373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P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423DE1-E561-229E-B4C3-8792336421F1}"/>
              </a:ext>
            </a:extLst>
          </p:cNvPr>
          <p:cNvGrpSpPr/>
          <p:nvPr/>
        </p:nvGrpSpPr>
        <p:grpSpPr>
          <a:xfrm>
            <a:off x="11344610" y="5842956"/>
            <a:ext cx="95238" cy="685425"/>
            <a:chOff x="2986319" y="1510853"/>
            <a:chExt cx="95238" cy="685425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3DD70D8-5972-7384-6482-D4E40D9F6266}"/>
                </a:ext>
              </a:extLst>
            </p:cNvPr>
            <p:cNvCxnSpPr>
              <a:cxnSpLocks/>
            </p:cNvCxnSpPr>
            <p:nvPr/>
          </p:nvCxnSpPr>
          <p:spPr>
            <a:xfrm>
              <a:off x="3024610" y="1510853"/>
              <a:ext cx="0" cy="685425"/>
            </a:xfrm>
            <a:prstGeom prst="line">
              <a:avLst/>
            </a:prstGeom>
            <a:noFill/>
            <a:ln w="76200" cap="flat" cmpd="sng" algn="ctr">
              <a:solidFill>
                <a:srgbClr val="E97132"/>
              </a:solidFill>
              <a:prstDash val="solid"/>
              <a:miter lim="800000"/>
              <a:tailEnd type="triangle"/>
            </a:ln>
            <a:effectLst/>
          </p:spPr>
        </p:cxn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541D45CB-57F0-E00B-9731-C8F3B78CC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986319" y="1619604"/>
              <a:ext cx="95238" cy="414286"/>
            </a:xfrm>
            <a:prstGeom prst="rect">
              <a:avLst/>
            </a:prstGeom>
            <a:effectLst>
              <a:glow rad="63500">
                <a:sysClr val="window" lastClr="FFFFFF">
                  <a:alpha val="40000"/>
                </a:sysClr>
              </a:glow>
            </a:effec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CA25F4E-170F-71F8-3CD8-A8095985F4CF}"/>
              </a:ext>
            </a:extLst>
          </p:cNvPr>
          <p:cNvGrpSpPr/>
          <p:nvPr/>
        </p:nvGrpSpPr>
        <p:grpSpPr>
          <a:xfrm>
            <a:off x="11762250" y="5842956"/>
            <a:ext cx="95238" cy="685425"/>
            <a:chOff x="3358072" y="1510853"/>
            <a:chExt cx="95238" cy="685425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32C75B7-9534-63D8-2AF3-87632CED1526}"/>
                </a:ext>
              </a:extLst>
            </p:cNvPr>
            <p:cNvCxnSpPr>
              <a:cxnSpLocks/>
            </p:cNvCxnSpPr>
            <p:nvPr/>
          </p:nvCxnSpPr>
          <p:spPr>
            <a:xfrm>
              <a:off x="3409285" y="1510853"/>
              <a:ext cx="0" cy="685425"/>
            </a:xfrm>
            <a:prstGeom prst="line">
              <a:avLst/>
            </a:prstGeom>
            <a:noFill/>
            <a:ln w="76200" cap="flat" cmpd="sng" algn="ctr">
              <a:solidFill>
                <a:srgbClr val="E97132"/>
              </a:solidFill>
              <a:prstDash val="solid"/>
              <a:miter lim="800000"/>
              <a:tailEnd type="triangle"/>
            </a:ln>
            <a:effectLst/>
          </p:spPr>
        </p:cxn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EA5DCF69-6328-3488-6A8A-C5A9D5443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358072" y="1619604"/>
              <a:ext cx="95238" cy="414286"/>
            </a:xfrm>
            <a:prstGeom prst="rect">
              <a:avLst/>
            </a:prstGeom>
            <a:effectLst>
              <a:glow rad="63500">
                <a:sysClr val="window" lastClr="FFFFFF">
                  <a:alpha val="40000"/>
                </a:sysClr>
              </a:glow>
            </a:effec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DAB0267-352D-E52E-5DC0-2FE281712C7C}"/>
              </a:ext>
            </a:extLst>
          </p:cNvPr>
          <p:cNvGrpSpPr/>
          <p:nvPr/>
        </p:nvGrpSpPr>
        <p:grpSpPr>
          <a:xfrm>
            <a:off x="10509330" y="5842956"/>
            <a:ext cx="95238" cy="685425"/>
            <a:chOff x="2092874" y="1510853"/>
            <a:chExt cx="95238" cy="685425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4547E02-90B8-455B-21D8-D5146A9809BA}"/>
                </a:ext>
              </a:extLst>
            </p:cNvPr>
            <p:cNvCxnSpPr>
              <a:cxnSpLocks/>
            </p:cNvCxnSpPr>
            <p:nvPr/>
          </p:nvCxnSpPr>
          <p:spPr>
            <a:xfrm>
              <a:off x="2140956" y="1510853"/>
              <a:ext cx="0" cy="685425"/>
            </a:xfrm>
            <a:prstGeom prst="line">
              <a:avLst/>
            </a:prstGeom>
            <a:noFill/>
            <a:ln w="76200" cap="flat" cmpd="sng" algn="ctr">
              <a:solidFill>
                <a:srgbClr val="E97132"/>
              </a:solidFill>
              <a:prstDash val="solid"/>
              <a:miter lim="800000"/>
              <a:tailEnd type="triangle"/>
            </a:ln>
            <a:effectLst/>
          </p:spPr>
        </p:cxn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958AFF61-3870-02E0-753D-28B60B3E2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092874" y="1619604"/>
              <a:ext cx="95238" cy="414286"/>
            </a:xfrm>
            <a:prstGeom prst="rect">
              <a:avLst/>
            </a:prstGeom>
            <a:effectLst>
              <a:glow rad="63500">
                <a:sysClr val="window" lastClr="FFFFFF">
                  <a:alpha val="40000"/>
                </a:sysClr>
              </a:glow>
            </a:effectLst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446B5BC-BCA0-D868-F769-D9B5FC62B182}"/>
              </a:ext>
            </a:extLst>
          </p:cNvPr>
          <p:cNvGrpSpPr/>
          <p:nvPr/>
        </p:nvGrpSpPr>
        <p:grpSpPr>
          <a:xfrm>
            <a:off x="10926970" y="5842956"/>
            <a:ext cx="95238" cy="685425"/>
            <a:chOff x="2540974" y="1510853"/>
            <a:chExt cx="95238" cy="685425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B7EC854-52D2-70AA-0D18-D82E81402F46}"/>
                </a:ext>
              </a:extLst>
            </p:cNvPr>
            <p:cNvCxnSpPr>
              <a:cxnSpLocks/>
            </p:cNvCxnSpPr>
            <p:nvPr/>
          </p:nvCxnSpPr>
          <p:spPr>
            <a:xfrm>
              <a:off x="2580207" y="1510853"/>
              <a:ext cx="0" cy="685425"/>
            </a:xfrm>
            <a:prstGeom prst="line">
              <a:avLst/>
            </a:prstGeom>
            <a:noFill/>
            <a:ln w="76200" cap="flat" cmpd="sng" algn="ctr">
              <a:solidFill>
                <a:srgbClr val="E97132"/>
              </a:solidFill>
              <a:prstDash val="solid"/>
              <a:miter lim="800000"/>
              <a:tailEnd type="triangle"/>
            </a:ln>
            <a:effectLst/>
          </p:spPr>
        </p:cxn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4174A2C0-5C5E-6795-68CD-7CD58EF52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540974" y="1619604"/>
              <a:ext cx="95238" cy="414286"/>
            </a:xfrm>
            <a:prstGeom prst="rect">
              <a:avLst/>
            </a:prstGeom>
            <a:effectLst>
              <a:glow rad="63500">
                <a:sysClr val="window" lastClr="FFFFFF">
                  <a:alpha val="40000"/>
                </a:sysClr>
              </a:glow>
            </a:effec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A997A78-9BFF-1418-F8CA-78AFB31A8BF9}"/>
              </a:ext>
            </a:extLst>
          </p:cNvPr>
          <p:cNvGrpSpPr/>
          <p:nvPr/>
        </p:nvGrpSpPr>
        <p:grpSpPr>
          <a:xfrm>
            <a:off x="9674050" y="5842956"/>
            <a:ext cx="95238" cy="685425"/>
            <a:chOff x="1259436" y="1510853"/>
            <a:chExt cx="95238" cy="685425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5078128-ED1D-E93E-61B0-CBED6434A381}"/>
                </a:ext>
              </a:extLst>
            </p:cNvPr>
            <p:cNvCxnSpPr>
              <a:cxnSpLocks/>
            </p:cNvCxnSpPr>
            <p:nvPr/>
          </p:nvCxnSpPr>
          <p:spPr>
            <a:xfrm>
              <a:off x="1309689" y="1510853"/>
              <a:ext cx="0" cy="685425"/>
            </a:xfrm>
            <a:prstGeom prst="line">
              <a:avLst/>
            </a:prstGeom>
            <a:noFill/>
            <a:ln w="76200" cap="flat" cmpd="sng" algn="ctr">
              <a:solidFill>
                <a:srgbClr val="E97132"/>
              </a:solidFill>
              <a:prstDash val="solid"/>
              <a:miter lim="800000"/>
              <a:tailEnd type="triangle"/>
            </a:ln>
            <a:effectLst/>
          </p:spPr>
        </p:cxn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0C44D44A-7BE1-0ED7-F0A2-3391D8B8F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59436" y="1619604"/>
              <a:ext cx="95238" cy="414286"/>
            </a:xfrm>
            <a:prstGeom prst="rect">
              <a:avLst/>
            </a:prstGeom>
            <a:effectLst>
              <a:glow rad="63500">
                <a:sysClr val="window" lastClr="FFFFFF">
                  <a:alpha val="40000"/>
                </a:sysClr>
              </a:glow>
            </a:effec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DB58361-0E69-D9BF-063D-FA7FF16552AB}"/>
              </a:ext>
            </a:extLst>
          </p:cNvPr>
          <p:cNvGrpSpPr/>
          <p:nvPr/>
        </p:nvGrpSpPr>
        <p:grpSpPr>
          <a:xfrm>
            <a:off x="10091690" y="5842956"/>
            <a:ext cx="95238" cy="685425"/>
            <a:chOff x="1652961" y="1510853"/>
            <a:chExt cx="95238" cy="685425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7903350-DDFE-7E40-2155-7C80EFDB6448}"/>
                </a:ext>
              </a:extLst>
            </p:cNvPr>
            <p:cNvCxnSpPr>
              <a:cxnSpLocks/>
            </p:cNvCxnSpPr>
            <p:nvPr/>
          </p:nvCxnSpPr>
          <p:spPr>
            <a:xfrm>
              <a:off x="1694365" y="1510853"/>
              <a:ext cx="0" cy="685425"/>
            </a:xfrm>
            <a:prstGeom prst="line">
              <a:avLst/>
            </a:prstGeom>
            <a:noFill/>
            <a:ln w="76200" cap="flat" cmpd="sng" algn="ctr">
              <a:solidFill>
                <a:srgbClr val="E97132"/>
              </a:solidFill>
              <a:prstDash val="solid"/>
              <a:miter lim="800000"/>
              <a:tailEnd type="triangle"/>
            </a:ln>
            <a:effectLst/>
          </p:spPr>
        </p:cxn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904BD906-E1FC-81BA-A01F-D74C9DC64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52961" y="1619604"/>
              <a:ext cx="95238" cy="414286"/>
            </a:xfrm>
            <a:prstGeom prst="rect">
              <a:avLst/>
            </a:prstGeom>
            <a:effectLst>
              <a:glow rad="63500">
                <a:sysClr val="window" lastClr="FFFFFF">
                  <a:alpha val="40000"/>
                </a:sysClr>
              </a:glow>
            </a:effectLst>
          </p:spPr>
        </p:pic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31B87C2-8A9F-5266-C0BB-BDE6C35CB037}"/>
              </a:ext>
            </a:extLst>
          </p:cNvPr>
          <p:cNvCxnSpPr>
            <a:cxnSpLocks/>
          </p:cNvCxnSpPr>
          <p:nvPr/>
        </p:nvCxnSpPr>
        <p:spPr>
          <a:xfrm>
            <a:off x="9147078" y="5304067"/>
            <a:ext cx="0" cy="1205511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911" name="テキスト プレースホルダー 2">
            <a:extLst>
              <a:ext uri="{FF2B5EF4-FFF2-40B4-BE49-F238E27FC236}">
                <a16:creationId xmlns:a16="http://schemas.microsoft.com/office/drawing/2014/main" id="{1F85F073-DCB4-83AB-1EAB-0BBB9F8827D6}"/>
              </a:ext>
            </a:extLst>
          </p:cNvPr>
          <p:cNvSpPr txBox="1">
            <a:spLocks/>
          </p:cNvSpPr>
          <p:nvPr/>
        </p:nvSpPr>
        <p:spPr>
          <a:xfrm rot="5400000">
            <a:off x="8175323" y="5766613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Low </a:t>
            </a:r>
            <a:r>
              <a:rPr kumimoji="1" lang="en-US" altLang="ja-JP" sz="18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8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800" b="1" i="0" u="sng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15" name="テキスト プレースホルダー 2">
            <a:extLst>
              <a:ext uri="{FF2B5EF4-FFF2-40B4-BE49-F238E27FC236}">
                <a16:creationId xmlns:a16="http://schemas.microsoft.com/office/drawing/2014/main" id="{E1572D4E-B24A-92D3-2025-B308DC34F97A}"/>
              </a:ext>
            </a:extLst>
          </p:cNvPr>
          <p:cNvSpPr txBox="1">
            <a:spLocks/>
          </p:cNvSpPr>
          <p:nvPr/>
        </p:nvSpPr>
        <p:spPr>
          <a:xfrm>
            <a:off x="8437289" y="5032082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inside</a:t>
            </a:r>
            <a:endParaRPr kumimoji="1" lang="en-US" altLang="ja-JP" sz="1400" b="1" i="0" u="sng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16" name="テキスト プレースホルダー 2">
            <a:extLst>
              <a:ext uri="{FF2B5EF4-FFF2-40B4-BE49-F238E27FC236}">
                <a16:creationId xmlns:a16="http://schemas.microsoft.com/office/drawing/2014/main" id="{E0097208-4FE0-971E-90A4-58B66D5F286B}"/>
              </a:ext>
            </a:extLst>
          </p:cNvPr>
          <p:cNvSpPr txBox="1">
            <a:spLocks/>
          </p:cNvSpPr>
          <p:nvPr/>
        </p:nvSpPr>
        <p:spPr>
          <a:xfrm>
            <a:off x="8408639" y="6562026"/>
            <a:ext cx="1420039" cy="360450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ambient</a:t>
            </a:r>
            <a:endParaRPr kumimoji="1" lang="en-US" altLang="ja-JP" sz="1400" b="1" i="0" u="sng" strike="noStrike" kern="1200" cap="none" spc="0" normalizeH="0" baseline="-2500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924" name="Group 923">
            <a:extLst>
              <a:ext uri="{FF2B5EF4-FFF2-40B4-BE49-F238E27FC236}">
                <a16:creationId xmlns:a16="http://schemas.microsoft.com/office/drawing/2014/main" id="{96DBAC63-0021-133B-DC07-63F18B01EE77}"/>
              </a:ext>
            </a:extLst>
          </p:cNvPr>
          <p:cNvGrpSpPr/>
          <p:nvPr/>
        </p:nvGrpSpPr>
        <p:grpSpPr>
          <a:xfrm>
            <a:off x="16359384" y="1361661"/>
            <a:ext cx="2818256" cy="1583979"/>
            <a:chOff x="4257840" y="4291619"/>
            <a:chExt cx="2818256" cy="1583979"/>
          </a:xfrm>
        </p:grpSpPr>
        <p:sp>
          <p:nvSpPr>
            <p:cNvPr id="925" name="Rectangle 924">
              <a:extLst>
                <a:ext uri="{FF2B5EF4-FFF2-40B4-BE49-F238E27FC236}">
                  <a16:creationId xmlns:a16="http://schemas.microsoft.com/office/drawing/2014/main" id="{E0E3364E-EE29-7FE4-5C75-479E934AB8A9}"/>
                </a:ext>
              </a:extLst>
            </p:cNvPr>
            <p:cNvSpPr/>
            <p:nvPr/>
          </p:nvSpPr>
          <p:spPr>
            <a:xfrm>
              <a:off x="4257842" y="5535856"/>
              <a:ext cx="2818254" cy="339742"/>
            </a:xfrm>
            <a:prstGeom prst="rect">
              <a:avLst/>
            </a:prstGeom>
            <a:solidFill>
              <a:srgbClr val="72706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solidFill>
                  <a:schemeClr val="tx1"/>
                </a:solidFill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926" name="Rectangle 925">
              <a:extLst>
                <a:ext uri="{FF2B5EF4-FFF2-40B4-BE49-F238E27FC236}">
                  <a16:creationId xmlns:a16="http://schemas.microsoft.com/office/drawing/2014/main" id="{8476283E-E279-9544-B234-B42BA103473C}"/>
                </a:ext>
              </a:extLst>
            </p:cNvPr>
            <p:cNvSpPr/>
            <p:nvPr/>
          </p:nvSpPr>
          <p:spPr>
            <a:xfrm rot="10800000">
              <a:off x="5253937" y="4869500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927" name="Rectangle 926">
              <a:extLst>
                <a:ext uri="{FF2B5EF4-FFF2-40B4-BE49-F238E27FC236}">
                  <a16:creationId xmlns:a16="http://schemas.microsoft.com/office/drawing/2014/main" id="{C25EA3BD-1FDC-6505-5EC4-0850115EA91C}"/>
                </a:ext>
              </a:extLst>
            </p:cNvPr>
            <p:cNvSpPr/>
            <p:nvPr/>
          </p:nvSpPr>
          <p:spPr>
            <a:xfrm rot="10800000">
              <a:off x="4755889" y="4866885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928" name="Rectangle 927">
              <a:extLst>
                <a:ext uri="{FF2B5EF4-FFF2-40B4-BE49-F238E27FC236}">
                  <a16:creationId xmlns:a16="http://schemas.microsoft.com/office/drawing/2014/main" id="{8D138C08-2654-4EA2-CC99-4E073CC507F4}"/>
                </a:ext>
              </a:extLst>
            </p:cNvPr>
            <p:cNvSpPr/>
            <p:nvPr/>
          </p:nvSpPr>
          <p:spPr>
            <a:xfrm rot="10800000">
              <a:off x="4257842" y="4291619"/>
              <a:ext cx="328014" cy="114236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929" name="Rectangle 928">
              <a:extLst>
                <a:ext uri="{FF2B5EF4-FFF2-40B4-BE49-F238E27FC236}">
                  <a16:creationId xmlns:a16="http://schemas.microsoft.com/office/drawing/2014/main" id="{16E69C05-90EC-793D-C167-4E0F6E797501}"/>
                </a:ext>
              </a:extLst>
            </p:cNvPr>
            <p:cNvSpPr/>
            <p:nvPr/>
          </p:nvSpPr>
          <p:spPr>
            <a:xfrm rot="5400000">
              <a:off x="5614600" y="4075445"/>
              <a:ext cx="104736" cy="2818256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930" name="Rectangle 929">
              <a:extLst>
                <a:ext uri="{FF2B5EF4-FFF2-40B4-BE49-F238E27FC236}">
                  <a16:creationId xmlns:a16="http://schemas.microsoft.com/office/drawing/2014/main" id="{3736B28A-F96A-15BE-1FFB-AE484F8F3370}"/>
                </a:ext>
              </a:extLst>
            </p:cNvPr>
            <p:cNvSpPr/>
            <p:nvPr/>
          </p:nvSpPr>
          <p:spPr>
            <a:xfrm rot="10800000">
              <a:off x="6748080" y="4869500"/>
              <a:ext cx="328015" cy="5644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931" name="Rectangle 930">
              <a:extLst>
                <a:ext uri="{FF2B5EF4-FFF2-40B4-BE49-F238E27FC236}">
                  <a16:creationId xmlns:a16="http://schemas.microsoft.com/office/drawing/2014/main" id="{724B0005-BB33-BBE1-8B8D-A0EF1528B9BF}"/>
                </a:ext>
              </a:extLst>
            </p:cNvPr>
            <p:cNvSpPr/>
            <p:nvPr/>
          </p:nvSpPr>
          <p:spPr>
            <a:xfrm rot="10800000">
              <a:off x="6250033" y="4869501"/>
              <a:ext cx="328015" cy="564488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sp>
          <p:nvSpPr>
            <p:cNvPr id="932" name="Rectangle 931">
              <a:extLst>
                <a:ext uri="{FF2B5EF4-FFF2-40B4-BE49-F238E27FC236}">
                  <a16:creationId xmlns:a16="http://schemas.microsoft.com/office/drawing/2014/main" id="{511C6C0C-A020-09CB-E251-C3CD1DAEC0E1}"/>
                </a:ext>
              </a:extLst>
            </p:cNvPr>
            <p:cNvSpPr/>
            <p:nvPr/>
          </p:nvSpPr>
          <p:spPr>
            <a:xfrm rot="10800000">
              <a:off x="5740403" y="4867861"/>
              <a:ext cx="328014" cy="56529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ea typeface="UD Digi Kyokasho NK" panose="02020400000000000000" pitchFamily="18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1146DB6C-452D-0468-DCD6-008A1712722D}"/>
                </a:ext>
              </a:extLst>
            </p:cNvPr>
            <p:cNvCxnSpPr>
              <a:cxnSpLocks/>
            </p:cNvCxnSpPr>
            <p:nvPr/>
          </p:nvCxnSpPr>
          <p:spPr>
            <a:xfrm>
              <a:off x="4435683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6FCFDA96-659F-6B5C-E0BB-8DC58FE68E4A}"/>
                </a:ext>
              </a:extLst>
            </p:cNvPr>
            <p:cNvCxnSpPr>
              <a:cxnSpLocks/>
            </p:cNvCxnSpPr>
            <p:nvPr/>
          </p:nvCxnSpPr>
          <p:spPr>
            <a:xfrm>
              <a:off x="4929897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FB759C7B-E3B3-3286-7785-928F92F31F72}"/>
                </a:ext>
              </a:extLst>
            </p:cNvPr>
            <p:cNvCxnSpPr>
              <a:cxnSpLocks/>
            </p:cNvCxnSpPr>
            <p:nvPr/>
          </p:nvCxnSpPr>
          <p:spPr>
            <a:xfrm>
              <a:off x="5424112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935">
              <a:extLst>
                <a:ext uri="{FF2B5EF4-FFF2-40B4-BE49-F238E27FC236}">
                  <a16:creationId xmlns:a16="http://schemas.microsoft.com/office/drawing/2014/main" id="{AB8103A5-0630-5177-AE29-BD7311AB5368}"/>
                </a:ext>
              </a:extLst>
            </p:cNvPr>
            <p:cNvCxnSpPr>
              <a:cxnSpLocks/>
            </p:cNvCxnSpPr>
            <p:nvPr/>
          </p:nvCxnSpPr>
          <p:spPr>
            <a:xfrm>
              <a:off x="5918326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798137BB-CCFD-5E7E-C198-2641E35BFBB4}"/>
                </a:ext>
              </a:extLst>
            </p:cNvPr>
            <p:cNvCxnSpPr>
              <a:cxnSpLocks/>
            </p:cNvCxnSpPr>
            <p:nvPr/>
          </p:nvCxnSpPr>
          <p:spPr>
            <a:xfrm>
              <a:off x="6412541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1D2E6B79-C849-5966-1CFD-159096FB26F5}"/>
                </a:ext>
              </a:extLst>
            </p:cNvPr>
            <p:cNvCxnSpPr>
              <a:cxnSpLocks/>
            </p:cNvCxnSpPr>
            <p:nvPr/>
          </p:nvCxnSpPr>
          <p:spPr>
            <a:xfrm>
              <a:off x="6906754" y="5134209"/>
              <a:ext cx="0" cy="685425"/>
            </a:xfrm>
            <a:prstGeom prst="line">
              <a:avLst/>
            </a:prstGeom>
            <a:ln w="7620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39" name="Picture 938">
              <a:extLst>
                <a:ext uri="{FF2B5EF4-FFF2-40B4-BE49-F238E27FC236}">
                  <a16:creationId xmlns:a16="http://schemas.microsoft.com/office/drawing/2014/main" id="{ECA19E79-A38B-B261-48F7-E44E1EEE3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37425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940" name="Picture 939">
              <a:extLst>
                <a:ext uri="{FF2B5EF4-FFF2-40B4-BE49-F238E27FC236}">
                  <a16:creationId xmlns:a16="http://schemas.microsoft.com/office/drawing/2014/main" id="{E89313A8-51C0-80BE-FECB-B4BCD63A4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55541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941" name="Picture 940">
              <a:extLst>
                <a:ext uri="{FF2B5EF4-FFF2-40B4-BE49-F238E27FC236}">
                  <a16:creationId xmlns:a16="http://schemas.microsoft.com/office/drawing/2014/main" id="{A4E1176B-00F8-5957-92E1-16547409A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760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942" name="Picture 941">
              <a:extLst>
                <a:ext uri="{FF2B5EF4-FFF2-40B4-BE49-F238E27FC236}">
                  <a16:creationId xmlns:a16="http://schemas.microsoft.com/office/drawing/2014/main" id="{C74B3AAB-F257-AE89-6C45-FE869F67B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790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943" name="Picture 942">
              <a:extLst>
                <a:ext uri="{FF2B5EF4-FFF2-40B4-BE49-F238E27FC236}">
                  <a16:creationId xmlns:a16="http://schemas.microsoft.com/office/drawing/2014/main" id="{0EAA1B67-543E-6DBD-AAB3-8B9FFE091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85430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  <p:pic>
          <p:nvPicPr>
            <p:cNvPr id="944" name="Picture 943">
              <a:extLst>
                <a:ext uri="{FF2B5EF4-FFF2-40B4-BE49-F238E27FC236}">
                  <a16:creationId xmlns:a16="http://schemas.microsoft.com/office/drawing/2014/main" id="{F9A9D084-389D-9691-B663-462C820C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88493" y="5242960"/>
              <a:ext cx="95238" cy="414286"/>
            </a:xfrm>
            <a:prstGeom prst="rect">
              <a:avLst/>
            </a:prstGeom>
            <a:effectLst>
              <a:glow rad="63500">
                <a:schemeClr val="bg1">
                  <a:alpha val="40000"/>
                </a:schemeClr>
              </a:glow>
            </a:effectLst>
          </p:spPr>
        </p:pic>
      </p:grpSp>
      <p:sp>
        <p:nvSpPr>
          <p:cNvPr id="949" name="テキスト プレースホルダー 2">
            <a:extLst>
              <a:ext uri="{FF2B5EF4-FFF2-40B4-BE49-F238E27FC236}">
                <a16:creationId xmlns:a16="http://schemas.microsoft.com/office/drawing/2014/main" id="{C58F65AA-DA5D-0E71-A0D9-B93B40C802C5}"/>
              </a:ext>
            </a:extLst>
          </p:cNvPr>
          <p:cNvSpPr txBox="1">
            <a:spLocks/>
          </p:cNvSpPr>
          <p:nvPr/>
        </p:nvSpPr>
        <p:spPr>
          <a:xfrm>
            <a:off x="9587366" y="1957889"/>
            <a:ext cx="782120" cy="316968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Heat flow</a:t>
            </a:r>
            <a:endParaRPr kumimoji="1" lang="en-US" altLang="ja-JP" sz="1000" b="1" i="0" u="sng" strike="noStrike" kern="1200" cap="none" spc="0" normalizeH="0" baseline="-2500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50" name="テキスト プレースホルダー 2">
            <a:extLst>
              <a:ext uri="{FF2B5EF4-FFF2-40B4-BE49-F238E27FC236}">
                <a16:creationId xmlns:a16="http://schemas.microsoft.com/office/drawing/2014/main" id="{EAA51DEA-B203-6CF4-8C2C-112B06C4E3F8}"/>
              </a:ext>
            </a:extLst>
          </p:cNvPr>
          <p:cNvSpPr txBox="1">
            <a:spLocks/>
          </p:cNvSpPr>
          <p:nvPr/>
        </p:nvSpPr>
        <p:spPr>
          <a:xfrm>
            <a:off x="10343081" y="6588167"/>
            <a:ext cx="782120" cy="316968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Heat flow</a:t>
            </a:r>
            <a:endParaRPr kumimoji="1" lang="en-US" altLang="ja-JP" sz="1000" b="1" i="0" u="sng" strike="noStrike" kern="1200" cap="none" spc="0" normalizeH="0" baseline="-2500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52" name="テキスト プレースホルダー 2">
            <a:extLst>
              <a:ext uri="{FF2B5EF4-FFF2-40B4-BE49-F238E27FC236}">
                <a16:creationId xmlns:a16="http://schemas.microsoft.com/office/drawing/2014/main" id="{2F618527-0EEF-5950-64FC-A8F803F58AA9}"/>
              </a:ext>
            </a:extLst>
          </p:cNvPr>
          <p:cNvSpPr txBox="1">
            <a:spLocks/>
          </p:cNvSpPr>
          <p:nvPr/>
        </p:nvSpPr>
        <p:spPr>
          <a:xfrm>
            <a:off x="10699805" y="1962909"/>
            <a:ext cx="782120" cy="316968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0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000" b="0" u="none" strike="noStrike" kern="1200" cap="none" spc="0" normalizeH="0" baseline="-250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000" b="1" i="1" u="sng" strike="noStrike" kern="1200" cap="none" spc="0" normalizeH="0" baseline="-2500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54" name="テキスト プレースホルダー 2">
            <a:extLst>
              <a:ext uri="{FF2B5EF4-FFF2-40B4-BE49-F238E27FC236}">
                <a16:creationId xmlns:a16="http://schemas.microsoft.com/office/drawing/2014/main" id="{83276550-DCD7-38F0-5D73-9D3CF34150B4}"/>
              </a:ext>
            </a:extLst>
          </p:cNvPr>
          <p:cNvSpPr txBox="1">
            <a:spLocks/>
          </p:cNvSpPr>
          <p:nvPr/>
        </p:nvSpPr>
        <p:spPr>
          <a:xfrm>
            <a:off x="10695130" y="1554327"/>
            <a:ext cx="782120" cy="316968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0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000" b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000" b="1" i="1" u="sng" strike="noStrike" kern="1200" cap="none" spc="0" normalizeH="0" baseline="-2500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55" name="テキスト プレースホルダー 2">
            <a:extLst>
              <a:ext uri="{FF2B5EF4-FFF2-40B4-BE49-F238E27FC236}">
                <a16:creationId xmlns:a16="http://schemas.microsoft.com/office/drawing/2014/main" id="{6F1C8008-97B9-2D60-BD77-09C3298C0794}"/>
              </a:ext>
            </a:extLst>
          </p:cNvPr>
          <p:cNvSpPr txBox="1">
            <a:spLocks/>
          </p:cNvSpPr>
          <p:nvPr/>
        </p:nvSpPr>
        <p:spPr>
          <a:xfrm>
            <a:off x="10724114" y="2418669"/>
            <a:ext cx="782120" cy="316968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0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000" b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000" b="1" i="1" u="sng" strike="noStrike" kern="1200" cap="none" spc="0" normalizeH="0" baseline="-2500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56" name="テキスト プレースホルダー 2">
            <a:extLst>
              <a:ext uri="{FF2B5EF4-FFF2-40B4-BE49-F238E27FC236}">
                <a16:creationId xmlns:a16="http://schemas.microsoft.com/office/drawing/2014/main" id="{58746028-875E-4D7D-1B6D-9EA3E9C191B6}"/>
              </a:ext>
            </a:extLst>
          </p:cNvPr>
          <p:cNvSpPr txBox="1">
            <a:spLocks/>
          </p:cNvSpPr>
          <p:nvPr/>
        </p:nvSpPr>
        <p:spPr>
          <a:xfrm>
            <a:off x="11416860" y="5593177"/>
            <a:ext cx="782120" cy="316968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0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000" b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000" b="1" i="1" u="sng" strike="noStrike" kern="1200" cap="none" spc="0" normalizeH="0" baseline="-2500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57" name="テキスト プレースホルダー 2">
            <a:extLst>
              <a:ext uri="{FF2B5EF4-FFF2-40B4-BE49-F238E27FC236}">
                <a16:creationId xmlns:a16="http://schemas.microsoft.com/office/drawing/2014/main" id="{D31B43C3-0166-CEDB-4753-7C79FD3D4841}"/>
              </a:ext>
            </a:extLst>
          </p:cNvPr>
          <p:cNvSpPr txBox="1">
            <a:spLocks/>
          </p:cNvSpPr>
          <p:nvPr/>
        </p:nvSpPr>
        <p:spPr>
          <a:xfrm>
            <a:off x="10578079" y="5593177"/>
            <a:ext cx="782120" cy="316968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0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000" b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000" b="1" i="1" u="sng" strike="noStrike" kern="1200" cap="none" spc="0" normalizeH="0" baseline="-2500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58" name="テキスト プレースホルダー 2">
            <a:extLst>
              <a:ext uri="{FF2B5EF4-FFF2-40B4-BE49-F238E27FC236}">
                <a16:creationId xmlns:a16="http://schemas.microsoft.com/office/drawing/2014/main" id="{59D926A2-8CA7-C9C7-3973-29B7A3CDF360}"/>
              </a:ext>
            </a:extLst>
          </p:cNvPr>
          <p:cNvSpPr txBox="1">
            <a:spLocks/>
          </p:cNvSpPr>
          <p:nvPr/>
        </p:nvSpPr>
        <p:spPr>
          <a:xfrm>
            <a:off x="9735248" y="5593177"/>
            <a:ext cx="782120" cy="316968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0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000" b="0" u="none" strike="noStrike" kern="120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000" b="1" i="1" u="sng" strike="noStrike" kern="1200" cap="none" spc="0" normalizeH="0" baseline="-2500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59" name="テキスト プレースホルダー 2">
            <a:extLst>
              <a:ext uri="{FF2B5EF4-FFF2-40B4-BE49-F238E27FC236}">
                <a16:creationId xmlns:a16="http://schemas.microsoft.com/office/drawing/2014/main" id="{08F5DB02-33A6-62CA-70A3-91E281D22D64}"/>
              </a:ext>
            </a:extLst>
          </p:cNvPr>
          <p:cNvSpPr txBox="1">
            <a:spLocks/>
          </p:cNvSpPr>
          <p:nvPr/>
        </p:nvSpPr>
        <p:spPr>
          <a:xfrm>
            <a:off x="10988128" y="5593177"/>
            <a:ext cx="782120" cy="316968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0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000" b="0" u="none" strike="noStrike" kern="1200" cap="none" spc="0" normalizeH="0" baseline="-250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000" b="1" i="1" u="sng" strike="noStrike" kern="1200" cap="none" spc="0" normalizeH="0" baseline="-2500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8" name="テキスト プレースホルダー 2">
            <a:extLst>
              <a:ext uri="{FF2B5EF4-FFF2-40B4-BE49-F238E27FC236}">
                <a16:creationId xmlns:a16="http://schemas.microsoft.com/office/drawing/2014/main" id="{A4F7A909-2529-6922-EC31-AB2EFC24BCBD}"/>
              </a:ext>
            </a:extLst>
          </p:cNvPr>
          <p:cNvSpPr txBox="1">
            <a:spLocks/>
          </p:cNvSpPr>
          <p:nvPr/>
        </p:nvSpPr>
        <p:spPr>
          <a:xfrm>
            <a:off x="10170556" y="5593272"/>
            <a:ext cx="782120" cy="316968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0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000" b="0" u="none" strike="noStrike" kern="1200" cap="none" spc="0" normalizeH="0" baseline="-250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000" b="1" i="1" u="sng" strike="noStrike" kern="1200" cap="none" spc="0" normalizeH="0" baseline="-2500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449" name="テキスト プレースホルダー 2">
            <a:extLst>
              <a:ext uri="{FF2B5EF4-FFF2-40B4-BE49-F238E27FC236}">
                <a16:creationId xmlns:a16="http://schemas.microsoft.com/office/drawing/2014/main" id="{11A2145D-AA45-4E9C-6E43-1B65F9E6911E}"/>
              </a:ext>
            </a:extLst>
          </p:cNvPr>
          <p:cNvSpPr txBox="1">
            <a:spLocks/>
          </p:cNvSpPr>
          <p:nvPr/>
        </p:nvSpPr>
        <p:spPr>
          <a:xfrm>
            <a:off x="9332777" y="5593177"/>
            <a:ext cx="782120" cy="316968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0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</a:t>
            </a:r>
            <a:r>
              <a:rPr kumimoji="1" lang="en-US" altLang="ja-JP" sz="1000" b="0" u="none" strike="noStrike" kern="1200" cap="none" spc="0" normalizeH="0" baseline="-2500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</a:t>
            </a:r>
            <a:endParaRPr kumimoji="1" lang="en-US" altLang="ja-JP" sz="1000" b="1" i="1" u="sng" strike="noStrike" kern="1200" cap="none" spc="0" normalizeH="0" baseline="-2500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9377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B5D5F-AD29-85AD-FF78-6392504B3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blue rectangular object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F975A1AD-1293-0AC6-AC68-FFA245774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0" t="19241" r="74622" b="20824"/>
          <a:stretch>
            <a:fillRect/>
          </a:stretch>
        </p:blipFill>
        <p:spPr>
          <a:xfrm>
            <a:off x="-4333779" y="15660203"/>
            <a:ext cx="1948438" cy="5520313"/>
          </a:xfrm>
          <a:prstGeom prst="rect">
            <a:avLst/>
          </a:prstGeom>
        </p:spPr>
      </p:pic>
      <p:pic>
        <p:nvPicPr>
          <p:cNvPr id="276" name="Picture 275" descr="A green rectangular object with blue and green squares&#10;&#10;AI-generated content may be incorrect.">
            <a:extLst>
              <a:ext uri="{FF2B5EF4-FFF2-40B4-BE49-F238E27FC236}">
                <a16:creationId xmlns:a16="http://schemas.microsoft.com/office/drawing/2014/main" id="{4C93E38D-DAC2-A2DB-3A0C-B49C8C1E00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36" t="4714" r="17915" b="3752"/>
          <a:stretch>
            <a:fillRect/>
          </a:stretch>
        </p:blipFill>
        <p:spPr>
          <a:xfrm flipH="1">
            <a:off x="11980807" y="19685215"/>
            <a:ext cx="3409910" cy="2879053"/>
          </a:xfrm>
          <a:prstGeom prst="rect">
            <a:avLst/>
          </a:prstGeom>
        </p:spPr>
      </p:pic>
      <p:pic>
        <p:nvPicPr>
          <p:cNvPr id="278" name="Picture 277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9665DC43-5050-D7E7-4553-A4E0F054AC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37" t="4275" r="15025" b="4900"/>
          <a:stretch>
            <a:fillRect/>
          </a:stretch>
        </p:blipFill>
        <p:spPr>
          <a:xfrm flipH="1">
            <a:off x="5577786" y="19714946"/>
            <a:ext cx="3644909" cy="2817005"/>
          </a:xfrm>
          <a:prstGeom prst="rect">
            <a:avLst/>
          </a:prstGeom>
        </p:spPr>
      </p:pic>
      <p:pic>
        <p:nvPicPr>
          <p:cNvPr id="280" name="Picture 279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E1E4F82D-2869-3903-8317-DCD59EF476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7" t="4985" r="13918" b="4837"/>
          <a:stretch>
            <a:fillRect/>
          </a:stretch>
        </p:blipFill>
        <p:spPr>
          <a:xfrm flipH="1">
            <a:off x="-1587808" y="19752395"/>
            <a:ext cx="3806596" cy="2811873"/>
          </a:xfrm>
          <a:prstGeom prst="rect">
            <a:avLst/>
          </a:prstGeom>
        </p:spPr>
      </p:pic>
      <p:pic>
        <p:nvPicPr>
          <p:cNvPr id="274" name="Picture 273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DA1A73F5-3831-639B-BD43-C5129A6663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3" t="4905" r="15039" b="4461"/>
          <a:stretch>
            <a:fillRect/>
          </a:stretch>
        </p:blipFill>
        <p:spPr>
          <a:xfrm flipH="1">
            <a:off x="5634328" y="13460359"/>
            <a:ext cx="3705211" cy="2860870"/>
          </a:xfrm>
          <a:prstGeom prst="rect">
            <a:avLst/>
          </a:prstGeom>
        </p:spPr>
      </p:pic>
      <p:pic>
        <p:nvPicPr>
          <p:cNvPr id="282" name="Picture 281" descr="A green and blue rectangle with black lines&#10;&#10;AI-generated content may be incorrect.">
            <a:extLst>
              <a:ext uri="{FF2B5EF4-FFF2-40B4-BE49-F238E27FC236}">
                <a16:creationId xmlns:a16="http://schemas.microsoft.com/office/drawing/2014/main" id="{493FFB9A-30DA-DE27-12FF-458123C887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05" t="29437" r="11664" b="33103"/>
          <a:stretch>
            <a:fillRect/>
          </a:stretch>
        </p:blipFill>
        <p:spPr>
          <a:xfrm>
            <a:off x="1102096" y="21870817"/>
            <a:ext cx="1371430" cy="1015661"/>
          </a:xfrm>
          <a:prstGeom prst="rect">
            <a:avLst/>
          </a:prstGeom>
        </p:spPr>
      </p:pic>
      <p:pic>
        <p:nvPicPr>
          <p:cNvPr id="272" name="Picture 271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6AE49B65-1DB7-A50A-363E-3D9C4667E4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1" t="5026" r="16263" b="5026"/>
          <a:stretch>
            <a:fillRect/>
          </a:stretch>
        </p:blipFill>
        <p:spPr>
          <a:xfrm flipH="1">
            <a:off x="12220009" y="13514663"/>
            <a:ext cx="3569133" cy="2817004"/>
          </a:xfrm>
          <a:prstGeom prst="rect">
            <a:avLst/>
          </a:prstGeom>
        </p:spPr>
      </p:pic>
      <p:pic>
        <p:nvPicPr>
          <p:cNvPr id="268" name="Picture 267" descr="A blue box with black lines&#10;&#10;AI-generated content may be incorrect.">
            <a:extLst>
              <a:ext uri="{FF2B5EF4-FFF2-40B4-BE49-F238E27FC236}">
                <a16:creationId xmlns:a16="http://schemas.microsoft.com/office/drawing/2014/main" id="{1576F966-4B8F-5EE6-E772-F7EF0CB318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5" t="5025" r="12916" b="5025"/>
          <a:stretch>
            <a:fillRect/>
          </a:stretch>
        </p:blipFill>
        <p:spPr>
          <a:xfrm flipH="1">
            <a:off x="-1643807" y="13616433"/>
            <a:ext cx="3678636" cy="2655213"/>
          </a:xfrm>
          <a:prstGeom prst="rect">
            <a:avLst/>
          </a:prstGeom>
        </p:spPr>
      </p:pic>
      <p:pic>
        <p:nvPicPr>
          <p:cNvPr id="59" name="Picture 58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2C7CFF61-934A-68AF-1444-B935385D1D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92" t="4638" r="20459" b="4985"/>
          <a:stretch>
            <a:fillRect/>
          </a:stretch>
        </p:blipFill>
        <p:spPr>
          <a:xfrm flipH="1">
            <a:off x="12127276" y="1734303"/>
            <a:ext cx="3521840" cy="2834123"/>
          </a:xfrm>
          <a:prstGeom prst="rect">
            <a:avLst/>
          </a:prstGeom>
        </p:spPr>
      </p:pic>
      <p:pic>
        <p:nvPicPr>
          <p:cNvPr id="65" name="Picture 64" descr="A blue rectangle with red and black lines&#10;&#10;AI-generated content may be incorrect.">
            <a:extLst>
              <a:ext uri="{FF2B5EF4-FFF2-40B4-BE49-F238E27FC236}">
                <a16:creationId xmlns:a16="http://schemas.microsoft.com/office/drawing/2014/main" id="{430572CC-AD97-FB35-DE50-AF32E8BF58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22" t="20211" r="6970" b="20028"/>
          <a:stretch>
            <a:fillRect/>
          </a:stretch>
        </p:blipFill>
        <p:spPr>
          <a:xfrm>
            <a:off x="14189138" y="4211629"/>
            <a:ext cx="977553" cy="1218236"/>
          </a:xfrm>
          <a:prstGeom prst="rect">
            <a:avLst/>
          </a:prstGeom>
        </p:spPr>
      </p:pic>
      <p:pic>
        <p:nvPicPr>
          <p:cNvPr id="57" name="Picture 56" descr="A blue rectangular object with a black line&#10;&#10;AI-generated content may be incorrect.">
            <a:extLst>
              <a:ext uri="{FF2B5EF4-FFF2-40B4-BE49-F238E27FC236}">
                <a16:creationId xmlns:a16="http://schemas.microsoft.com/office/drawing/2014/main" id="{8ED3C3FC-59D0-E3FB-822F-40EDFBCC67E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4" t="4276" r="19491" b="5228"/>
          <a:stretch>
            <a:fillRect/>
          </a:stretch>
        </p:blipFill>
        <p:spPr>
          <a:xfrm flipH="1">
            <a:off x="5765244" y="1676416"/>
            <a:ext cx="3617035" cy="2817003"/>
          </a:xfrm>
          <a:prstGeom prst="rect">
            <a:avLst/>
          </a:prstGeom>
        </p:spPr>
      </p:pic>
      <p:pic>
        <p:nvPicPr>
          <p:cNvPr id="55" name="Picture 54" descr="A blu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FDE29B55-BABE-98C6-585F-050FFABCE15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0" t="4757" r="17380" b="5000"/>
          <a:stretch>
            <a:fillRect/>
          </a:stretch>
        </p:blipFill>
        <p:spPr>
          <a:xfrm flipH="1">
            <a:off x="-1626110" y="1734303"/>
            <a:ext cx="3731141" cy="2723156"/>
          </a:xfrm>
          <a:prstGeom prst="rect">
            <a:avLst/>
          </a:prstGeom>
        </p:spPr>
      </p:pic>
      <p:pic>
        <p:nvPicPr>
          <p:cNvPr id="34" name="Picture 33" descr="A blue rectangular object with green and yellow stripes&#10;&#10;AI-generated content may be incorrect.">
            <a:extLst>
              <a:ext uri="{FF2B5EF4-FFF2-40B4-BE49-F238E27FC236}">
                <a16:creationId xmlns:a16="http://schemas.microsoft.com/office/drawing/2014/main" id="{6A3D64EC-40B3-0BC4-6DBE-A7E97864541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7" t="4804" r="13420" b="4802"/>
          <a:stretch>
            <a:fillRect/>
          </a:stretch>
        </p:blipFill>
        <p:spPr>
          <a:xfrm flipH="1">
            <a:off x="-1526309" y="7980718"/>
            <a:ext cx="3672697" cy="2694942"/>
          </a:xfrm>
          <a:prstGeom prst="rect">
            <a:avLst/>
          </a:prstGeom>
        </p:spPr>
      </p:pic>
      <p:pic>
        <p:nvPicPr>
          <p:cNvPr id="38" name="Picture 37" descr="A blue rectangular object with a yellow center&#10;&#10;AI-generated content may be incorrect.">
            <a:extLst>
              <a:ext uri="{FF2B5EF4-FFF2-40B4-BE49-F238E27FC236}">
                <a16:creationId xmlns:a16="http://schemas.microsoft.com/office/drawing/2014/main" id="{CB3E3555-53C2-C356-E34F-688B01E9E43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6" t="4115" r="15243" b="4798"/>
          <a:stretch>
            <a:fillRect/>
          </a:stretch>
        </p:blipFill>
        <p:spPr>
          <a:xfrm flipH="1">
            <a:off x="5548657" y="7760422"/>
            <a:ext cx="3656636" cy="2906320"/>
          </a:xfrm>
          <a:prstGeom prst="rect">
            <a:avLst/>
          </a:prstGeom>
        </p:spPr>
      </p:pic>
      <p:pic>
        <p:nvPicPr>
          <p:cNvPr id="51" name="Picture 50" descr="A blue and green rectangles&#10;&#10;AI-generated content may be incorrect.">
            <a:extLst>
              <a:ext uri="{FF2B5EF4-FFF2-40B4-BE49-F238E27FC236}">
                <a16:creationId xmlns:a16="http://schemas.microsoft.com/office/drawing/2014/main" id="{10883DE0-22B5-FE70-CF39-EE054543C48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7" t="12693" r="5134" b="12618"/>
          <a:stretch>
            <a:fillRect/>
          </a:stretch>
        </p:blipFill>
        <p:spPr>
          <a:xfrm>
            <a:off x="8449122" y="9999415"/>
            <a:ext cx="1114713" cy="1086359"/>
          </a:xfrm>
          <a:prstGeom prst="rect">
            <a:avLst/>
          </a:prstGeom>
        </p:spPr>
      </p:pic>
      <p:pic>
        <p:nvPicPr>
          <p:cNvPr id="3" name="Picture 2" descr="A blue and green rectangular object&#10;&#10;AI-generated content may be incorrect.">
            <a:extLst>
              <a:ext uri="{FF2B5EF4-FFF2-40B4-BE49-F238E27FC236}">
                <a16:creationId xmlns:a16="http://schemas.microsoft.com/office/drawing/2014/main" id="{177D1D8E-A892-3104-5EE2-4C7DF755F2B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3" t="5236" r="17866" b="4681"/>
          <a:stretch>
            <a:fillRect/>
          </a:stretch>
        </p:blipFill>
        <p:spPr>
          <a:xfrm flipH="1">
            <a:off x="12105758" y="7744454"/>
            <a:ext cx="3449542" cy="2860870"/>
          </a:xfrm>
          <a:prstGeom prst="rect">
            <a:avLst/>
          </a:prstGeom>
        </p:spPr>
      </p:pic>
      <p:pic>
        <p:nvPicPr>
          <p:cNvPr id="45" name="Picture 44" descr="A green and yellow squares&#10;&#10;AI-generated content may be incorrect.">
            <a:extLst>
              <a:ext uri="{FF2B5EF4-FFF2-40B4-BE49-F238E27FC236}">
                <a16:creationId xmlns:a16="http://schemas.microsoft.com/office/drawing/2014/main" id="{80948D3C-B379-2F29-FCCE-21B4A0BCB63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63" t="7068" r="11427" b="15154"/>
          <a:stretch>
            <a:fillRect/>
          </a:stretch>
        </p:blipFill>
        <p:spPr>
          <a:xfrm>
            <a:off x="14722390" y="9978946"/>
            <a:ext cx="916908" cy="1208729"/>
          </a:xfrm>
          <a:prstGeom prst="rect">
            <a:avLst/>
          </a:prstGeom>
        </p:spPr>
      </p:pic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EBF8EA10-A303-C9AF-4D46-7A89AC6AB111}"/>
              </a:ext>
            </a:extLst>
          </p:cNvPr>
          <p:cNvSpPr txBox="1">
            <a:spLocks/>
          </p:cNvSpPr>
          <p:nvPr/>
        </p:nvSpPr>
        <p:spPr>
          <a:xfrm>
            <a:off x="-780104" y="978910"/>
            <a:ext cx="9461115" cy="447422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32EF2C-3116-B0DB-93B7-1660B3582F2B}"/>
              </a:ext>
            </a:extLst>
          </p:cNvPr>
          <p:cNvSpPr txBox="1"/>
          <p:nvPr/>
        </p:nvSpPr>
        <p:spPr>
          <a:xfrm>
            <a:off x="7843527" y="388127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ounded Rectangle 6">
                <a:extLst>
                  <a:ext uri="{FF2B5EF4-FFF2-40B4-BE49-F238E27FC236}">
                    <a16:creationId xmlns:a16="http://schemas.microsoft.com/office/drawing/2014/main" id="{F5128E62-64B0-2E11-E751-95E5338DFFC4}"/>
                  </a:ext>
                </a:extLst>
              </p:cNvPr>
              <p:cNvSpPr/>
              <p:nvPr/>
            </p:nvSpPr>
            <p:spPr>
              <a:xfrm>
                <a:off x="9563836" y="9238388"/>
                <a:ext cx="13329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</a:t>
                </a:r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6.9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125" name="Rounded Rectangle 6">
                <a:extLst>
                  <a:ext uri="{FF2B5EF4-FFF2-40B4-BE49-F238E27FC236}">
                    <a16:creationId xmlns:a16="http://schemas.microsoft.com/office/drawing/2014/main" id="{F5128E62-64B0-2E11-E751-95E5338DFF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836" y="9238388"/>
                <a:ext cx="1332914" cy="415171"/>
              </a:xfrm>
              <a:prstGeom prst="roundRect">
                <a:avLst/>
              </a:prstGeom>
              <a:blipFill>
                <a:blip r:embed="rId20"/>
                <a:stretch>
                  <a:fillRect l="-6849" t="-26087" r="-6849" b="-521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B32970D2-4246-0DB2-B1FC-46823445A631}"/>
              </a:ext>
            </a:extLst>
          </p:cNvPr>
          <p:cNvCxnSpPr>
            <a:cxnSpLocks/>
          </p:cNvCxnSpPr>
          <p:nvPr/>
        </p:nvCxnSpPr>
        <p:spPr>
          <a:xfrm flipV="1">
            <a:off x="8987876" y="9600254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5628032A-D3CB-956A-1553-441491ED29EB}"/>
              </a:ext>
            </a:extLst>
          </p:cNvPr>
          <p:cNvSpPr txBox="1"/>
          <p:nvPr/>
        </p:nvSpPr>
        <p:spPr>
          <a:xfrm>
            <a:off x="8558142" y="9764254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128" name="テキスト プレースホルダー 2">
            <a:extLst>
              <a:ext uri="{FF2B5EF4-FFF2-40B4-BE49-F238E27FC236}">
                <a16:creationId xmlns:a16="http://schemas.microsoft.com/office/drawing/2014/main" id="{277BF2A1-5F12-1E2E-2D48-342C94A27113}"/>
              </a:ext>
            </a:extLst>
          </p:cNvPr>
          <p:cNvSpPr txBox="1">
            <a:spLocks/>
          </p:cNvSpPr>
          <p:nvPr/>
        </p:nvSpPr>
        <p:spPr>
          <a:xfrm>
            <a:off x="5510552" y="5484521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Tr2F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83" name="テキスト プレースホルダー 2">
            <a:extLst>
              <a:ext uri="{FF2B5EF4-FFF2-40B4-BE49-F238E27FC236}">
                <a16:creationId xmlns:a16="http://schemas.microsoft.com/office/drawing/2014/main" id="{300FC24A-ACD9-BE88-9340-74B28F5A9F29}"/>
              </a:ext>
            </a:extLst>
          </p:cNvPr>
          <p:cNvSpPr txBox="1">
            <a:spLocks/>
          </p:cNvSpPr>
          <p:nvPr/>
        </p:nvSpPr>
        <p:spPr>
          <a:xfrm>
            <a:off x="-1417714" y="5484521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Tr1F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ECD69AB-F333-5320-240D-76EA3D8EB992}"/>
              </a:ext>
            </a:extLst>
          </p:cNvPr>
          <p:cNvSpPr txBox="1"/>
          <p:nvPr/>
        </p:nvSpPr>
        <p:spPr>
          <a:xfrm>
            <a:off x="941552" y="3863582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41" name="テキスト プレースホルダー 2">
            <a:extLst>
              <a:ext uri="{FF2B5EF4-FFF2-40B4-BE49-F238E27FC236}">
                <a16:creationId xmlns:a16="http://schemas.microsoft.com/office/drawing/2014/main" id="{7C6645BE-106B-CD7D-92AE-E91A3600F303}"/>
              </a:ext>
            </a:extLst>
          </p:cNvPr>
          <p:cNvSpPr txBox="1">
            <a:spLocks/>
          </p:cNvSpPr>
          <p:nvPr/>
        </p:nvSpPr>
        <p:spPr>
          <a:xfrm>
            <a:off x="11706692" y="5484521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Tr3F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Rounded Rectangle 6">
                <a:extLst>
                  <a:ext uri="{FF2B5EF4-FFF2-40B4-BE49-F238E27FC236}">
                    <a16:creationId xmlns:a16="http://schemas.microsoft.com/office/drawing/2014/main" id="{6228DA49-956D-57C4-7F66-10D2DB8C838C}"/>
                  </a:ext>
                </a:extLst>
              </p:cNvPr>
              <p:cNvSpPr/>
              <p:nvPr/>
            </p:nvSpPr>
            <p:spPr>
              <a:xfrm>
                <a:off x="15063936" y="3529573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55</a:t>
                </a:r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.8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43" name="Rounded Rectangle 6">
                <a:extLst>
                  <a:ext uri="{FF2B5EF4-FFF2-40B4-BE49-F238E27FC236}">
                    <a16:creationId xmlns:a16="http://schemas.microsoft.com/office/drawing/2014/main" id="{6228DA49-956D-57C4-7F66-10D2DB8C83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3936" y="3529573"/>
                <a:ext cx="1339600" cy="415171"/>
              </a:xfrm>
              <a:prstGeom prst="roundRect">
                <a:avLst/>
              </a:prstGeom>
              <a:blipFill>
                <a:blip r:embed="rId21"/>
                <a:stretch>
                  <a:fillRect l="-6818" t="-27941" r="-6364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114B7AA5-9EB3-4ACC-5605-93C386DC67A6}"/>
              </a:ext>
            </a:extLst>
          </p:cNvPr>
          <p:cNvCxnSpPr>
            <a:cxnSpLocks/>
          </p:cNvCxnSpPr>
          <p:nvPr/>
        </p:nvCxnSpPr>
        <p:spPr>
          <a:xfrm flipV="1">
            <a:off x="14640160" y="3923378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TextBox 244">
            <a:extLst>
              <a:ext uri="{FF2B5EF4-FFF2-40B4-BE49-F238E27FC236}">
                <a16:creationId xmlns:a16="http://schemas.microsoft.com/office/drawing/2014/main" id="{5F797F76-1A82-9818-01AD-C46A46C2C104}"/>
              </a:ext>
            </a:extLst>
          </p:cNvPr>
          <p:cNvSpPr txBox="1"/>
          <p:nvPr/>
        </p:nvSpPr>
        <p:spPr>
          <a:xfrm>
            <a:off x="14077469" y="3965746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46" name="テキスト プレースホルダー 2">
            <a:extLst>
              <a:ext uri="{FF2B5EF4-FFF2-40B4-BE49-F238E27FC236}">
                <a16:creationId xmlns:a16="http://schemas.microsoft.com/office/drawing/2014/main" id="{7052BCA0-5E6B-5970-FB69-AC4BB211C221}"/>
              </a:ext>
            </a:extLst>
          </p:cNvPr>
          <p:cNvSpPr txBox="1">
            <a:spLocks/>
          </p:cNvSpPr>
          <p:nvPr/>
        </p:nvSpPr>
        <p:spPr>
          <a:xfrm>
            <a:off x="5721745" y="11571104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Tr2E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7" name="テキスト プレースホルダー 2">
            <a:extLst>
              <a:ext uri="{FF2B5EF4-FFF2-40B4-BE49-F238E27FC236}">
                <a16:creationId xmlns:a16="http://schemas.microsoft.com/office/drawing/2014/main" id="{00498E7E-A2DA-5220-E69C-938ADA4C0E16}"/>
              </a:ext>
            </a:extLst>
          </p:cNvPr>
          <p:cNvSpPr txBox="1">
            <a:spLocks/>
          </p:cNvSpPr>
          <p:nvPr/>
        </p:nvSpPr>
        <p:spPr>
          <a:xfrm>
            <a:off x="-1206521" y="11571104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Tr1E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48" name="テキスト プレースホルダー 2">
            <a:extLst>
              <a:ext uri="{FF2B5EF4-FFF2-40B4-BE49-F238E27FC236}">
                <a16:creationId xmlns:a16="http://schemas.microsoft.com/office/drawing/2014/main" id="{91615F9B-5679-DDDC-47DA-6F5605DF02F6}"/>
              </a:ext>
            </a:extLst>
          </p:cNvPr>
          <p:cNvSpPr txBox="1">
            <a:spLocks/>
          </p:cNvSpPr>
          <p:nvPr/>
        </p:nvSpPr>
        <p:spPr>
          <a:xfrm>
            <a:off x="11970844" y="11571104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Tr3E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53" name="Picture 52" descr="A blue rectangle with green rectangles&#10;&#10;AI-generated content may be incorrect.">
            <a:extLst>
              <a:ext uri="{FF2B5EF4-FFF2-40B4-BE49-F238E27FC236}">
                <a16:creationId xmlns:a16="http://schemas.microsoft.com/office/drawing/2014/main" id="{C30634D6-D58C-09A1-B1F3-39B1E2996BB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8" t="20758" r="5134" b="21109"/>
          <a:stretch>
            <a:fillRect/>
          </a:stretch>
        </p:blipFill>
        <p:spPr>
          <a:xfrm>
            <a:off x="1112613" y="10033353"/>
            <a:ext cx="1360691" cy="1032128"/>
          </a:xfrm>
          <a:prstGeom prst="rect">
            <a:avLst/>
          </a:prstGeom>
        </p:spPr>
      </p:pic>
      <p:sp>
        <p:nvSpPr>
          <p:cNvPr id="253" name="TextBox 252">
            <a:extLst>
              <a:ext uri="{FF2B5EF4-FFF2-40B4-BE49-F238E27FC236}">
                <a16:creationId xmlns:a16="http://schemas.microsoft.com/office/drawing/2014/main" id="{E0DCFFC3-565A-9C1A-A5C8-F668669D0170}"/>
              </a:ext>
            </a:extLst>
          </p:cNvPr>
          <p:cNvSpPr txBox="1"/>
          <p:nvPr/>
        </p:nvSpPr>
        <p:spPr>
          <a:xfrm>
            <a:off x="1115430" y="9805071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Rounded Rectangle 6">
                <a:extLst>
                  <a:ext uri="{FF2B5EF4-FFF2-40B4-BE49-F238E27FC236}">
                    <a16:creationId xmlns:a16="http://schemas.microsoft.com/office/drawing/2014/main" id="{B54781CC-781E-EA24-08E2-C4BA46ED5959}"/>
                  </a:ext>
                </a:extLst>
              </p:cNvPr>
              <p:cNvSpPr/>
              <p:nvPr/>
            </p:nvSpPr>
            <p:spPr>
              <a:xfrm>
                <a:off x="2105375" y="9236945"/>
                <a:ext cx="133504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61.6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54" name="Rounded Rectangle 6">
                <a:extLst>
                  <a:ext uri="{FF2B5EF4-FFF2-40B4-BE49-F238E27FC236}">
                    <a16:creationId xmlns:a16="http://schemas.microsoft.com/office/drawing/2014/main" id="{B54781CC-781E-EA24-08E2-C4BA46ED59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375" y="9236945"/>
                <a:ext cx="1335040" cy="415171"/>
              </a:xfrm>
              <a:prstGeom prst="roundRect">
                <a:avLst/>
              </a:prstGeom>
              <a:blipFill>
                <a:blip r:embed="rId23"/>
                <a:stretch>
                  <a:fillRect l="-6849" t="-27941" r="-6849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54BE9880-624D-CBD5-7FAE-B7DD6BEC6535}"/>
              </a:ext>
            </a:extLst>
          </p:cNvPr>
          <p:cNvCxnSpPr>
            <a:cxnSpLocks/>
          </p:cNvCxnSpPr>
          <p:nvPr/>
        </p:nvCxnSpPr>
        <p:spPr>
          <a:xfrm flipV="1">
            <a:off x="1791467" y="9614289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Rounded Rectangle 6">
                <a:extLst>
                  <a:ext uri="{FF2B5EF4-FFF2-40B4-BE49-F238E27FC236}">
                    <a16:creationId xmlns:a16="http://schemas.microsoft.com/office/drawing/2014/main" id="{F111AC03-2DF8-DAA2-4CA0-BC9186393EFA}"/>
                  </a:ext>
                </a:extLst>
              </p:cNvPr>
              <p:cNvSpPr/>
              <p:nvPr/>
            </p:nvSpPr>
            <p:spPr>
              <a:xfrm>
                <a:off x="15797346" y="9213038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70.9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60" name="Rounded Rectangle 6">
                <a:extLst>
                  <a:ext uri="{FF2B5EF4-FFF2-40B4-BE49-F238E27FC236}">
                    <a16:creationId xmlns:a16="http://schemas.microsoft.com/office/drawing/2014/main" id="{F111AC03-2DF8-DAA2-4CA0-BC9186393E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7346" y="9213038"/>
                <a:ext cx="1339600" cy="415171"/>
              </a:xfrm>
              <a:prstGeom prst="roundRect">
                <a:avLst/>
              </a:prstGeom>
              <a:blipFill>
                <a:blip r:embed="rId24"/>
                <a:stretch>
                  <a:fillRect l="-6818" t="-27941" r="-6364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B1BA6E95-43D8-2A3B-A82B-7E9846FF36AD}"/>
              </a:ext>
            </a:extLst>
          </p:cNvPr>
          <p:cNvCxnSpPr>
            <a:cxnSpLocks/>
          </p:cNvCxnSpPr>
          <p:nvPr/>
        </p:nvCxnSpPr>
        <p:spPr>
          <a:xfrm flipV="1">
            <a:off x="15169239" y="9610900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DAB1AE69-846C-EEE7-5733-82908146D01A}"/>
              </a:ext>
            </a:extLst>
          </p:cNvPr>
          <p:cNvSpPr txBox="1"/>
          <p:nvPr/>
        </p:nvSpPr>
        <p:spPr>
          <a:xfrm>
            <a:off x="14594512" y="9701947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64" name="テキスト プレースホルダー 2">
            <a:extLst>
              <a:ext uri="{FF2B5EF4-FFF2-40B4-BE49-F238E27FC236}">
                <a16:creationId xmlns:a16="http://schemas.microsoft.com/office/drawing/2014/main" id="{3E2B2F36-684F-1B3F-BEBC-E0A0806BE149}"/>
              </a:ext>
            </a:extLst>
          </p:cNvPr>
          <p:cNvSpPr txBox="1">
            <a:spLocks/>
          </p:cNvSpPr>
          <p:nvPr/>
        </p:nvSpPr>
        <p:spPr>
          <a:xfrm>
            <a:off x="5576557" y="5995081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(a)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65" name="テキスト プレースホルダー 2">
            <a:extLst>
              <a:ext uri="{FF2B5EF4-FFF2-40B4-BE49-F238E27FC236}">
                <a16:creationId xmlns:a16="http://schemas.microsoft.com/office/drawing/2014/main" id="{EDB9E047-4860-8B1D-D0D7-839B99777262}"/>
              </a:ext>
            </a:extLst>
          </p:cNvPr>
          <p:cNvSpPr txBox="1">
            <a:spLocks/>
          </p:cNvSpPr>
          <p:nvPr/>
        </p:nvSpPr>
        <p:spPr>
          <a:xfrm>
            <a:off x="5576557" y="12125999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(b)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pic>
        <p:nvPicPr>
          <p:cNvPr id="43" name="Picture 42" descr="A blue rectangular object with a rainbow spectrum&#10;&#10;AI-generated content may be incorrect.">
            <a:extLst>
              <a:ext uri="{FF2B5EF4-FFF2-40B4-BE49-F238E27FC236}">
                <a16:creationId xmlns:a16="http://schemas.microsoft.com/office/drawing/2014/main" id="{E2BD122D-B8BE-1CBD-50D0-447917233D9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57" t="24485" r="16645" b="9206"/>
          <a:stretch>
            <a:fillRect/>
          </a:stretch>
        </p:blipFill>
        <p:spPr>
          <a:xfrm>
            <a:off x="-4335813" y="3187824"/>
            <a:ext cx="1950472" cy="5924170"/>
          </a:xfrm>
          <a:prstGeom prst="rect">
            <a:avLst/>
          </a:prstGeom>
        </p:spPr>
      </p:pic>
      <p:pic>
        <p:nvPicPr>
          <p:cNvPr id="61" name="Picture 60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761A5D75-F773-A479-9555-8416E5F97F2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51" t="18183" r="4843" b="17988"/>
          <a:stretch>
            <a:fillRect/>
          </a:stretch>
        </p:blipFill>
        <p:spPr>
          <a:xfrm>
            <a:off x="909638" y="4171681"/>
            <a:ext cx="1396368" cy="1078937"/>
          </a:xfrm>
          <a:prstGeom prst="rect">
            <a:avLst/>
          </a:prstGeom>
        </p:spPr>
      </p:pic>
      <p:pic>
        <p:nvPicPr>
          <p:cNvPr id="63" name="Picture 62" descr="A blue rectangle with red and black lines&#10;&#10;AI-generated content may be incorrect.">
            <a:extLst>
              <a:ext uri="{FF2B5EF4-FFF2-40B4-BE49-F238E27FC236}">
                <a16:creationId xmlns:a16="http://schemas.microsoft.com/office/drawing/2014/main" id="{D028D7E9-5185-3BF9-AC01-FB504889A04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9564" r="4847" b="20027"/>
          <a:stretch>
            <a:fillRect/>
          </a:stretch>
        </p:blipFill>
        <p:spPr>
          <a:xfrm>
            <a:off x="8018645" y="4150302"/>
            <a:ext cx="1203532" cy="12291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6">
                <a:extLst>
                  <a:ext uri="{FF2B5EF4-FFF2-40B4-BE49-F238E27FC236}">
                    <a16:creationId xmlns:a16="http://schemas.microsoft.com/office/drawing/2014/main" id="{8E10EF97-04CB-FB2F-A2AE-DB010B98D60A}"/>
                  </a:ext>
                </a:extLst>
              </p:cNvPr>
              <p:cNvSpPr/>
              <p:nvPr/>
            </p:nvSpPr>
            <p:spPr>
              <a:xfrm>
                <a:off x="8925227" y="3524063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5</a:t>
                </a:r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6.0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6" name="Rounded Rectangle 6">
                <a:extLst>
                  <a:ext uri="{FF2B5EF4-FFF2-40B4-BE49-F238E27FC236}">
                    <a16:creationId xmlns:a16="http://schemas.microsoft.com/office/drawing/2014/main" id="{8E10EF97-04CB-FB2F-A2AE-DB010B98D6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227" y="3524063"/>
                <a:ext cx="1380814" cy="415171"/>
              </a:xfrm>
              <a:prstGeom prst="roundRect">
                <a:avLst/>
              </a:prstGeom>
              <a:blipFill>
                <a:blip r:embed="rId27"/>
                <a:stretch>
                  <a:fillRect l="-4846" t="-27941" r="-4846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6EB9B43-DEAA-54EC-2EF4-CBB9DBCF200B}"/>
              </a:ext>
            </a:extLst>
          </p:cNvPr>
          <p:cNvCxnSpPr>
            <a:cxnSpLocks/>
          </p:cNvCxnSpPr>
          <p:nvPr/>
        </p:nvCxnSpPr>
        <p:spPr>
          <a:xfrm flipV="1">
            <a:off x="8641020" y="3957048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Rounded Rectangle 6">
                <a:extLst>
                  <a:ext uri="{FF2B5EF4-FFF2-40B4-BE49-F238E27FC236}">
                    <a16:creationId xmlns:a16="http://schemas.microsoft.com/office/drawing/2014/main" id="{E38EF963-C322-3D08-41D8-04BDC8233425}"/>
                  </a:ext>
                </a:extLst>
              </p:cNvPr>
              <p:cNvSpPr/>
              <p:nvPr/>
            </p:nvSpPr>
            <p:spPr>
              <a:xfrm>
                <a:off x="1980006" y="3454671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5</a:t>
                </a:r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6.1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05" name="Rounded Rectangle 6">
                <a:extLst>
                  <a:ext uri="{FF2B5EF4-FFF2-40B4-BE49-F238E27FC236}">
                    <a16:creationId xmlns:a16="http://schemas.microsoft.com/office/drawing/2014/main" id="{E38EF963-C322-3D08-41D8-04BDC82334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06" y="3454671"/>
                <a:ext cx="1380814" cy="415171"/>
              </a:xfrm>
              <a:prstGeom prst="roundRect">
                <a:avLst/>
              </a:prstGeom>
              <a:blipFill>
                <a:blip r:embed="rId28"/>
                <a:stretch>
                  <a:fillRect l="-4867" t="-27941" r="-5310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BDE3F65-95DD-A8D2-4602-9B73FD0459CE}"/>
              </a:ext>
            </a:extLst>
          </p:cNvPr>
          <p:cNvCxnSpPr>
            <a:cxnSpLocks/>
          </p:cNvCxnSpPr>
          <p:nvPr/>
        </p:nvCxnSpPr>
        <p:spPr>
          <a:xfrm flipV="1">
            <a:off x="1638607" y="3919713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プレースホルダー 2">
            <a:extLst>
              <a:ext uri="{FF2B5EF4-FFF2-40B4-BE49-F238E27FC236}">
                <a16:creationId xmlns:a16="http://schemas.microsoft.com/office/drawing/2014/main" id="{148916DD-7432-42F7-70E1-647C9272390C}"/>
              </a:ext>
            </a:extLst>
          </p:cNvPr>
          <p:cNvSpPr txBox="1">
            <a:spLocks/>
          </p:cNvSpPr>
          <p:nvPr/>
        </p:nvSpPr>
        <p:spPr>
          <a:xfrm>
            <a:off x="-780104" y="12808474"/>
            <a:ext cx="9461115" cy="447422"/>
          </a:xfrm>
          <a:prstGeom prst="rect">
            <a:avLst/>
          </a:prstGeom>
        </p:spPr>
        <p:txBody>
          <a:bodyPr vert="horz" lIns="91440" tIns="45720" rIns="91440" bIns="45720" numCol="1" spcCol="828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kumimoji="1" lang="en-US" altLang="ja-JP" sz="2000" b="1" u="sng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CDB63E5-8111-B588-988B-9E9EF1396FBD}"/>
              </a:ext>
            </a:extLst>
          </p:cNvPr>
          <p:cNvSpPr txBox="1"/>
          <p:nvPr/>
        </p:nvSpPr>
        <p:spPr>
          <a:xfrm>
            <a:off x="7833079" y="15710834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Rounded Rectangle 6">
                <a:extLst>
                  <a:ext uri="{FF2B5EF4-FFF2-40B4-BE49-F238E27FC236}">
                    <a16:creationId xmlns:a16="http://schemas.microsoft.com/office/drawing/2014/main" id="{B63D03FE-8AC3-E52D-A6B4-002CEDE188A4}"/>
                  </a:ext>
                </a:extLst>
              </p:cNvPr>
              <p:cNvSpPr/>
              <p:nvPr/>
            </p:nvSpPr>
            <p:spPr>
              <a:xfrm>
                <a:off x="9553388" y="21067952"/>
                <a:ext cx="13329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43.6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03" name="Rounded Rectangle 6">
                <a:extLst>
                  <a:ext uri="{FF2B5EF4-FFF2-40B4-BE49-F238E27FC236}">
                    <a16:creationId xmlns:a16="http://schemas.microsoft.com/office/drawing/2014/main" id="{B63D03FE-8AC3-E52D-A6B4-002CEDE188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388" y="21067952"/>
                <a:ext cx="1332914" cy="415171"/>
              </a:xfrm>
              <a:prstGeom prst="roundRect">
                <a:avLst/>
              </a:prstGeom>
              <a:blipFill>
                <a:blip r:embed="rId29"/>
                <a:stretch>
                  <a:fillRect l="-6849" t="-27941" r="-6849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" name="TextBox 206">
            <a:extLst>
              <a:ext uri="{FF2B5EF4-FFF2-40B4-BE49-F238E27FC236}">
                <a16:creationId xmlns:a16="http://schemas.microsoft.com/office/drawing/2014/main" id="{59E9EE8D-C945-FF2D-3F46-D27015E45DF1}"/>
              </a:ext>
            </a:extLst>
          </p:cNvPr>
          <p:cNvSpPr txBox="1"/>
          <p:nvPr/>
        </p:nvSpPr>
        <p:spPr>
          <a:xfrm>
            <a:off x="8547694" y="21593818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08" name="テキスト プレースホルダー 2">
            <a:extLst>
              <a:ext uri="{FF2B5EF4-FFF2-40B4-BE49-F238E27FC236}">
                <a16:creationId xmlns:a16="http://schemas.microsoft.com/office/drawing/2014/main" id="{33A24D6C-6A47-7560-046C-AD86CC8A1468}"/>
              </a:ext>
            </a:extLst>
          </p:cNvPr>
          <p:cNvSpPr txBox="1">
            <a:spLocks/>
          </p:cNvSpPr>
          <p:nvPr/>
        </p:nvSpPr>
        <p:spPr>
          <a:xfrm>
            <a:off x="5500104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Tr2F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3" name="テキスト プレースホルダー 2">
            <a:extLst>
              <a:ext uri="{FF2B5EF4-FFF2-40B4-BE49-F238E27FC236}">
                <a16:creationId xmlns:a16="http://schemas.microsoft.com/office/drawing/2014/main" id="{55463563-EF13-7006-2B88-48F7B3FDCCF5}"/>
              </a:ext>
            </a:extLst>
          </p:cNvPr>
          <p:cNvSpPr txBox="1">
            <a:spLocks/>
          </p:cNvSpPr>
          <p:nvPr/>
        </p:nvSpPr>
        <p:spPr>
          <a:xfrm>
            <a:off x="-1417714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Tr1F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E886176C-A8D4-0F5A-F314-8A1AD99008BC}"/>
              </a:ext>
            </a:extLst>
          </p:cNvPr>
          <p:cNvSpPr txBox="1"/>
          <p:nvPr/>
        </p:nvSpPr>
        <p:spPr>
          <a:xfrm>
            <a:off x="941552" y="15693146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pic>
        <p:nvPicPr>
          <p:cNvPr id="284" name="Picture 283" descr="A green and blue rectangles&#10;&#10;AI-generated content may be incorrect.">
            <a:extLst>
              <a:ext uri="{FF2B5EF4-FFF2-40B4-BE49-F238E27FC236}">
                <a16:creationId xmlns:a16="http://schemas.microsoft.com/office/drawing/2014/main" id="{D31D09CC-9A2A-08D5-A1D3-0A307F85D25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9" t="12724" r="4895" b="12858"/>
          <a:stretch>
            <a:fillRect/>
          </a:stretch>
        </p:blipFill>
        <p:spPr>
          <a:xfrm>
            <a:off x="8438674" y="21828979"/>
            <a:ext cx="1093864" cy="1064838"/>
          </a:xfrm>
          <a:prstGeom prst="rect">
            <a:avLst/>
          </a:prstGeom>
        </p:spPr>
      </p:pic>
      <p:sp>
        <p:nvSpPr>
          <p:cNvPr id="215" name="テキスト プレースホルダー 2">
            <a:extLst>
              <a:ext uri="{FF2B5EF4-FFF2-40B4-BE49-F238E27FC236}">
                <a16:creationId xmlns:a16="http://schemas.microsoft.com/office/drawing/2014/main" id="{DE78E963-E654-4FDE-12EA-6B823783C122}"/>
              </a:ext>
            </a:extLst>
          </p:cNvPr>
          <p:cNvSpPr txBox="1">
            <a:spLocks/>
          </p:cNvSpPr>
          <p:nvPr/>
        </p:nvSpPr>
        <p:spPr>
          <a:xfrm>
            <a:off x="11910125" y="1731408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Tr3F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Rounded Rectangle 6">
                <a:extLst>
                  <a:ext uri="{FF2B5EF4-FFF2-40B4-BE49-F238E27FC236}">
                    <a16:creationId xmlns:a16="http://schemas.microsoft.com/office/drawing/2014/main" id="{7D194AA6-93C9-E403-A3BC-D16FA3238992}"/>
                  </a:ext>
                </a:extLst>
              </p:cNvPr>
              <p:cNvSpPr/>
              <p:nvPr/>
            </p:nvSpPr>
            <p:spPr>
              <a:xfrm>
                <a:off x="15095340" y="15359137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30.2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16" name="Rounded Rectangle 6">
                <a:extLst>
                  <a:ext uri="{FF2B5EF4-FFF2-40B4-BE49-F238E27FC236}">
                    <a16:creationId xmlns:a16="http://schemas.microsoft.com/office/drawing/2014/main" id="{7D194AA6-93C9-E403-A3BC-D16FA3238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5340" y="15359137"/>
                <a:ext cx="1339600" cy="415171"/>
              </a:xfrm>
              <a:prstGeom prst="roundRect">
                <a:avLst/>
              </a:prstGeom>
              <a:blipFill>
                <a:blip r:embed="rId31"/>
                <a:stretch>
                  <a:fillRect l="-6818" t="-27941" r="-6364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TextBox 217">
            <a:extLst>
              <a:ext uri="{FF2B5EF4-FFF2-40B4-BE49-F238E27FC236}">
                <a16:creationId xmlns:a16="http://schemas.microsoft.com/office/drawing/2014/main" id="{E6D35023-75BA-8F0C-518E-3478001C7BBF}"/>
              </a:ext>
            </a:extLst>
          </p:cNvPr>
          <p:cNvSpPr txBox="1"/>
          <p:nvPr/>
        </p:nvSpPr>
        <p:spPr>
          <a:xfrm>
            <a:off x="14108873" y="15795310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19" name="テキスト プレースホルダー 2">
            <a:extLst>
              <a:ext uri="{FF2B5EF4-FFF2-40B4-BE49-F238E27FC236}">
                <a16:creationId xmlns:a16="http://schemas.microsoft.com/office/drawing/2014/main" id="{6C0BFF54-0DF8-CBA1-2AA4-70A94B4AE0EE}"/>
              </a:ext>
            </a:extLst>
          </p:cNvPr>
          <p:cNvSpPr txBox="1">
            <a:spLocks/>
          </p:cNvSpPr>
          <p:nvPr/>
        </p:nvSpPr>
        <p:spPr>
          <a:xfrm>
            <a:off x="5711297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Tr2E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0" name="テキスト プレースホルダー 2">
            <a:extLst>
              <a:ext uri="{FF2B5EF4-FFF2-40B4-BE49-F238E27FC236}">
                <a16:creationId xmlns:a16="http://schemas.microsoft.com/office/drawing/2014/main" id="{CE1A0F39-3693-B637-4C61-844C17D4C5F3}"/>
              </a:ext>
            </a:extLst>
          </p:cNvPr>
          <p:cNvSpPr txBox="1">
            <a:spLocks/>
          </p:cNvSpPr>
          <p:nvPr/>
        </p:nvSpPr>
        <p:spPr>
          <a:xfrm>
            <a:off x="-1206521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Tr1E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1" name="テキスト プレースホルダー 2">
            <a:extLst>
              <a:ext uri="{FF2B5EF4-FFF2-40B4-BE49-F238E27FC236}">
                <a16:creationId xmlns:a16="http://schemas.microsoft.com/office/drawing/2014/main" id="{D5416BD9-00C7-2BA7-3BAE-CBB1E933FBA4}"/>
              </a:ext>
            </a:extLst>
          </p:cNvPr>
          <p:cNvSpPr txBox="1">
            <a:spLocks/>
          </p:cNvSpPr>
          <p:nvPr/>
        </p:nvSpPr>
        <p:spPr>
          <a:xfrm>
            <a:off x="11795163" y="23400668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Tr3E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1267F3EE-08DB-FC4A-7C99-9AB16AE99E2C}"/>
              </a:ext>
            </a:extLst>
          </p:cNvPr>
          <p:cNvSpPr txBox="1"/>
          <p:nvPr/>
        </p:nvSpPr>
        <p:spPr>
          <a:xfrm>
            <a:off x="1115430" y="21634635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Rounded Rectangle 6">
                <a:extLst>
                  <a:ext uri="{FF2B5EF4-FFF2-40B4-BE49-F238E27FC236}">
                    <a16:creationId xmlns:a16="http://schemas.microsoft.com/office/drawing/2014/main" id="{163AF439-FF36-A9E6-EE79-6A58918A80E5}"/>
                  </a:ext>
                </a:extLst>
              </p:cNvPr>
              <p:cNvSpPr/>
              <p:nvPr/>
            </p:nvSpPr>
            <p:spPr>
              <a:xfrm>
                <a:off x="2105375" y="21066509"/>
                <a:ext cx="133504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40.5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24" name="Rounded Rectangle 6">
                <a:extLst>
                  <a:ext uri="{FF2B5EF4-FFF2-40B4-BE49-F238E27FC236}">
                    <a16:creationId xmlns:a16="http://schemas.microsoft.com/office/drawing/2014/main" id="{163AF439-FF36-A9E6-EE79-6A58918A8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375" y="21066509"/>
                <a:ext cx="1335040" cy="415171"/>
              </a:xfrm>
              <a:prstGeom prst="roundRect">
                <a:avLst/>
              </a:prstGeom>
              <a:blipFill>
                <a:blip r:embed="rId32"/>
                <a:stretch>
                  <a:fillRect l="-6849" t="-27941" r="-6849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715B18A9-5AB3-C3E3-D84D-21650004372C}"/>
              </a:ext>
            </a:extLst>
          </p:cNvPr>
          <p:cNvCxnSpPr>
            <a:cxnSpLocks/>
          </p:cNvCxnSpPr>
          <p:nvPr/>
        </p:nvCxnSpPr>
        <p:spPr>
          <a:xfrm flipV="1">
            <a:off x="1791467" y="21443853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Rounded Rectangle 6">
                <a:extLst>
                  <a:ext uri="{FF2B5EF4-FFF2-40B4-BE49-F238E27FC236}">
                    <a16:creationId xmlns:a16="http://schemas.microsoft.com/office/drawing/2014/main" id="{518C118F-3B58-11E5-D976-D50E68B05A60}"/>
                  </a:ext>
                </a:extLst>
              </p:cNvPr>
              <p:cNvSpPr/>
              <p:nvPr/>
            </p:nvSpPr>
            <p:spPr>
              <a:xfrm>
                <a:off x="15621665" y="21066509"/>
                <a:ext cx="1339600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47.3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26" name="Rounded Rectangle 6">
                <a:extLst>
                  <a:ext uri="{FF2B5EF4-FFF2-40B4-BE49-F238E27FC236}">
                    <a16:creationId xmlns:a16="http://schemas.microsoft.com/office/drawing/2014/main" id="{518C118F-3B58-11E5-D976-D50E68B05A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1665" y="21066509"/>
                <a:ext cx="1339600" cy="415171"/>
              </a:xfrm>
              <a:prstGeom prst="roundRect">
                <a:avLst/>
              </a:prstGeom>
              <a:blipFill>
                <a:blip r:embed="rId33"/>
                <a:stretch>
                  <a:fillRect l="-7306" t="-27941" r="-6393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" name="TextBox 227">
            <a:extLst>
              <a:ext uri="{FF2B5EF4-FFF2-40B4-BE49-F238E27FC236}">
                <a16:creationId xmlns:a16="http://schemas.microsoft.com/office/drawing/2014/main" id="{62C420E5-177C-6DA5-46AA-486899810D7D}"/>
              </a:ext>
            </a:extLst>
          </p:cNvPr>
          <p:cNvSpPr txBox="1"/>
          <p:nvPr/>
        </p:nvSpPr>
        <p:spPr>
          <a:xfrm>
            <a:off x="14418831" y="21531511"/>
            <a:ext cx="14281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Cross-section</a:t>
            </a:r>
          </a:p>
        </p:txBody>
      </p:sp>
      <p:sp>
        <p:nvSpPr>
          <p:cNvPr id="230" name="テキスト プレースホルダー 2">
            <a:extLst>
              <a:ext uri="{FF2B5EF4-FFF2-40B4-BE49-F238E27FC236}">
                <a16:creationId xmlns:a16="http://schemas.microsoft.com/office/drawing/2014/main" id="{9142782A-8F22-C242-E53C-97FAEE0EFF29}"/>
              </a:ext>
            </a:extLst>
          </p:cNvPr>
          <p:cNvSpPr txBox="1">
            <a:spLocks/>
          </p:cNvSpPr>
          <p:nvPr/>
        </p:nvSpPr>
        <p:spPr>
          <a:xfrm>
            <a:off x="5566109" y="17862745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(c)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31" name="テキスト プレースホルダー 2">
            <a:extLst>
              <a:ext uri="{FF2B5EF4-FFF2-40B4-BE49-F238E27FC236}">
                <a16:creationId xmlns:a16="http://schemas.microsoft.com/office/drawing/2014/main" id="{2CEB67AC-8EE2-B2DE-56A4-49A58CAA110B}"/>
              </a:ext>
            </a:extLst>
          </p:cNvPr>
          <p:cNvSpPr txBox="1">
            <a:spLocks/>
          </p:cNvSpPr>
          <p:nvPr/>
        </p:nvSpPr>
        <p:spPr>
          <a:xfrm>
            <a:off x="5566109" y="23993663"/>
            <a:ext cx="3551274" cy="309656"/>
          </a:xfrm>
          <a:prstGeom prst="rect">
            <a:avLst/>
          </a:prstGeom>
        </p:spPr>
        <p:txBody>
          <a:bodyPr vert="horz" lIns="91440" tIns="45720" rIns="91440" bIns="45720" numCol="1" spcCol="82800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ja-JP" sz="3200"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(d)</a:t>
            </a:r>
            <a:endParaRPr kumimoji="1" lang="ja-JP" altLang="en-US" sz="320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Rounded Rectangle 6">
                <a:extLst>
                  <a:ext uri="{FF2B5EF4-FFF2-40B4-BE49-F238E27FC236}">
                    <a16:creationId xmlns:a16="http://schemas.microsoft.com/office/drawing/2014/main" id="{32AAB626-6368-8C56-7D8F-1F3FAA2D9221}"/>
                  </a:ext>
                </a:extLst>
              </p:cNvPr>
              <p:cNvSpPr/>
              <p:nvPr/>
            </p:nvSpPr>
            <p:spPr>
              <a:xfrm>
                <a:off x="8914779" y="15353627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30.2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36" name="Rounded Rectangle 6">
                <a:extLst>
                  <a:ext uri="{FF2B5EF4-FFF2-40B4-BE49-F238E27FC236}">
                    <a16:creationId xmlns:a16="http://schemas.microsoft.com/office/drawing/2014/main" id="{32AAB626-6368-8C56-7D8F-1F3FAA2D92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4779" y="15353627"/>
                <a:ext cx="1380814" cy="415171"/>
              </a:xfrm>
              <a:prstGeom prst="roundRect">
                <a:avLst/>
              </a:prstGeom>
              <a:blipFill>
                <a:blip r:embed="rId34"/>
                <a:stretch>
                  <a:fillRect l="-4846" t="-27941" r="-4846" b="-5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Rounded Rectangle 6">
                <a:extLst>
                  <a:ext uri="{FF2B5EF4-FFF2-40B4-BE49-F238E27FC236}">
                    <a16:creationId xmlns:a16="http://schemas.microsoft.com/office/drawing/2014/main" id="{9F331CCB-3FF9-638B-1435-2241EA3C3538}"/>
                  </a:ext>
                </a:extLst>
              </p:cNvPr>
              <p:cNvSpPr/>
              <p:nvPr/>
            </p:nvSpPr>
            <p:spPr>
              <a:xfrm>
                <a:off x="1980006" y="15284235"/>
                <a:ext cx="1380814" cy="41517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30.4</a:t>
                </a:r>
                <a:r>
                  <a:rPr lang="en-PH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JP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238" name="Rounded Rectangle 6">
                <a:extLst>
                  <a:ext uri="{FF2B5EF4-FFF2-40B4-BE49-F238E27FC236}">
                    <a16:creationId xmlns:a16="http://schemas.microsoft.com/office/drawing/2014/main" id="{9F331CCB-3FF9-638B-1435-2241EA3C35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06" y="15284235"/>
                <a:ext cx="1380814" cy="415171"/>
              </a:xfrm>
              <a:prstGeom prst="roundRect">
                <a:avLst/>
              </a:prstGeom>
              <a:blipFill>
                <a:blip r:embed="rId35"/>
                <a:stretch>
                  <a:fillRect l="-4867" t="-27941" r="-5310" b="-54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0" name="Picture 289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B92BF307-72DD-7824-656B-7ACE82764AF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1895" r="4917" b="21597"/>
          <a:stretch>
            <a:fillRect/>
          </a:stretch>
        </p:blipFill>
        <p:spPr>
          <a:xfrm>
            <a:off x="914532" y="16001246"/>
            <a:ext cx="1407783" cy="1044110"/>
          </a:xfrm>
          <a:prstGeom prst="rect">
            <a:avLst/>
          </a:prstGeom>
        </p:spPr>
      </p:pic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A16663E9-4F29-88FA-45A4-5ED669B7768E}"/>
              </a:ext>
            </a:extLst>
          </p:cNvPr>
          <p:cNvCxnSpPr>
            <a:cxnSpLocks/>
          </p:cNvCxnSpPr>
          <p:nvPr/>
        </p:nvCxnSpPr>
        <p:spPr>
          <a:xfrm flipV="1">
            <a:off x="8977428" y="21429818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" name="Picture 285" descr="A green and blue background with orange squares&#10;&#10;AI-generated content may be incorrect.">
            <a:extLst>
              <a:ext uri="{FF2B5EF4-FFF2-40B4-BE49-F238E27FC236}">
                <a16:creationId xmlns:a16="http://schemas.microsoft.com/office/drawing/2014/main" id="{E41FE9FA-50D0-2BF5-8CA8-E1C9A378F55E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9" t="4578" r="10122" b="5052"/>
          <a:stretch>
            <a:fillRect/>
          </a:stretch>
        </p:blipFill>
        <p:spPr>
          <a:xfrm>
            <a:off x="14535476" y="21808510"/>
            <a:ext cx="916908" cy="1227335"/>
          </a:xfrm>
          <a:prstGeom prst="rect">
            <a:avLst/>
          </a:prstGeom>
        </p:spPr>
      </p:pic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D79F05C8-AA6E-C731-11A3-E10E3F56B01E}"/>
              </a:ext>
            </a:extLst>
          </p:cNvPr>
          <p:cNvCxnSpPr>
            <a:cxnSpLocks/>
          </p:cNvCxnSpPr>
          <p:nvPr/>
        </p:nvCxnSpPr>
        <p:spPr>
          <a:xfrm flipV="1">
            <a:off x="14993558" y="21440464"/>
            <a:ext cx="1040380" cy="94234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D815D662-84E1-1309-C4F0-E2375824CF9E}"/>
              </a:ext>
            </a:extLst>
          </p:cNvPr>
          <p:cNvCxnSpPr>
            <a:cxnSpLocks/>
          </p:cNvCxnSpPr>
          <p:nvPr/>
        </p:nvCxnSpPr>
        <p:spPr>
          <a:xfrm flipV="1">
            <a:off x="1638607" y="15749277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2" name="Picture 291" descr="A blue rectangle with black lines&#10;&#10;AI-generated content may be incorrect.">
            <a:extLst>
              <a:ext uri="{FF2B5EF4-FFF2-40B4-BE49-F238E27FC236}">
                <a16:creationId xmlns:a16="http://schemas.microsoft.com/office/drawing/2014/main" id="{A62520B6-672F-1A34-F366-B226322311C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89" t="11345" r="4907" b="12294"/>
          <a:stretch>
            <a:fillRect/>
          </a:stretch>
        </p:blipFill>
        <p:spPr>
          <a:xfrm>
            <a:off x="8016712" y="15977767"/>
            <a:ext cx="1307217" cy="1225334"/>
          </a:xfrm>
          <a:prstGeom prst="rect">
            <a:avLst/>
          </a:prstGeom>
        </p:spPr>
      </p:pic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E20F637A-BE19-4114-45FA-613BF14E4A32}"/>
              </a:ext>
            </a:extLst>
          </p:cNvPr>
          <p:cNvCxnSpPr>
            <a:cxnSpLocks/>
          </p:cNvCxnSpPr>
          <p:nvPr/>
        </p:nvCxnSpPr>
        <p:spPr>
          <a:xfrm flipV="1">
            <a:off x="8630572" y="1578661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4" name="Picture 293" descr="A blue screen with a black line&#10;&#10;AI-generated content may be incorrect.">
            <a:extLst>
              <a:ext uri="{FF2B5EF4-FFF2-40B4-BE49-F238E27FC236}">
                <a16:creationId xmlns:a16="http://schemas.microsoft.com/office/drawing/2014/main" id="{51FC69F4-CE21-8079-FB61-9A5C18DAAA5E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3" t="7837" r="6234" b="6572"/>
          <a:stretch>
            <a:fillRect/>
          </a:stretch>
        </p:blipFill>
        <p:spPr>
          <a:xfrm>
            <a:off x="14220543" y="16041193"/>
            <a:ext cx="1068828" cy="1218236"/>
          </a:xfrm>
          <a:prstGeom prst="rect">
            <a:avLst/>
          </a:prstGeom>
        </p:spPr>
      </p:pic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5523EC51-C23C-D1A7-EE17-DA009EE4BE21}"/>
              </a:ext>
            </a:extLst>
          </p:cNvPr>
          <p:cNvCxnSpPr>
            <a:cxnSpLocks/>
          </p:cNvCxnSpPr>
          <p:nvPr/>
        </p:nvCxnSpPr>
        <p:spPr>
          <a:xfrm flipV="1">
            <a:off x="14671564" y="15752942"/>
            <a:ext cx="977552" cy="866285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glow rad="63500">
              <a:schemeClr val="bg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3">
                <a:extLst>
                  <a:ext uri="{FF2B5EF4-FFF2-40B4-BE49-F238E27FC236}">
                    <a16:creationId xmlns:a16="http://schemas.microsoft.com/office/drawing/2014/main" id="{830D5F02-17E2-3E05-F6B8-837CF5C6D16F}"/>
                  </a:ext>
                </a:extLst>
              </p:cNvPr>
              <p:cNvSpPr/>
              <p:nvPr/>
            </p:nvSpPr>
            <p:spPr>
              <a:xfrm>
                <a:off x="-4675179" y="14707933"/>
                <a:ext cx="2631237" cy="100290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4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sz="4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C]</a:t>
                </a:r>
                <a:endParaRPr lang="en-JP" sz="40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ounded Rectangle 3">
                <a:extLst>
                  <a:ext uri="{FF2B5EF4-FFF2-40B4-BE49-F238E27FC236}">
                    <a16:creationId xmlns:a16="http://schemas.microsoft.com/office/drawing/2014/main" id="{830D5F02-17E2-3E05-F6B8-837CF5C6D1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75179" y="14707933"/>
                <a:ext cx="2631237" cy="1002901"/>
              </a:xfrm>
              <a:prstGeom prst="roundRect">
                <a:avLst/>
              </a:prstGeom>
              <a:blipFill>
                <a:blip r:embed="rId40"/>
                <a:stretch>
                  <a:fillRect l="-4398" r="-4398" b="-109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3">
                <a:extLst>
                  <a:ext uri="{FF2B5EF4-FFF2-40B4-BE49-F238E27FC236}">
                    <a16:creationId xmlns:a16="http://schemas.microsoft.com/office/drawing/2014/main" id="{E1145D0A-B47E-0AF4-D4A4-6725955DA21F}"/>
                  </a:ext>
                </a:extLst>
              </p:cNvPr>
              <p:cNvSpPr/>
              <p:nvPr/>
            </p:nvSpPr>
            <p:spPr>
              <a:xfrm>
                <a:off x="-4676196" y="2184923"/>
                <a:ext cx="2631237" cy="100290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PH" sz="4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Temp [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algun Gothic" panose="020B0503020000020004" pitchFamily="34" charset="-127"/>
                        <a:cs typeface="Arial" panose="020B0604020202020204" pitchFamily="34" charset="0"/>
                      </a:rPr>
                      <m:t>°</m:t>
                    </m:r>
                  </m:oMath>
                </a14:m>
                <a:r>
                  <a:rPr lang="en-PH" sz="4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Malgun Gothic" panose="020B0503020000020004" pitchFamily="34" charset="-127"/>
                    <a:cs typeface="Times New Roman" panose="02020603050405020304" pitchFamily="18" charset="0"/>
                  </a:rPr>
                  <a:t>C]</a:t>
                </a:r>
                <a:endParaRPr lang="en-JP" sz="4000" b="1">
                  <a:solidFill>
                    <a:schemeClr val="tx1"/>
                  </a:solidFill>
                  <a:latin typeface="Times New Roman" panose="02020603050405020304" pitchFamily="18" charset="0"/>
                  <a:ea typeface="Malgun Gothic" panose="020B0503020000020004" pitchFamily="34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ounded Rectangle 3">
                <a:extLst>
                  <a:ext uri="{FF2B5EF4-FFF2-40B4-BE49-F238E27FC236}">
                    <a16:creationId xmlns:a16="http://schemas.microsoft.com/office/drawing/2014/main" id="{E1145D0A-B47E-0AF4-D4A4-6725955DA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76196" y="2184923"/>
                <a:ext cx="2631237" cy="1002901"/>
              </a:xfrm>
              <a:prstGeom prst="roundRect">
                <a:avLst/>
              </a:prstGeom>
              <a:blipFill>
                <a:blip r:embed="rId41"/>
                <a:stretch>
                  <a:fillRect l="-4398" r="-4398" b="-109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3870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AEFB5-467F-6495-5580-5E67913A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C6E779-0B53-C958-70D9-042D8D736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34" t="18283" r="19667" b="14488"/>
          <a:stretch>
            <a:fillRect/>
          </a:stretch>
        </p:blipFill>
        <p:spPr>
          <a:xfrm>
            <a:off x="3357242" y="5512889"/>
            <a:ext cx="1346319" cy="10553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DD4442-8F83-594D-0E24-B758782785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4" t="4409" r="17072" b="4171"/>
          <a:stretch>
            <a:fillRect/>
          </a:stretch>
        </p:blipFill>
        <p:spPr>
          <a:xfrm>
            <a:off x="3375448" y="1031966"/>
            <a:ext cx="1475668" cy="113445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567E34-95F2-5AF9-6397-994ACA9B21AC}"/>
              </a:ext>
            </a:extLst>
          </p:cNvPr>
          <p:cNvSpPr/>
          <p:nvPr/>
        </p:nvSpPr>
        <p:spPr>
          <a:xfrm>
            <a:off x="5862561" y="1126128"/>
            <a:ext cx="2082999" cy="2039631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1CF737-1594-3E6A-D820-5C023392BAA0}"/>
              </a:ext>
            </a:extLst>
          </p:cNvPr>
          <p:cNvSpPr/>
          <p:nvPr/>
        </p:nvSpPr>
        <p:spPr>
          <a:xfrm>
            <a:off x="6129214" y="1372202"/>
            <a:ext cx="1542917" cy="15436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8ED514-FB85-79C1-EEBB-107F4B164BBC}"/>
              </a:ext>
            </a:extLst>
          </p:cNvPr>
          <p:cNvSpPr/>
          <p:nvPr/>
        </p:nvSpPr>
        <p:spPr>
          <a:xfrm rot="5400000">
            <a:off x="6875695" y="625718"/>
            <a:ext cx="49955" cy="154291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3389EF-EE7A-F9ED-C399-6738A6276866}"/>
              </a:ext>
            </a:extLst>
          </p:cNvPr>
          <p:cNvSpPr/>
          <p:nvPr/>
        </p:nvSpPr>
        <p:spPr>
          <a:xfrm rot="5400000">
            <a:off x="6877840" y="2119438"/>
            <a:ext cx="49955" cy="154291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0B825D-F7BA-F903-CA96-FE6DCA14F333}"/>
              </a:ext>
            </a:extLst>
          </p:cNvPr>
          <p:cNvSpPr/>
          <p:nvPr/>
        </p:nvSpPr>
        <p:spPr>
          <a:xfrm rot="5400000">
            <a:off x="6829740" y="954999"/>
            <a:ext cx="139017" cy="144582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フローチャート: 和接合 16">
            <a:extLst>
              <a:ext uri="{FF2B5EF4-FFF2-40B4-BE49-F238E27FC236}">
                <a16:creationId xmlns:a16="http://schemas.microsoft.com/office/drawing/2014/main" id="{BFD19793-CF4A-04C0-BBFE-E1452C33C2CE}"/>
              </a:ext>
            </a:extLst>
          </p:cNvPr>
          <p:cNvSpPr/>
          <p:nvPr/>
        </p:nvSpPr>
        <p:spPr bwMode="auto">
          <a:xfrm rot="10800000">
            <a:off x="6863441" y="1642105"/>
            <a:ext cx="71615" cy="71615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43814E-808B-921F-4B57-A7827E43CB82}"/>
              </a:ext>
            </a:extLst>
          </p:cNvPr>
          <p:cNvSpPr/>
          <p:nvPr/>
        </p:nvSpPr>
        <p:spPr>
          <a:xfrm rot="5400000">
            <a:off x="6830184" y="769151"/>
            <a:ext cx="139017" cy="1444938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ABFB46B-E1D4-8625-4BF3-A91171B15C52}"/>
              </a:ext>
            </a:extLst>
          </p:cNvPr>
          <p:cNvGrpSpPr/>
          <p:nvPr/>
        </p:nvGrpSpPr>
        <p:grpSpPr>
          <a:xfrm>
            <a:off x="6865991" y="1457588"/>
            <a:ext cx="67402" cy="68063"/>
            <a:chOff x="5550747" y="2678351"/>
            <a:chExt cx="57600" cy="58165"/>
          </a:xfrm>
        </p:grpSpPr>
        <p:sp>
          <p:nvSpPr>
            <p:cNvPr id="39" name="楕円 300">
              <a:extLst>
                <a:ext uri="{FF2B5EF4-FFF2-40B4-BE49-F238E27FC236}">
                  <a16:creationId xmlns:a16="http://schemas.microsoft.com/office/drawing/2014/main" id="{2DC8B159-E8C4-6CEB-1022-0CE4BAFFDDDB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楕円 301">
              <a:extLst>
                <a:ext uri="{FF2B5EF4-FFF2-40B4-BE49-F238E27FC236}">
                  <a16:creationId xmlns:a16="http://schemas.microsoft.com/office/drawing/2014/main" id="{3FAFEE53-148D-3760-4C24-7220690E941E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F700848-157E-21D3-98C5-A9BE826B693B}"/>
              </a:ext>
            </a:extLst>
          </p:cNvPr>
          <p:cNvSpPr/>
          <p:nvPr/>
        </p:nvSpPr>
        <p:spPr>
          <a:xfrm rot="5400000">
            <a:off x="6829740" y="1327586"/>
            <a:ext cx="139017" cy="144582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フローチャート: 和接合 16">
            <a:extLst>
              <a:ext uri="{FF2B5EF4-FFF2-40B4-BE49-F238E27FC236}">
                <a16:creationId xmlns:a16="http://schemas.microsoft.com/office/drawing/2014/main" id="{8D409188-4247-91F3-65BD-9ED92F3635F9}"/>
              </a:ext>
            </a:extLst>
          </p:cNvPr>
          <p:cNvSpPr/>
          <p:nvPr/>
        </p:nvSpPr>
        <p:spPr bwMode="auto">
          <a:xfrm rot="10800000">
            <a:off x="6863441" y="2014692"/>
            <a:ext cx="71615" cy="71615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431D33-E176-1E25-192B-7363B15A7DAC}"/>
              </a:ext>
            </a:extLst>
          </p:cNvPr>
          <p:cNvSpPr/>
          <p:nvPr/>
        </p:nvSpPr>
        <p:spPr>
          <a:xfrm rot="5400000">
            <a:off x="6830184" y="1141738"/>
            <a:ext cx="139017" cy="1444938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01DC672-5CE9-DFED-1B18-8D8CB22A69BD}"/>
              </a:ext>
            </a:extLst>
          </p:cNvPr>
          <p:cNvGrpSpPr/>
          <p:nvPr/>
        </p:nvGrpSpPr>
        <p:grpSpPr>
          <a:xfrm>
            <a:off x="6865991" y="1830176"/>
            <a:ext cx="67402" cy="68063"/>
            <a:chOff x="5550747" y="2678351"/>
            <a:chExt cx="57600" cy="58165"/>
          </a:xfrm>
        </p:grpSpPr>
        <p:sp>
          <p:nvSpPr>
            <p:cNvPr id="36" name="楕円 300">
              <a:extLst>
                <a:ext uri="{FF2B5EF4-FFF2-40B4-BE49-F238E27FC236}">
                  <a16:creationId xmlns:a16="http://schemas.microsoft.com/office/drawing/2014/main" id="{B2890FB9-89D2-22BB-E631-BBA656810EF1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楕円 301">
              <a:extLst>
                <a:ext uri="{FF2B5EF4-FFF2-40B4-BE49-F238E27FC236}">
                  <a16:creationId xmlns:a16="http://schemas.microsoft.com/office/drawing/2014/main" id="{62F97FD2-C19A-52C7-C4D0-52349491F094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229503B-D437-2EC4-81A9-C1B1FD99A14F}"/>
              </a:ext>
            </a:extLst>
          </p:cNvPr>
          <p:cNvSpPr/>
          <p:nvPr/>
        </p:nvSpPr>
        <p:spPr>
          <a:xfrm rot="5400000">
            <a:off x="6829740" y="1700174"/>
            <a:ext cx="139017" cy="144582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フローチャート: 和接合 16">
            <a:extLst>
              <a:ext uri="{FF2B5EF4-FFF2-40B4-BE49-F238E27FC236}">
                <a16:creationId xmlns:a16="http://schemas.microsoft.com/office/drawing/2014/main" id="{0B34F497-90A1-6C28-DAF1-109D9A10C076}"/>
              </a:ext>
            </a:extLst>
          </p:cNvPr>
          <p:cNvSpPr/>
          <p:nvPr/>
        </p:nvSpPr>
        <p:spPr bwMode="auto">
          <a:xfrm rot="10800000">
            <a:off x="6863441" y="2387280"/>
            <a:ext cx="71615" cy="71615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C162B5-A034-7FBB-720F-9B40F9592E06}"/>
              </a:ext>
            </a:extLst>
          </p:cNvPr>
          <p:cNvSpPr/>
          <p:nvPr/>
        </p:nvSpPr>
        <p:spPr>
          <a:xfrm rot="5400000">
            <a:off x="6830184" y="1514326"/>
            <a:ext cx="139017" cy="1444938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4F6697E-43B6-0BAB-0457-88C6D62D674E}"/>
              </a:ext>
            </a:extLst>
          </p:cNvPr>
          <p:cNvGrpSpPr/>
          <p:nvPr/>
        </p:nvGrpSpPr>
        <p:grpSpPr>
          <a:xfrm>
            <a:off x="6865991" y="2202763"/>
            <a:ext cx="67402" cy="68063"/>
            <a:chOff x="5550747" y="2678351"/>
            <a:chExt cx="57600" cy="58165"/>
          </a:xfrm>
        </p:grpSpPr>
        <p:sp>
          <p:nvSpPr>
            <p:cNvPr id="32" name="楕円 300">
              <a:extLst>
                <a:ext uri="{FF2B5EF4-FFF2-40B4-BE49-F238E27FC236}">
                  <a16:creationId xmlns:a16="http://schemas.microsoft.com/office/drawing/2014/main" id="{BAF4EAF8-D056-D8F1-99C7-6CFAD53DC273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楕円 301">
              <a:extLst>
                <a:ext uri="{FF2B5EF4-FFF2-40B4-BE49-F238E27FC236}">
                  <a16:creationId xmlns:a16="http://schemas.microsoft.com/office/drawing/2014/main" id="{7CB58903-80E9-D5D3-DA85-94174F37D075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96E3DF9B-E908-F529-6E70-9051C60656AC}"/>
              </a:ext>
            </a:extLst>
          </p:cNvPr>
          <p:cNvSpPr/>
          <p:nvPr/>
        </p:nvSpPr>
        <p:spPr>
          <a:xfrm rot="5400000">
            <a:off x="6829740" y="2072763"/>
            <a:ext cx="139017" cy="144582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フローチャート: 和接合 16">
            <a:extLst>
              <a:ext uri="{FF2B5EF4-FFF2-40B4-BE49-F238E27FC236}">
                <a16:creationId xmlns:a16="http://schemas.microsoft.com/office/drawing/2014/main" id="{19A6B5D5-C768-9CA2-83AA-69C70E54987B}"/>
              </a:ext>
            </a:extLst>
          </p:cNvPr>
          <p:cNvSpPr/>
          <p:nvPr/>
        </p:nvSpPr>
        <p:spPr bwMode="auto">
          <a:xfrm rot="10800000">
            <a:off x="6863441" y="2759869"/>
            <a:ext cx="71615" cy="71615"/>
          </a:xfrm>
          <a:prstGeom prst="flowChartSummingJunction">
            <a:avLst/>
          </a:prstGeom>
          <a:solidFill>
            <a:srgbClr val="FFC000"/>
          </a:solidFill>
          <a:ln w="6350">
            <a:solidFill>
              <a:srgbClr val="101010"/>
            </a:solidFill>
            <a:round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5B48BD-E903-F19A-7658-7516FB0A457F}"/>
              </a:ext>
            </a:extLst>
          </p:cNvPr>
          <p:cNvSpPr/>
          <p:nvPr/>
        </p:nvSpPr>
        <p:spPr>
          <a:xfrm rot="5400000">
            <a:off x="6830184" y="1886913"/>
            <a:ext cx="139017" cy="1444938"/>
          </a:xfrm>
          <a:prstGeom prst="rect">
            <a:avLst/>
          </a:prstGeom>
          <a:solidFill>
            <a:srgbClr val="C559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9E33D55-18E6-6EFF-9C2F-EA478D403EAF}"/>
              </a:ext>
            </a:extLst>
          </p:cNvPr>
          <p:cNvGrpSpPr/>
          <p:nvPr/>
        </p:nvGrpSpPr>
        <p:grpSpPr>
          <a:xfrm>
            <a:off x="6865991" y="2575351"/>
            <a:ext cx="67402" cy="68063"/>
            <a:chOff x="5550747" y="2678351"/>
            <a:chExt cx="57600" cy="58165"/>
          </a:xfrm>
        </p:grpSpPr>
        <p:sp>
          <p:nvSpPr>
            <p:cNvPr id="30" name="楕円 300">
              <a:extLst>
                <a:ext uri="{FF2B5EF4-FFF2-40B4-BE49-F238E27FC236}">
                  <a16:creationId xmlns:a16="http://schemas.microsoft.com/office/drawing/2014/main" id="{78ADB58E-317F-2D55-C63E-D693D649E875}"/>
                </a:ext>
              </a:extLst>
            </p:cNvPr>
            <p:cNvSpPr/>
            <p:nvPr/>
          </p:nvSpPr>
          <p:spPr bwMode="auto">
            <a:xfrm rot="10800000">
              <a:off x="5550747" y="2678351"/>
              <a:ext cx="57600" cy="58165"/>
            </a:xfrm>
            <a:prstGeom prst="ellipse">
              <a:avLst/>
            </a:prstGeom>
            <a:noFill/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楕円 301">
              <a:extLst>
                <a:ext uri="{FF2B5EF4-FFF2-40B4-BE49-F238E27FC236}">
                  <a16:creationId xmlns:a16="http://schemas.microsoft.com/office/drawing/2014/main" id="{A61041DB-993A-EAA4-15F0-E56D5741B7A7}"/>
                </a:ext>
              </a:extLst>
            </p:cNvPr>
            <p:cNvSpPr/>
            <p:nvPr/>
          </p:nvSpPr>
          <p:spPr bwMode="auto">
            <a:xfrm rot="10800000">
              <a:off x="5572276" y="2700163"/>
              <a:ext cx="14542" cy="14541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10101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ja-JP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59496177-E8DE-E79F-827E-16A5FD22A1A9}"/>
              </a:ext>
            </a:extLst>
          </p:cNvPr>
          <p:cNvSpPr/>
          <p:nvPr/>
        </p:nvSpPr>
        <p:spPr>
          <a:xfrm>
            <a:off x="5862561" y="5660199"/>
            <a:ext cx="2099208" cy="2055503"/>
          </a:xfrm>
          <a:prstGeom prst="rect">
            <a:avLst/>
          </a:prstGeom>
          <a:solidFill>
            <a:srgbClr val="7270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277FAAE-A28A-3DCF-6EB7-328A5A4FBAD9}"/>
              </a:ext>
            </a:extLst>
          </p:cNvPr>
          <p:cNvGrpSpPr/>
          <p:nvPr/>
        </p:nvGrpSpPr>
        <p:grpSpPr>
          <a:xfrm>
            <a:off x="6131288" y="5908186"/>
            <a:ext cx="1557086" cy="1555690"/>
            <a:chOff x="6978166" y="2617955"/>
            <a:chExt cx="1320364" cy="131918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4472355-78FD-C5F4-70D6-738DDAE28218}"/>
                </a:ext>
              </a:extLst>
            </p:cNvPr>
            <p:cNvSpPr/>
            <p:nvPr/>
          </p:nvSpPr>
          <p:spPr>
            <a:xfrm>
              <a:off x="6978167" y="2617956"/>
              <a:ext cx="1318530" cy="13191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40EEBC7-BDF3-B2A1-4111-3CDAC1907E1B}"/>
                </a:ext>
              </a:extLst>
            </p:cNvPr>
            <p:cNvSpPr/>
            <p:nvPr/>
          </p:nvSpPr>
          <p:spPr>
            <a:xfrm rot="5400000">
              <a:off x="7616087" y="1980034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084B209-90B4-D252-4A37-F6BD9CFFB7CB}"/>
                </a:ext>
              </a:extLst>
            </p:cNvPr>
            <p:cNvSpPr/>
            <p:nvPr/>
          </p:nvSpPr>
          <p:spPr>
            <a:xfrm rot="5400000">
              <a:off x="7617920" y="3256522"/>
              <a:ext cx="42690" cy="131853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CB414ED-8FDB-21B7-B801-42C79E6B25C0}"/>
                </a:ext>
              </a:extLst>
            </p:cNvPr>
            <p:cNvGrpSpPr/>
            <p:nvPr/>
          </p:nvGrpSpPr>
          <p:grpSpPr>
            <a:xfrm rot="16200000">
              <a:off x="6621649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5012B394-6419-1A35-F64B-A16EBE5096F0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フローチャート: 和接合 16">
                <a:extLst>
                  <a:ext uri="{FF2B5EF4-FFF2-40B4-BE49-F238E27FC236}">
                    <a16:creationId xmlns:a16="http://schemas.microsoft.com/office/drawing/2014/main" id="{54F55B5C-E8A9-B4AD-FA5E-B2F0B606CAFF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DEDDDC4-CD28-6BCC-4ADF-005DBDE1EDF6}"/>
                </a:ext>
              </a:extLst>
            </p:cNvPr>
            <p:cNvSpPr/>
            <p:nvPr/>
          </p:nvSpPr>
          <p:spPr>
            <a:xfrm>
              <a:off x="7020829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55E37BA-5956-4E61-6B9B-5F5B19F2DB32}"/>
                </a:ext>
              </a:extLst>
            </p:cNvPr>
            <p:cNvGrpSpPr/>
            <p:nvPr/>
          </p:nvGrpSpPr>
          <p:grpSpPr>
            <a:xfrm rot="16200000">
              <a:off x="7051430" y="3248500"/>
              <a:ext cx="57600" cy="58165"/>
              <a:chOff x="5550747" y="2678351"/>
              <a:chExt cx="57600" cy="58165"/>
            </a:xfrm>
          </p:grpSpPr>
          <p:sp>
            <p:nvSpPr>
              <p:cNvPr id="83" name="楕円 300">
                <a:extLst>
                  <a:ext uri="{FF2B5EF4-FFF2-40B4-BE49-F238E27FC236}">
                    <a16:creationId xmlns:a16="http://schemas.microsoft.com/office/drawing/2014/main" id="{98DD342C-B357-6F60-812F-B6C38DB36FFE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楕円 301">
                <a:extLst>
                  <a:ext uri="{FF2B5EF4-FFF2-40B4-BE49-F238E27FC236}">
                    <a16:creationId xmlns:a16="http://schemas.microsoft.com/office/drawing/2014/main" id="{86121488-63AA-89C1-F148-597168B6AB97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0412AA0-95CF-AD4F-7337-8AB77DA2D656}"/>
                </a:ext>
              </a:extLst>
            </p:cNvPr>
            <p:cNvGrpSpPr/>
            <p:nvPr/>
          </p:nvGrpSpPr>
          <p:grpSpPr>
            <a:xfrm rot="16200000">
              <a:off x="6940051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31C2687-33F3-0993-AF1B-0D2AD22B100B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フローチャート: 和接合 16">
                <a:extLst>
                  <a:ext uri="{FF2B5EF4-FFF2-40B4-BE49-F238E27FC236}">
                    <a16:creationId xmlns:a16="http://schemas.microsoft.com/office/drawing/2014/main" id="{3F808700-D0EA-7F60-CB84-7EFC44A6000B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BE3DE7A-88CC-3CEF-03FE-EADD1634735B}"/>
                </a:ext>
              </a:extLst>
            </p:cNvPr>
            <p:cNvSpPr/>
            <p:nvPr/>
          </p:nvSpPr>
          <p:spPr>
            <a:xfrm>
              <a:off x="7339231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B8C6DA1-745F-DE29-A8E5-51A48F694D5F}"/>
                </a:ext>
              </a:extLst>
            </p:cNvPr>
            <p:cNvGrpSpPr/>
            <p:nvPr/>
          </p:nvGrpSpPr>
          <p:grpSpPr>
            <a:xfrm rot="16200000">
              <a:off x="7369832" y="3248500"/>
              <a:ext cx="57600" cy="58165"/>
              <a:chOff x="5550747" y="2678351"/>
              <a:chExt cx="57600" cy="58165"/>
            </a:xfrm>
          </p:grpSpPr>
          <p:sp>
            <p:nvSpPr>
              <p:cNvPr id="79" name="楕円 300">
                <a:extLst>
                  <a:ext uri="{FF2B5EF4-FFF2-40B4-BE49-F238E27FC236}">
                    <a16:creationId xmlns:a16="http://schemas.microsoft.com/office/drawing/2014/main" id="{41BD23F5-EC91-E31F-02F5-8529EEC73736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" name="楕円 301">
                <a:extLst>
                  <a:ext uri="{FF2B5EF4-FFF2-40B4-BE49-F238E27FC236}">
                    <a16:creationId xmlns:a16="http://schemas.microsoft.com/office/drawing/2014/main" id="{BF2ABFAA-00BD-B29E-24DA-98CF86B10425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66151EA-2874-5F8A-02EB-F5F45C88FA41}"/>
                </a:ext>
              </a:extLst>
            </p:cNvPr>
            <p:cNvGrpSpPr/>
            <p:nvPr/>
          </p:nvGrpSpPr>
          <p:grpSpPr>
            <a:xfrm rot="16200000">
              <a:off x="7258453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B0B2D9E6-162B-E545-91DD-ECBC6B1D8640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フローチャート: 和接合 16">
                <a:extLst>
                  <a:ext uri="{FF2B5EF4-FFF2-40B4-BE49-F238E27FC236}">
                    <a16:creationId xmlns:a16="http://schemas.microsoft.com/office/drawing/2014/main" id="{CB2BA46D-F9B6-19CF-A3B8-6A185E1BEF57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B005474-FAE3-E9A7-A89A-A7FA0E2C8535}"/>
                </a:ext>
              </a:extLst>
            </p:cNvPr>
            <p:cNvSpPr/>
            <p:nvPr/>
          </p:nvSpPr>
          <p:spPr>
            <a:xfrm>
              <a:off x="7657633" y="2660183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5EA67A8-725A-3756-A437-DAEAC8C513E8}"/>
                </a:ext>
              </a:extLst>
            </p:cNvPr>
            <p:cNvGrpSpPr/>
            <p:nvPr/>
          </p:nvGrpSpPr>
          <p:grpSpPr>
            <a:xfrm rot="16200000">
              <a:off x="7688234" y="3248500"/>
              <a:ext cx="57600" cy="58165"/>
              <a:chOff x="5550747" y="2678351"/>
              <a:chExt cx="57600" cy="58165"/>
            </a:xfrm>
          </p:grpSpPr>
          <p:sp>
            <p:nvSpPr>
              <p:cNvPr id="74" name="楕円 300">
                <a:extLst>
                  <a:ext uri="{FF2B5EF4-FFF2-40B4-BE49-F238E27FC236}">
                    <a16:creationId xmlns:a16="http://schemas.microsoft.com/office/drawing/2014/main" id="{49910D47-D50B-98EF-0B9D-F8058A803A1D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楕円 301">
                <a:extLst>
                  <a:ext uri="{FF2B5EF4-FFF2-40B4-BE49-F238E27FC236}">
                    <a16:creationId xmlns:a16="http://schemas.microsoft.com/office/drawing/2014/main" id="{E6A01937-4E2B-ACE7-9828-DFD68EFEF362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E83DA753-26B1-A4FE-048D-D595BE9F7EC8}"/>
                </a:ext>
              </a:extLst>
            </p:cNvPr>
            <p:cNvGrpSpPr/>
            <p:nvPr/>
          </p:nvGrpSpPr>
          <p:grpSpPr>
            <a:xfrm rot="16200000">
              <a:off x="7576857" y="3218561"/>
              <a:ext cx="1235561" cy="118800"/>
              <a:chOff x="4961387" y="2975112"/>
              <a:chExt cx="1235561" cy="118800"/>
            </a:xfrm>
            <a:solidFill>
              <a:srgbClr val="FFC000"/>
            </a:solidFill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96F90F1-879F-F2FB-550D-774D39FF9799}"/>
                  </a:ext>
                </a:extLst>
              </p:cNvPr>
              <p:cNvSpPr/>
              <p:nvPr/>
            </p:nvSpPr>
            <p:spPr>
              <a:xfrm rot="5400000">
                <a:off x="5519768" y="2416731"/>
                <a:ext cx="118800" cy="1235561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JP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フローチャート: 和接合 16">
                <a:extLst>
                  <a:ext uri="{FF2B5EF4-FFF2-40B4-BE49-F238E27FC236}">
                    <a16:creationId xmlns:a16="http://schemas.microsoft.com/office/drawing/2014/main" id="{03340292-F245-9D0B-3FB8-3293928D1456}"/>
                  </a:ext>
                </a:extLst>
              </p:cNvPr>
              <p:cNvSpPr/>
              <p:nvPr/>
            </p:nvSpPr>
            <p:spPr bwMode="auto">
              <a:xfrm rot="10800000">
                <a:off x="5548568" y="3003911"/>
                <a:ext cx="61200" cy="61200"/>
              </a:xfrm>
              <a:prstGeom prst="flowChartSummingJunction">
                <a:avLst/>
              </a:prstGeom>
              <a:grp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262869C-FB62-D668-B982-4BC89BE6DBAC}"/>
                </a:ext>
              </a:extLst>
            </p:cNvPr>
            <p:cNvSpPr/>
            <p:nvPr/>
          </p:nvSpPr>
          <p:spPr>
            <a:xfrm>
              <a:off x="7976035" y="2660182"/>
              <a:ext cx="118800" cy="1234800"/>
            </a:xfrm>
            <a:prstGeom prst="rect">
              <a:avLst/>
            </a:prstGeom>
            <a:solidFill>
              <a:srgbClr val="C5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3366051-B8AF-8F3A-D9DA-0B66EA2EC02F}"/>
                </a:ext>
              </a:extLst>
            </p:cNvPr>
            <p:cNvGrpSpPr/>
            <p:nvPr/>
          </p:nvGrpSpPr>
          <p:grpSpPr>
            <a:xfrm rot="16200000">
              <a:off x="8006636" y="3248499"/>
              <a:ext cx="57600" cy="58165"/>
              <a:chOff x="5550747" y="2678351"/>
              <a:chExt cx="57600" cy="58165"/>
            </a:xfrm>
          </p:grpSpPr>
          <p:sp>
            <p:nvSpPr>
              <p:cNvPr id="70" name="楕円 300">
                <a:extLst>
                  <a:ext uri="{FF2B5EF4-FFF2-40B4-BE49-F238E27FC236}">
                    <a16:creationId xmlns:a16="http://schemas.microsoft.com/office/drawing/2014/main" id="{BADFA6CD-9EF4-2F3C-9BE6-A06BF2BA7C8D}"/>
                  </a:ext>
                </a:extLst>
              </p:cNvPr>
              <p:cNvSpPr/>
              <p:nvPr/>
            </p:nvSpPr>
            <p:spPr bwMode="auto">
              <a:xfrm rot="10800000">
                <a:off x="5550747" y="2678351"/>
                <a:ext cx="57600" cy="58165"/>
              </a:xfrm>
              <a:prstGeom prst="ellipse">
                <a:avLst/>
              </a:prstGeom>
              <a:noFill/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楕円 301">
                <a:extLst>
                  <a:ext uri="{FF2B5EF4-FFF2-40B4-BE49-F238E27FC236}">
                    <a16:creationId xmlns:a16="http://schemas.microsoft.com/office/drawing/2014/main" id="{DC49E328-67BD-D01B-5DFA-09EB1DBC3DD4}"/>
                  </a:ext>
                </a:extLst>
              </p:cNvPr>
              <p:cNvSpPr/>
              <p:nvPr/>
            </p:nvSpPr>
            <p:spPr bwMode="auto">
              <a:xfrm rot="10800000">
                <a:off x="5572276" y="2700163"/>
                <a:ext cx="14542" cy="14541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rgbClr val="10101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94ACD7C-0EBD-ABFF-8369-871964BC7063}"/>
              </a:ext>
            </a:extLst>
          </p:cNvPr>
          <p:cNvCxnSpPr>
            <a:cxnSpLocks/>
          </p:cNvCxnSpPr>
          <p:nvPr/>
        </p:nvCxnSpPr>
        <p:spPr>
          <a:xfrm>
            <a:off x="4912851" y="1333608"/>
            <a:ext cx="0" cy="26807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87860B5-5031-6A4D-6D95-600873E2FD03}"/>
              </a:ext>
            </a:extLst>
          </p:cNvPr>
          <p:cNvCxnSpPr>
            <a:cxnSpLocks/>
          </p:cNvCxnSpPr>
          <p:nvPr/>
        </p:nvCxnSpPr>
        <p:spPr>
          <a:xfrm flipH="1">
            <a:off x="3349080" y="981501"/>
            <a:ext cx="928838" cy="52489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AE3F392-B022-B757-4EAC-BA7BBDFCDD5D}"/>
              </a:ext>
            </a:extLst>
          </p:cNvPr>
          <p:cNvCxnSpPr>
            <a:cxnSpLocks/>
          </p:cNvCxnSpPr>
          <p:nvPr/>
        </p:nvCxnSpPr>
        <p:spPr>
          <a:xfrm flipH="1" flipV="1">
            <a:off x="3329861" y="1883989"/>
            <a:ext cx="575156" cy="333948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D05515D-4474-BF35-BAC7-A7E0C161605D}"/>
              </a:ext>
            </a:extLst>
          </p:cNvPr>
          <p:cNvCxnSpPr>
            <a:cxnSpLocks/>
          </p:cNvCxnSpPr>
          <p:nvPr/>
        </p:nvCxnSpPr>
        <p:spPr>
          <a:xfrm>
            <a:off x="4786121" y="5774345"/>
            <a:ext cx="0" cy="300496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54459A9-1C73-2985-89DE-D35CB5E20E44}"/>
              </a:ext>
            </a:extLst>
          </p:cNvPr>
          <p:cNvCxnSpPr>
            <a:cxnSpLocks/>
          </p:cNvCxnSpPr>
          <p:nvPr/>
        </p:nvCxnSpPr>
        <p:spPr>
          <a:xfrm flipH="1">
            <a:off x="3329861" y="5466482"/>
            <a:ext cx="882149" cy="49284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14B4668-EB5B-770D-FFC9-8A573E1C86F7}"/>
              </a:ext>
            </a:extLst>
          </p:cNvPr>
          <p:cNvCxnSpPr>
            <a:cxnSpLocks/>
          </p:cNvCxnSpPr>
          <p:nvPr/>
        </p:nvCxnSpPr>
        <p:spPr>
          <a:xfrm flipH="1" flipV="1">
            <a:off x="3329861" y="6347389"/>
            <a:ext cx="463833" cy="28184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: Rounded Corners 9">
            <a:extLst>
              <a:ext uri="{FF2B5EF4-FFF2-40B4-BE49-F238E27FC236}">
                <a16:creationId xmlns:a16="http://schemas.microsoft.com/office/drawing/2014/main" id="{31F24223-0B58-8C91-08D2-536CB72AA25D}"/>
              </a:ext>
            </a:extLst>
          </p:cNvPr>
          <p:cNvSpPr/>
          <p:nvPr/>
        </p:nvSpPr>
        <p:spPr>
          <a:xfrm rot="19765958">
            <a:off x="2973327" y="5329940"/>
            <a:ext cx="1117787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</a:t>
            </a:r>
            <a:endParaRPr lang="en-PH" i="1" baseline="-2500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5" name="Rectangle: Rounded Corners 9">
            <a:extLst>
              <a:ext uri="{FF2B5EF4-FFF2-40B4-BE49-F238E27FC236}">
                <a16:creationId xmlns:a16="http://schemas.microsoft.com/office/drawing/2014/main" id="{7690733A-A825-E3CF-CDB0-305AB9CBCFE2}"/>
              </a:ext>
            </a:extLst>
          </p:cNvPr>
          <p:cNvSpPr/>
          <p:nvPr/>
        </p:nvSpPr>
        <p:spPr>
          <a:xfrm>
            <a:off x="4155694" y="5626774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</a:t>
            </a:r>
            <a:endParaRPr lang="en-PH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6" name="Rectangle: Rounded Corners 9">
            <a:extLst>
              <a:ext uri="{FF2B5EF4-FFF2-40B4-BE49-F238E27FC236}">
                <a16:creationId xmlns:a16="http://schemas.microsoft.com/office/drawing/2014/main" id="{135B26A3-E8AB-6C7B-574B-B9BA3AB7D004}"/>
              </a:ext>
            </a:extLst>
          </p:cNvPr>
          <p:cNvSpPr/>
          <p:nvPr/>
        </p:nvSpPr>
        <p:spPr>
          <a:xfrm rot="2140464">
            <a:off x="3044796" y="6320355"/>
            <a:ext cx="710768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</a:t>
            </a:r>
            <a:endParaRPr lang="en-PH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97" name="Arrow: Right 200">
            <a:extLst>
              <a:ext uri="{FF2B5EF4-FFF2-40B4-BE49-F238E27FC236}">
                <a16:creationId xmlns:a16="http://schemas.microsoft.com/office/drawing/2014/main" id="{2BE2A6D1-1BE9-7E91-9B77-417C7312D20D}"/>
              </a:ext>
            </a:extLst>
          </p:cNvPr>
          <p:cNvSpPr/>
          <p:nvPr/>
        </p:nvSpPr>
        <p:spPr>
          <a:xfrm>
            <a:off x="5042793" y="6159555"/>
            <a:ext cx="477197" cy="375668"/>
          </a:xfrm>
          <a:prstGeom prst="rightArrow">
            <a:avLst/>
          </a:prstGeom>
          <a:solidFill>
            <a:srgbClr val="C5591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Arrow: Right 227">
            <a:extLst>
              <a:ext uri="{FF2B5EF4-FFF2-40B4-BE49-F238E27FC236}">
                <a16:creationId xmlns:a16="http://schemas.microsoft.com/office/drawing/2014/main" id="{CA9CF78D-2CB3-38B5-F76F-FA7C0420CC2B}"/>
              </a:ext>
            </a:extLst>
          </p:cNvPr>
          <p:cNvSpPr/>
          <p:nvPr/>
        </p:nvSpPr>
        <p:spPr>
          <a:xfrm>
            <a:off x="5058125" y="1863617"/>
            <a:ext cx="501313" cy="375668"/>
          </a:xfrm>
          <a:prstGeom prst="rightArrow">
            <a:avLst/>
          </a:prstGeom>
          <a:solidFill>
            <a:srgbClr val="C5591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01AD73C-940C-87C6-398E-43A078B1A51B}"/>
              </a:ext>
            </a:extLst>
          </p:cNvPr>
          <p:cNvCxnSpPr/>
          <p:nvPr/>
        </p:nvCxnSpPr>
        <p:spPr>
          <a:xfrm>
            <a:off x="7701976" y="7413388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EAF8FC0-239F-9119-4E3C-43429BC7DCD9}"/>
              </a:ext>
            </a:extLst>
          </p:cNvPr>
          <p:cNvCxnSpPr/>
          <p:nvPr/>
        </p:nvCxnSpPr>
        <p:spPr>
          <a:xfrm>
            <a:off x="7701976" y="7460288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FED71CF-2366-9CE0-BEB5-70B51E1E3064}"/>
              </a:ext>
            </a:extLst>
          </p:cNvPr>
          <p:cNvGrpSpPr/>
          <p:nvPr/>
        </p:nvGrpSpPr>
        <p:grpSpPr>
          <a:xfrm rot="5400000">
            <a:off x="5891823" y="7643262"/>
            <a:ext cx="545837" cy="61333"/>
            <a:chOff x="3708336" y="3708337"/>
            <a:chExt cx="545837" cy="61333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BC3FE45-9F75-1187-1E22-3C982AF2A6DE}"/>
                </a:ext>
              </a:extLst>
            </p:cNvPr>
            <p:cNvCxnSpPr/>
            <p:nvPr/>
          </p:nvCxnSpPr>
          <p:spPr>
            <a:xfrm>
              <a:off x="3708336" y="3708337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B8C0CA1-644D-9E7D-FA1E-B1FB4ABA8629}"/>
                </a:ext>
              </a:extLst>
            </p:cNvPr>
            <p:cNvCxnSpPr/>
            <p:nvPr/>
          </p:nvCxnSpPr>
          <p:spPr>
            <a:xfrm>
              <a:off x="3708336" y="3769670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Rectangle: Rounded Corners 9">
            <a:extLst>
              <a:ext uri="{FF2B5EF4-FFF2-40B4-BE49-F238E27FC236}">
                <a16:creationId xmlns:a16="http://schemas.microsoft.com/office/drawing/2014/main" id="{B8C60EB9-87B7-F056-E158-3F89F18BD574}"/>
              </a:ext>
            </a:extLst>
          </p:cNvPr>
          <p:cNvSpPr/>
          <p:nvPr/>
        </p:nvSpPr>
        <p:spPr>
          <a:xfrm>
            <a:off x="5083745" y="7828726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1.00 mm</a:t>
            </a:r>
          </a:p>
        </p:txBody>
      </p:sp>
      <p:sp>
        <p:nvSpPr>
          <p:cNvPr id="105" name="Rectangle: Rounded Corners 9">
            <a:extLst>
              <a:ext uri="{FF2B5EF4-FFF2-40B4-BE49-F238E27FC236}">
                <a16:creationId xmlns:a16="http://schemas.microsoft.com/office/drawing/2014/main" id="{8E5BEB73-0DFC-31BD-A808-D11956578BDB}"/>
              </a:ext>
            </a:extLst>
          </p:cNvPr>
          <p:cNvSpPr/>
          <p:nvPr/>
        </p:nvSpPr>
        <p:spPr>
          <a:xfrm>
            <a:off x="5964269" y="7828726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0.10 mm</a:t>
            </a:r>
          </a:p>
        </p:txBody>
      </p:sp>
      <p:sp>
        <p:nvSpPr>
          <p:cNvPr id="106" name="Rectangle: Rounded Corners 9">
            <a:extLst>
              <a:ext uri="{FF2B5EF4-FFF2-40B4-BE49-F238E27FC236}">
                <a16:creationId xmlns:a16="http://schemas.microsoft.com/office/drawing/2014/main" id="{914F31E1-0A29-470D-C555-E5D263055E66}"/>
              </a:ext>
            </a:extLst>
          </p:cNvPr>
          <p:cNvSpPr/>
          <p:nvPr/>
        </p:nvSpPr>
        <p:spPr>
          <a:xfrm>
            <a:off x="7695892" y="7167803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1.00 mm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D446257-A04B-1FA6-E0F0-5CAF426E9F7A}"/>
              </a:ext>
            </a:extLst>
          </p:cNvPr>
          <p:cNvSpPr/>
          <p:nvPr/>
        </p:nvSpPr>
        <p:spPr>
          <a:xfrm rot="5400000">
            <a:off x="4548881" y="2463173"/>
            <a:ext cx="155406" cy="14431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9B17BF7-1622-E2CA-906F-F285F1478E2C}"/>
              </a:ext>
            </a:extLst>
          </p:cNvPr>
          <p:cNvCxnSpPr/>
          <p:nvPr/>
        </p:nvCxnSpPr>
        <p:spPr>
          <a:xfrm>
            <a:off x="7676514" y="2865169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D687606-7795-D85F-C47A-9BF0477695D5}"/>
              </a:ext>
            </a:extLst>
          </p:cNvPr>
          <p:cNvCxnSpPr/>
          <p:nvPr/>
        </p:nvCxnSpPr>
        <p:spPr>
          <a:xfrm>
            <a:off x="7676514" y="2916342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596BB52-EDD3-CD74-164A-68DB90B51942}"/>
              </a:ext>
            </a:extLst>
          </p:cNvPr>
          <p:cNvGrpSpPr/>
          <p:nvPr/>
        </p:nvGrpSpPr>
        <p:grpSpPr>
          <a:xfrm>
            <a:off x="7616792" y="2297027"/>
            <a:ext cx="545837" cy="61333"/>
            <a:chOff x="3708336" y="3708337"/>
            <a:chExt cx="545837" cy="61333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C4E8CF31-64FC-BF54-F719-CE59F3073511}"/>
                </a:ext>
              </a:extLst>
            </p:cNvPr>
            <p:cNvCxnSpPr/>
            <p:nvPr/>
          </p:nvCxnSpPr>
          <p:spPr>
            <a:xfrm>
              <a:off x="3708336" y="3708337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0E76A2B-08F6-C9C6-B174-54EE9EF36E03}"/>
                </a:ext>
              </a:extLst>
            </p:cNvPr>
            <p:cNvCxnSpPr/>
            <p:nvPr/>
          </p:nvCxnSpPr>
          <p:spPr>
            <a:xfrm>
              <a:off x="3708336" y="3769670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9BD7F43-9E41-9AE9-2546-D0BF880CC38E}"/>
              </a:ext>
            </a:extLst>
          </p:cNvPr>
          <p:cNvGrpSpPr/>
          <p:nvPr/>
        </p:nvGrpSpPr>
        <p:grpSpPr>
          <a:xfrm rot="5400000">
            <a:off x="5879460" y="3094910"/>
            <a:ext cx="545837" cy="61333"/>
            <a:chOff x="3708336" y="3708337"/>
            <a:chExt cx="545837" cy="61333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218B245-4C02-ADF6-3028-81D829D55A37}"/>
                </a:ext>
              </a:extLst>
            </p:cNvPr>
            <p:cNvCxnSpPr/>
            <p:nvPr/>
          </p:nvCxnSpPr>
          <p:spPr>
            <a:xfrm>
              <a:off x="3708336" y="3708337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E6ED6A4-08DD-27DC-F0B0-7A3D55F31517}"/>
                </a:ext>
              </a:extLst>
            </p:cNvPr>
            <p:cNvCxnSpPr/>
            <p:nvPr/>
          </p:nvCxnSpPr>
          <p:spPr>
            <a:xfrm>
              <a:off x="3708336" y="3769670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Rectangle: Rounded Corners 9">
            <a:extLst>
              <a:ext uri="{FF2B5EF4-FFF2-40B4-BE49-F238E27FC236}">
                <a16:creationId xmlns:a16="http://schemas.microsoft.com/office/drawing/2014/main" id="{A116A6F0-8BF5-1A60-9A80-9C08B885EA23}"/>
              </a:ext>
            </a:extLst>
          </p:cNvPr>
          <p:cNvSpPr/>
          <p:nvPr/>
        </p:nvSpPr>
        <p:spPr>
          <a:xfrm>
            <a:off x="8104421" y="1910137"/>
            <a:ext cx="105649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0.10 mm</a:t>
            </a:r>
          </a:p>
        </p:txBody>
      </p:sp>
      <p:sp>
        <p:nvSpPr>
          <p:cNvPr id="117" name="Rectangle: Rounded Corners 9">
            <a:extLst>
              <a:ext uri="{FF2B5EF4-FFF2-40B4-BE49-F238E27FC236}">
                <a16:creationId xmlns:a16="http://schemas.microsoft.com/office/drawing/2014/main" id="{7CE1785B-1E30-6448-B108-482B156CD1F5}"/>
              </a:ext>
            </a:extLst>
          </p:cNvPr>
          <p:cNvSpPr/>
          <p:nvPr/>
        </p:nvSpPr>
        <p:spPr>
          <a:xfrm>
            <a:off x="8104421" y="2648411"/>
            <a:ext cx="1056492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1.00 mm</a:t>
            </a:r>
          </a:p>
        </p:txBody>
      </p:sp>
      <p:sp>
        <p:nvSpPr>
          <p:cNvPr id="118" name="Rectangle: Rounded Corners 9">
            <a:extLst>
              <a:ext uri="{FF2B5EF4-FFF2-40B4-BE49-F238E27FC236}">
                <a16:creationId xmlns:a16="http://schemas.microsoft.com/office/drawing/2014/main" id="{C3DF33AE-49FA-D72F-6051-916BF223A881}"/>
              </a:ext>
            </a:extLst>
          </p:cNvPr>
          <p:cNvSpPr/>
          <p:nvPr/>
        </p:nvSpPr>
        <p:spPr>
          <a:xfrm>
            <a:off x="5158841" y="3292719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1.00 mm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D04279E0-5209-E9E1-96B1-4083B5C8DF53}"/>
              </a:ext>
            </a:extLst>
          </p:cNvPr>
          <p:cNvSpPr/>
          <p:nvPr/>
        </p:nvSpPr>
        <p:spPr>
          <a:xfrm>
            <a:off x="4355264" y="6918677"/>
            <a:ext cx="155406" cy="14431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Rectangle: Rounded Corners 9">
            <a:extLst>
              <a:ext uri="{FF2B5EF4-FFF2-40B4-BE49-F238E27FC236}">
                <a16:creationId xmlns:a16="http://schemas.microsoft.com/office/drawing/2014/main" id="{42C0DADB-C658-C1D5-BA5F-3695343046E0}"/>
              </a:ext>
            </a:extLst>
          </p:cNvPr>
          <p:cNvSpPr/>
          <p:nvPr/>
        </p:nvSpPr>
        <p:spPr>
          <a:xfrm rot="19765958">
            <a:off x="2375385" y="5749208"/>
            <a:ext cx="354467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24" name="Rectangle: Rounded Corners 9">
            <a:extLst>
              <a:ext uri="{FF2B5EF4-FFF2-40B4-BE49-F238E27FC236}">
                <a16:creationId xmlns:a16="http://schemas.microsoft.com/office/drawing/2014/main" id="{5C366EA0-5178-C32D-89CA-3215F2E6CFE2}"/>
              </a:ext>
            </a:extLst>
          </p:cNvPr>
          <p:cNvSpPr/>
          <p:nvPr/>
        </p:nvSpPr>
        <p:spPr>
          <a:xfrm>
            <a:off x="3285781" y="3012149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30" name="Rectangle: Rounded Corners 9">
            <a:extLst>
              <a:ext uri="{FF2B5EF4-FFF2-40B4-BE49-F238E27FC236}">
                <a16:creationId xmlns:a16="http://schemas.microsoft.com/office/drawing/2014/main" id="{7536D03D-8306-7577-60EB-13B03257E5FD}"/>
              </a:ext>
            </a:extLst>
          </p:cNvPr>
          <p:cNvSpPr/>
          <p:nvPr/>
        </p:nvSpPr>
        <p:spPr>
          <a:xfrm>
            <a:off x="6492194" y="8138875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inter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31" name="Rectangle: Rounded Corners 9">
            <a:extLst>
              <a:ext uri="{FF2B5EF4-FFF2-40B4-BE49-F238E27FC236}">
                <a16:creationId xmlns:a16="http://schemas.microsoft.com/office/drawing/2014/main" id="{8C3FF20D-E6ED-B5E3-2963-888CA8CDB3C3}"/>
              </a:ext>
            </a:extLst>
          </p:cNvPr>
          <p:cNvSpPr/>
          <p:nvPr/>
        </p:nvSpPr>
        <p:spPr>
          <a:xfrm>
            <a:off x="5633407" y="8146322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clear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33" name="Rectangle: Rounded Corners 9">
            <a:extLst>
              <a:ext uri="{FF2B5EF4-FFF2-40B4-BE49-F238E27FC236}">
                <a16:creationId xmlns:a16="http://schemas.microsoft.com/office/drawing/2014/main" id="{58278E00-2347-5E16-5F5A-575EFD243A7B}"/>
              </a:ext>
            </a:extLst>
          </p:cNvPr>
          <p:cNvSpPr/>
          <p:nvPr/>
        </p:nvSpPr>
        <p:spPr>
          <a:xfrm>
            <a:off x="8258994" y="7453957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34" name="Rectangle: Rounded Corners 9">
            <a:extLst>
              <a:ext uri="{FF2B5EF4-FFF2-40B4-BE49-F238E27FC236}">
                <a16:creationId xmlns:a16="http://schemas.microsoft.com/office/drawing/2014/main" id="{A9C3218D-2590-1476-F4EC-5C30177322FC}"/>
              </a:ext>
            </a:extLst>
          </p:cNvPr>
          <p:cNvSpPr/>
          <p:nvPr/>
        </p:nvSpPr>
        <p:spPr>
          <a:xfrm>
            <a:off x="8195621" y="2931505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TIM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35" name="Rectangle: Rounded Corners 9">
            <a:extLst>
              <a:ext uri="{FF2B5EF4-FFF2-40B4-BE49-F238E27FC236}">
                <a16:creationId xmlns:a16="http://schemas.microsoft.com/office/drawing/2014/main" id="{78F70BD0-8C8E-9461-5BFF-4FD09159673C}"/>
              </a:ext>
            </a:extLst>
          </p:cNvPr>
          <p:cNvSpPr/>
          <p:nvPr/>
        </p:nvSpPr>
        <p:spPr>
          <a:xfrm>
            <a:off x="8213109" y="2217937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inter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36" name="Rectangle: Rounded Corners 9">
            <a:extLst>
              <a:ext uri="{FF2B5EF4-FFF2-40B4-BE49-F238E27FC236}">
                <a16:creationId xmlns:a16="http://schemas.microsoft.com/office/drawing/2014/main" id="{CAA88580-0EE2-96C6-A5BD-CFC25F376ABD}"/>
              </a:ext>
            </a:extLst>
          </p:cNvPr>
          <p:cNvSpPr/>
          <p:nvPr/>
        </p:nvSpPr>
        <p:spPr>
          <a:xfrm>
            <a:off x="5711449" y="3598131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d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clear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37" name="Rectangle: Rounded Corners 9">
            <a:extLst>
              <a:ext uri="{FF2B5EF4-FFF2-40B4-BE49-F238E27FC236}">
                <a16:creationId xmlns:a16="http://schemas.microsoft.com/office/drawing/2014/main" id="{D43BE6A3-BF3A-DA19-E965-0AE0989CCA36}"/>
              </a:ext>
            </a:extLst>
          </p:cNvPr>
          <p:cNvSpPr/>
          <p:nvPr/>
        </p:nvSpPr>
        <p:spPr>
          <a:xfrm>
            <a:off x="3510580" y="7418629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38" name="Rectangle: Rounded Corners 9">
            <a:extLst>
              <a:ext uri="{FF2B5EF4-FFF2-40B4-BE49-F238E27FC236}">
                <a16:creationId xmlns:a16="http://schemas.microsoft.com/office/drawing/2014/main" id="{ABD9AB3B-489E-FF73-A2DA-9108B721443A}"/>
              </a:ext>
            </a:extLst>
          </p:cNvPr>
          <p:cNvSpPr/>
          <p:nvPr/>
        </p:nvSpPr>
        <p:spPr>
          <a:xfrm>
            <a:off x="4041505" y="6561235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39" name="Rectangle: Rounded Corners 9">
            <a:extLst>
              <a:ext uri="{FF2B5EF4-FFF2-40B4-BE49-F238E27FC236}">
                <a16:creationId xmlns:a16="http://schemas.microsoft.com/office/drawing/2014/main" id="{D9DA8A8C-D4FF-B080-A6D1-DD4ED43C9F28}"/>
              </a:ext>
            </a:extLst>
          </p:cNvPr>
          <p:cNvSpPr/>
          <p:nvPr/>
        </p:nvSpPr>
        <p:spPr>
          <a:xfrm>
            <a:off x="7904981" y="6551263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40" name="Rectangle: Rounded Corners 9">
            <a:extLst>
              <a:ext uri="{FF2B5EF4-FFF2-40B4-BE49-F238E27FC236}">
                <a16:creationId xmlns:a16="http://schemas.microsoft.com/office/drawing/2014/main" id="{CCB3CC5E-36D2-2A2F-8CBB-8D171082DF84}"/>
              </a:ext>
            </a:extLst>
          </p:cNvPr>
          <p:cNvSpPr/>
          <p:nvPr/>
        </p:nvSpPr>
        <p:spPr>
          <a:xfrm>
            <a:off x="6505687" y="5290102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C7AE899E-E00E-5C69-ACF8-E9161A02FB05}"/>
              </a:ext>
            </a:extLst>
          </p:cNvPr>
          <p:cNvCxnSpPr>
            <a:cxnSpLocks/>
          </p:cNvCxnSpPr>
          <p:nvPr/>
        </p:nvCxnSpPr>
        <p:spPr>
          <a:xfrm rot="5400000">
            <a:off x="5858335" y="5648984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EEF6428-0B53-DF6F-EE0C-D285776A1262}"/>
              </a:ext>
            </a:extLst>
          </p:cNvPr>
          <p:cNvCxnSpPr>
            <a:cxnSpLocks/>
          </p:cNvCxnSpPr>
          <p:nvPr/>
        </p:nvCxnSpPr>
        <p:spPr>
          <a:xfrm rot="5400000">
            <a:off x="7413552" y="5628367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: Rounded Corners 9">
            <a:extLst>
              <a:ext uri="{FF2B5EF4-FFF2-40B4-BE49-F238E27FC236}">
                <a16:creationId xmlns:a16="http://schemas.microsoft.com/office/drawing/2014/main" id="{60B3F832-EC65-E8B4-556A-25EF43AF8E0C}"/>
              </a:ext>
            </a:extLst>
          </p:cNvPr>
          <p:cNvSpPr/>
          <p:nvPr/>
        </p:nvSpPr>
        <p:spPr>
          <a:xfrm>
            <a:off x="6500004" y="749113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F1D6BA72-9B06-CE4B-502E-3929FD112813}"/>
              </a:ext>
            </a:extLst>
          </p:cNvPr>
          <p:cNvCxnSpPr>
            <a:cxnSpLocks/>
          </p:cNvCxnSpPr>
          <p:nvPr/>
        </p:nvCxnSpPr>
        <p:spPr>
          <a:xfrm rot="5400000">
            <a:off x="5856925" y="1107995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395E538A-736C-F62C-BC70-DCFD4B0BDCA7}"/>
              </a:ext>
            </a:extLst>
          </p:cNvPr>
          <p:cNvCxnSpPr>
            <a:cxnSpLocks/>
          </p:cNvCxnSpPr>
          <p:nvPr/>
        </p:nvCxnSpPr>
        <p:spPr>
          <a:xfrm rot="5400000">
            <a:off x="7403596" y="1087378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C3EF27F3-B053-C799-0773-E9EA94161587}"/>
              </a:ext>
            </a:extLst>
          </p:cNvPr>
          <p:cNvCxnSpPr/>
          <p:nvPr/>
        </p:nvCxnSpPr>
        <p:spPr>
          <a:xfrm>
            <a:off x="5567192" y="1372605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532E7AA2-566A-C631-C117-7386BA74B79C}"/>
              </a:ext>
            </a:extLst>
          </p:cNvPr>
          <p:cNvCxnSpPr/>
          <p:nvPr/>
        </p:nvCxnSpPr>
        <p:spPr>
          <a:xfrm>
            <a:off x="5571810" y="2916748"/>
            <a:ext cx="5458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: Rounded Corners 9">
            <a:extLst>
              <a:ext uri="{FF2B5EF4-FFF2-40B4-BE49-F238E27FC236}">
                <a16:creationId xmlns:a16="http://schemas.microsoft.com/office/drawing/2014/main" id="{44A0971B-347F-5B33-C9C9-8FBBE34D3A03}"/>
              </a:ext>
            </a:extLst>
          </p:cNvPr>
          <p:cNvSpPr/>
          <p:nvPr/>
        </p:nvSpPr>
        <p:spPr>
          <a:xfrm>
            <a:off x="5161018" y="2259212"/>
            <a:ext cx="853550" cy="30084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win</a:t>
            </a:r>
            <a:r>
              <a:rPr lang="en-PH" baseline="-2500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PH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PH" i="1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49" name="Rectangle: Rounded Corners 9">
            <a:extLst>
              <a:ext uri="{FF2B5EF4-FFF2-40B4-BE49-F238E27FC236}">
                <a16:creationId xmlns:a16="http://schemas.microsoft.com/office/drawing/2014/main" id="{7B7CB962-1F21-CBB8-97F7-F23A9656C81F}"/>
              </a:ext>
            </a:extLst>
          </p:cNvPr>
          <p:cNvSpPr/>
          <p:nvPr/>
        </p:nvSpPr>
        <p:spPr>
          <a:xfrm rot="19765958">
            <a:off x="3135030" y="834487"/>
            <a:ext cx="1054126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</a:t>
            </a:r>
            <a:endParaRPr lang="en-PH" i="1" baseline="-2500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50" name="Rectangle: Rounded Corners 9">
            <a:extLst>
              <a:ext uri="{FF2B5EF4-FFF2-40B4-BE49-F238E27FC236}">
                <a16:creationId xmlns:a16="http://schemas.microsoft.com/office/drawing/2014/main" id="{9AB76304-C58F-047E-33E0-0ED8672FDABF}"/>
              </a:ext>
            </a:extLst>
          </p:cNvPr>
          <p:cNvSpPr/>
          <p:nvPr/>
        </p:nvSpPr>
        <p:spPr>
          <a:xfrm>
            <a:off x="4205333" y="1193957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</a:t>
            </a:r>
            <a:endParaRPr lang="en-PH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51" name="Rectangle: Rounded Corners 9">
            <a:extLst>
              <a:ext uri="{FF2B5EF4-FFF2-40B4-BE49-F238E27FC236}">
                <a16:creationId xmlns:a16="http://schemas.microsoft.com/office/drawing/2014/main" id="{7806597D-5882-91CF-A862-42B1BACAAA9F}"/>
              </a:ext>
            </a:extLst>
          </p:cNvPr>
          <p:cNvSpPr/>
          <p:nvPr/>
        </p:nvSpPr>
        <p:spPr>
          <a:xfrm rot="2140464">
            <a:off x="2540595" y="1872141"/>
            <a:ext cx="1955261" cy="49507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i="1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</a:t>
            </a:r>
            <a:r>
              <a:rPr lang="en-PH" baseline="-25000" err="1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trans</a:t>
            </a:r>
            <a:endParaRPr lang="en-PH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D60AA5D-F1EF-B08E-BAE4-82EF5B812916}"/>
              </a:ext>
            </a:extLst>
          </p:cNvPr>
          <p:cNvGrpSpPr/>
          <p:nvPr/>
        </p:nvGrpSpPr>
        <p:grpSpPr>
          <a:xfrm rot="5400000">
            <a:off x="6634649" y="7662786"/>
            <a:ext cx="545837" cy="47047"/>
            <a:chOff x="3708336" y="3708337"/>
            <a:chExt cx="545837" cy="47047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E162165-8157-0646-216B-6972A64932AD}"/>
                </a:ext>
              </a:extLst>
            </p:cNvPr>
            <p:cNvCxnSpPr/>
            <p:nvPr/>
          </p:nvCxnSpPr>
          <p:spPr>
            <a:xfrm>
              <a:off x="3708336" y="3708337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282124B2-58F8-84A2-AE89-1D3A1C91C883}"/>
                </a:ext>
              </a:extLst>
            </p:cNvPr>
            <p:cNvCxnSpPr/>
            <p:nvPr/>
          </p:nvCxnSpPr>
          <p:spPr>
            <a:xfrm>
              <a:off x="3708336" y="3755384"/>
              <a:ext cx="545837" cy="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74553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1E387-B84A-0086-6F87-5F5543A5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893C38-DA47-F0DD-22C5-02CB067D454A}"/>
              </a:ext>
            </a:extLst>
          </p:cNvPr>
          <p:cNvSpPr txBox="1"/>
          <p:nvPr/>
        </p:nvSpPr>
        <p:spPr>
          <a:xfrm>
            <a:off x="4293362" y="3244334"/>
            <a:ext cx="3605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Chapter 5</a:t>
            </a:r>
          </a:p>
        </p:txBody>
      </p:sp>
    </p:spTree>
    <p:extLst>
      <p:ext uri="{BB962C8B-B14F-4D97-AF65-F5344CB8AC3E}">
        <p14:creationId xmlns:p14="http://schemas.microsoft.com/office/powerpoint/2010/main" val="11857668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B55E7-3DFB-A4DE-AA39-A3E6AAF22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771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2388</Words>
  <Application>Microsoft Office PowerPoint</Application>
  <PresentationFormat>Widescreen</PresentationFormat>
  <Paragraphs>1318</Paragraphs>
  <Slides>54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UD Digi Kyokasho NK</vt:lpstr>
      <vt:lpstr>Aptos</vt:lpstr>
      <vt:lpstr>Aptos Display</vt:lpstr>
      <vt:lpstr>Arial</vt:lpstr>
      <vt:lpstr>Cambria Math</vt:lpstr>
      <vt:lpstr>Malgun Gothic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ICMASS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ROQUE Karl Raymond Dela Cruz</dc:creator>
  <cp:lastModifiedBy>ROQUE Karl Raymond Dela Cruz</cp:lastModifiedBy>
  <cp:revision>5</cp:revision>
  <dcterms:created xsi:type="dcterms:W3CDTF">2025-08-02T11:26:12Z</dcterms:created>
  <dcterms:modified xsi:type="dcterms:W3CDTF">2026-07-11T07:38:58Z</dcterms:modified>
</cp:coreProperties>
</file>